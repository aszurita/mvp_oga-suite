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36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831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92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66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3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4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905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325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63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17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7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43F38-D3B6-4D3C-BA82-19032C75C586}" type="datetimeFigureOut">
              <a:rPr lang="es-MX" smtClean="0"/>
              <a:t>17/06/2024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5B33D68-DA7F-4397-8FA1-CD58E37F47E5}" type="slidenum">
              <a:rPr lang="es-MX" smtClean="0"/>
              <a:t>‹Nº›</a:t>
            </a:fld>
            <a:endParaRPr lang="es-MX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257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E7A96-CB76-4533-980E-905418633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PRUEBA 1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EDE866-C38E-44AD-9A3C-0D0CBDEAE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7273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0C56C-BA3A-4082-9B88-144DDBD2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PRUEBA 2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78D3BD-07A2-4543-82A5-3A6D397EA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3984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A3BBB-5F9C-4F77-81D3-04FCD5222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PRUEBA 3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574360-321A-4465-8FF8-4AD261B31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0187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AB57C-548B-4263-B54D-BCE6B6178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PRUEBA 4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623AB0-D42F-487F-8252-97DA24478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1266763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CD16747BD9BCF478E7F030ABE02C2D4" ma:contentTypeVersion="0" ma:contentTypeDescription="Crear nuevo documento." ma:contentTypeScope="" ma:versionID="2ee5e80fc0931985ed5a9b2e6d8f566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f6edc329ff236629c56e3b879b320d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83F8C0-8293-49DB-96AD-B85836B97926}"/>
</file>

<file path=customXml/itemProps2.xml><?xml version="1.0" encoding="utf-8"?>
<ds:datastoreItem xmlns:ds="http://schemas.openxmlformats.org/officeDocument/2006/customXml" ds:itemID="{DD7F3DE5-03C0-4E88-A907-2E1BBA4C65B8}"/>
</file>

<file path=customXml/itemProps3.xml><?xml version="1.0" encoding="utf-8"?>
<ds:datastoreItem xmlns:ds="http://schemas.openxmlformats.org/officeDocument/2006/customXml" ds:itemID="{3C7B61B4-9F31-46AB-853F-38EAC9EDCB5C}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8</Words>
  <Application>Microsoft Office PowerPoint</Application>
  <PresentationFormat>Panorámica</PresentationFormat>
  <Paragraphs>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Galería</vt:lpstr>
      <vt:lpstr>PRUEBA 1</vt:lpstr>
      <vt:lpstr>PRUEBA 2</vt:lpstr>
      <vt:lpstr>PRUEBA 3</vt:lpstr>
      <vt:lpstr>PRUEBA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Kevin Javier Lamilla Vera</dc:creator>
  <cp:lastModifiedBy>Kevin Javier Lamilla Vera</cp:lastModifiedBy>
  <cp:revision>3</cp:revision>
  <dcterms:created xsi:type="dcterms:W3CDTF">2024-06-13T17:10:12Z</dcterms:created>
  <dcterms:modified xsi:type="dcterms:W3CDTF">2024-06-17T15:49:16Z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0x010100CCD16747BD9BCF478E7F030ABE02C2D4</vt:lpwstr>
  </property>
  <property fmtid="{D5CDD505-2E9C-101B-9397-08002B2CF9AE}" pid="3" name="_CopySource">
    <vt:lpwstr>http://vamos.bancoguayaquil.com/sitios/informaciongerencial/OGA_Suite/Desarrollo/Documentos/CHURN_APP_AD PPT_PRUEBA.pptx</vt:lpwstr>
  </property>
</Properties>
</file>