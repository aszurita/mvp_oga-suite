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howGuides="1">
      <p:cViewPr varScale="1">
        <p:scale>
          <a:sx n="102" d="100"/>
          <a:sy n="102" d="100"/>
        </p:scale>
        <p:origin x="87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27EEB-9F5B-E251-E06A-94DBD24BE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2500BA-901B-ADFF-3BDA-6FB9966C9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DAA259-9424-66E9-8273-EE84DD335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F93BB7-1424-5D57-6F16-2FC127FC3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652F82-3FCC-1B3E-3666-85253644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40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160CE-3641-7AA6-81CE-3A1C4FAC0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213872-6B08-7359-3A1C-E47B8DA78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757C28-EBF6-B920-F743-FD42170C3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C3BCA3-F948-6B08-A673-FBFE60F2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5F6028-93FB-C1DA-5B1F-3D0BC30E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8539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F60F6-6D7D-8C2F-8FDD-B6010F33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06417F-6478-5269-5B13-819721475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BDBA2E-85B3-AC85-DCB3-7499E44D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4959E5-54E8-9E30-D5B6-B437201F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712AF1-DD17-F481-4594-C2DFD923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8232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77D22-B0C2-F4B6-3C7F-CD8415B2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CF98EE-E4C4-F938-1EC7-6F1C7E88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79251C-969E-E384-B743-921E671B5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1132E2-F47B-39B7-93F5-6E6548F3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75735D-32FB-81C6-45DC-BD6E75EC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10CC39-F6FB-1CAD-5939-2C5B02B3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16372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F19E3-0177-55CF-6DF1-2C8700A7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1E5F44-9400-54D1-4B7B-83CCD21AF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3E97F7-39E8-5A67-8776-B0243E260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54550F-56C5-E8E6-D92B-3029ADA80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80EA2C-2EB0-4E73-27B9-903F0BC0C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DB8005-A8A6-E6A3-BC1D-CC9269EA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EC4F0C7-5BA5-592C-23C3-7EBFE262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1FD0B61-261D-7FE3-7D5F-FAF14DE8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13779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4F963-E6A7-B614-DDEE-93D2B6B42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E6F490C-B463-F51B-C3C4-78EC8462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0603FD4-5BD0-2111-D842-FB725149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6C4227-5640-27F9-4F0F-FD0C4B8E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6310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44F693-FED4-EE16-DBF7-CFDFF7BC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789C11-A233-CEEF-AFEF-2EADC4FA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06AECC-A9C5-E767-B825-52B589B3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404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D9EF2-A9E5-847B-189F-DC15D9540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8152DD-5D62-D9F2-892B-1C32CA085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985A99-285C-D927-AFD4-998C51279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8A734A-71B9-6455-9DE1-92F204309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B25E28-36CE-C3D6-E207-46F10EA96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05F029-7BBF-9BCF-C28C-CEBDCF66A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3547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CCE53-E975-BE72-5D36-58DDE156B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F8430E-577C-75C0-6B6F-C9D88ABCC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42CAB3-A6F4-D346-8DCA-550862721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912012-D853-6D76-802A-02137E75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40ADD3-2232-3320-1958-1CA803AE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0BA04A-CD48-C00A-B980-0376C0E2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9699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24A27-B459-4AEA-31E4-ECD6DB23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02C24F-E941-B9BA-C45F-B54407A72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237791-A5CA-B8DC-C577-AF9AF94C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CBF136-CB20-845D-4169-D7CBE4CE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55A3F9-562C-58E6-16CA-AAFE1521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31136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B132F6-C0D2-E5F7-04A3-5C1F95E659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2A75F0-FBDC-1200-3D31-FD951692F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B44277-1E9D-55D1-F3D8-20F437DFB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E46505-D192-BA31-7D6D-D62493D13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BC3F7D-E6DF-1FE7-6E56-9A1F9275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470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EA6B80E-74C0-860A-99FC-18B46BBB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1F8D85-235C-040F-83FC-BEEEC8113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12ED17-FB10-98B1-2A5F-2B56E86B4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4D809-92E8-4E83-ABE2-7FD54C3B1318}" type="datetimeFigureOut">
              <a:rPr lang="es-EC" smtClean="0"/>
              <a:t>27/12/2024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7C5DCC-8247-84FA-B4D6-57A415E1FF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535481-BDB9-BD10-C90E-692076E56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573A4-E34D-48C1-BCA2-4B318D4301A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03829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93CDD3E-2A38-F513-D331-C692CA835C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686"/>
          <a:stretch/>
        </p:blipFill>
        <p:spPr>
          <a:xfrm>
            <a:off x="765288" y="801587"/>
            <a:ext cx="10882583" cy="575533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BDB86E0-31C0-5F15-9EC6-EC83A7B0ECB2}"/>
              </a:ext>
            </a:extLst>
          </p:cNvPr>
          <p:cNvSpPr txBox="1"/>
          <p:nvPr/>
        </p:nvSpPr>
        <p:spPr>
          <a:xfrm>
            <a:off x="4041614" y="801853"/>
            <a:ext cx="1189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200" dirty="0"/>
              <a:t>Área Solicitante 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7A398A4-E400-6010-08D9-651D506C710D}"/>
              </a:ext>
            </a:extLst>
          </p:cNvPr>
          <p:cNvSpPr txBox="1"/>
          <p:nvPr/>
        </p:nvSpPr>
        <p:spPr>
          <a:xfrm>
            <a:off x="6853099" y="807688"/>
            <a:ext cx="711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200" dirty="0"/>
              <a:t>Sponsor: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A221B58-2166-424F-7773-D44A581D5A83}"/>
              </a:ext>
            </a:extLst>
          </p:cNvPr>
          <p:cNvSpPr/>
          <p:nvPr/>
        </p:nvSpPr>
        <p:spPr>
          <a:xfrm>
            <a:off x="7218670" y="2962093"/>
            <a:ext cx="2291164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CD6930-90E1-51F2-F6A7-3D4397DCA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918" y="6562227"/>
            <a:ext cx="1645457" cy="25114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BF86B091-5CCB-AB3D-04A7-52E6FB6BF122}"/>
              </a:ext>
            </a:extLst>
          </p:cNvPr>
          <p:cNvSpPr/>
          <p:nvPr/>
        </p:nvSpPr>
        <p:spPr>
          <a:xfrm>
            <a:off x="9061421" y="801853"/>
            <a:ext cx="170200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1848297-D89D-4B2B-C867-3E9BBDD9BE9D}"/>
              </a:ext>
            </a:extLst>
          </p:cNvPr>
          <p:cNvSpPr txBox="1"/>
          <p:nvPr/>
        </p:nvSpPr>
        <p:spPr>
          <a:xfrm>
            <a:off x="8568645" y="806612"/>
            <a:ext cx="3200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200" dirty="0"/>
              <a:t>Formato : Modelo / Modelo ML / Artefacto (combo)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AF7CED8-AB6E-3AF3-79A0-504598D7284A}"/>
              </a:ext>
            </a:extLst>
          </p:cNvPr>
          <p:cNvSpPr txBox="1"/>
          <p:nvPr/>
        </p:nvSpPr>
        <p:spPr>
          <a:xfrm>
            <a:off x="4208037" y="247456"/>
            <a:ext cx="2969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2800" b="1" dirty="0"/>
              <a:t>Business </a:t>
            </a:r>
            <a:r>
              <a:rPr lang="es-EC" sz="2800" b="1" dirty="0" err="1"/>
              <a:t>Canvas</a:t>
            </a:r>
            <a:endParaRPr lang="es-EC" sz="2800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5BFF519-3372-22AA-2463-028631423CBD}"/>
              </a:ext>
            </a:extLst>
          </p:cNvPr>
          <p:cNvSpPr txBox="1"/>
          <p:nvPr/>
        </p:nvSpPr>
        <p:spPr>
          <a:xfrm>
            <a:off x="983432" y="6516052"/>
            <a:ext cx="1406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400" dirty="0"/>
              <a:t>Observaciones:</a:t>
            </a:r>
          </a:p>
        </p:txBody>
      </p:sp>
    </p:spTree>
    <p:extLst>
      <p:ext uri="{BB962C8B-B14F-4D97-AF65-F5344CB8AC3E}">
        <p14:creationId xmlns:p14="http://schemas.microsoft.com/office/powerpoint/2010/main" val="39357222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CD16747BD9BCF478E7F030ABE02C2D4" ma:contentTypeVersion="0" ma:contentTypeDescription="Crear nuevo documento." ma:contentTypeScope="" ma:versionID="2ee5e80fc0931985ed5a9b2e6d8f566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f6edc329ff236629c56e3b879b320d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A99BF5-E627-4665-805C-DCD3BA35B55B}"/>
</file>

<file path=customXml/itemProps2.xml><?xml version="1.0" encoding="utf-8"?>
<ds:datastoreItem xmlns:ds="http://schemas.openxmlformats.org/officeDocument/2006/customXml" ds:itemID="{42D56B04-CDD6-4905-8486-DEFF63DF0F7D}"/>
</file>

<file path=customXml/itemProps3.xml><?xml version="1.0" encoding="utf-8"?>
<ds:datastoreItem xmlns:ds="http://schemas.openxmlformats.org/officeDocument/2006/customXml" ds:itemID="{E34C2726-E788-4736-9A61-711BD4F5DE46}"/>
</file>

<file path=docProps/app.xml><?xml version="1.0" encoding="utf-8"?>
<Properties xmlns="http://schemas.openxmlformats.org/officeDocument/2006/extended-properties" xmlns:vt="http://schemas.openxmlformats.org/officeDocument/2006/docPropsVTypes">
  <TotalTime>3925</TotalTime>
  <Words>20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Antonio Salas Arevalo</dc:creator>
  <cp:lastModifiedBy>José Antonio Salas Arevalo</cp:lastModifiedBy>
  <cp:revision>1</cp:revision>
  <dcterms:created xsi:type="dcterms:W3CDTF">2024-12-27T21:35:36Z</dcterms:created>
  <dcterms:modified xsi:type="dcterms:W3CDTF">2024-12-30T15:01:03Z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0x010100CCD16747BD9BCF478E7F030ABE02C2D4</vt:lpwstr>
  </property>
</Properties>
</file>