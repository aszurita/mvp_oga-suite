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comments/modernComment_7FE4E555_397EE968.xml" ContentType="application/vnd.ms-powerpoint.comment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notesMasterIdLst>
    <p:notesMasterId r:id="rId19"/>
  </p:notesMasterIdLst>
  <p:handoutMasterIdLst>
    <p:handoutMasterId r:id="rId20"/>
  </p:handoutMasterIdLst>
  <p:sldIdLst>
    <p:sldId id="2145707339" r:id="rId5"/>
    <p:sldId id="2145707347" r:id="rId6"/>
    <p:sldId id="2145707348" r:id="rId7"/>
    <p:sldId id="2145707349" r:id="rId8"/>
    <p:sldId id="2145707357" r:id="rId9"/>
    <p:sldId id="2145707345" r:id="rId10"/>
    <p:sldId id="2145707351" r:id="rId11"/>
    <p:sldId id="2145707353" r:id="rId12"/>
    <p:sldId id="2145707352" r:id="rId13"/>
    <p:sldId id="2145707354" r:id="rId14"/>
    <p:sldId id="2145707355" r:id="rId15"/>
    <p:sldId id="2145707356" r:id="rId16"/>
    <p:sldId id="2145707124" r:id="rId17"/>
    <p:sldId id="2145707346" r:id="rId18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248F39-B99B-8617-7333-CDDBE8C1220F}" name="José Antonio Salas Arevalo" initials="JS" userId="S::jsalas@bancoguayaquil.com::52eac038-2794-4fce-b451-19a0c2689dcb" providerId="AD"/>
  <p188:author id="{85DF3258-E427-1388-60AE-6149BCFCD9E4}" name="Jorge Alfredo Hurtado Franco" initials="JF" userId="S::jhurtado1@bancoguayaquil.com::a442eb5b-582d-40b7-8742-86e2694c1c7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006E"/>
    <a:srgbClr val="150F41"/>
    <a:srgbClr val="F5C9E0"/>
    <a:srgbClr val="ABABBC"/>
    <a:srgbClr val="5B577A"/>
    <a:srgbClr val="DF4C99"/>
    <a:srgbClr val="A09FB2"/>
    <a:srgbClr val="88879F"/>
    <a:srgbClr val="FBE5F1"/>
    <a:srgbClr val="9FD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AEF00F-575B-4034-9C0D-7095323702B0}" v="3" dt="2026-02-23T00:44:51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87477" autoAdjust="0"/>
  </p:normalViewPr>
  <p:slideViewPr>
    <p:cSldViewPr snapToGrid="0">
      <p:cViewPr varScale="1">
        <p:scale>
          <a:sx n="59" d="100"/>
          <a:sy n="59" d="100"/>
        </p:scale>
        <p:origin x="124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2" d="100"/>
          <a:sy n="102" d="100"/>
        </p:scale>
        <p:origin x="385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Antonio Salas Arevalo" userId="52eac038-2794-4fce-b451-19a0c2689dcb" providerId="ADAL" clId="{7B68E5EA-9655-4794-84A5-3815E7807984}"/>
    <pc:docChg chg="undo custSel addSld delSld modSld sldOrd">
      <pc:chgData name="José Antonio Salas Arevalo" userId="52eac038-2794-4fce-b451-19a0c2689dcb" providerId="ADAL" clId="{7B68E5EA-9655-4794-84A5-3815E7807984}" dt="2026-02-23T00:44:54.910" v="1152" actId="207"/>
      <pc:docMkLst>
        <pc:docMk/>
      </pc:docMkLst>
      <pc:sldChg chg="delSp modSp mod">
        <pc:chgData name="José Antonio Salas Arevalo" userId="52eac038-2794-4fce-b451-19a0c2689dcb" providerId="ADAL" clId="{7B68E5EA-9655-4794-84A5-3815E7807984}" dt="2026-02-20T14:11:33.859" v="1" actId="14100"/>
        <pc:sldMkLst>
          <pc:docMk/>
          <pc:sldMk cId="918825591" sldId="2145707339"/>
        </pc:sldMkLst>
        <pc:spChg chg="mod">
          <ac:chgData name="José Antonio Salas Arevalo" userId="52eac038-2794-4fce-b451-19a0c2689dcb" providerId="ADAL" clId="{7B68E5EA-9655-4794-84A5-3815E7807984}" dt="2026-02-20T14:11:33.859" v="1" actId="14100"/>
          <ac:spMkLst>
            <pc:docMk/>
            <pc:sldMk cId="918825591" sldId="2145707339"/>
            <ac:spMk id="8" creationId="{15CDE1CE-57FA-42AA-36CD-79B0F98A0E8B}"/>
          </ac:spMkLst>
        </pc:spChg>
      </pc:sldChg>
      <pc:sldChg chg="addSp delSp modSp mod">
        <pc:chgData name="José Antonio Salas Arevalo" userId="52eac038-2794-4fce-b451-19a0c2689dcb" providerId="ADAL" clId="{7B68E5EA-9655-4794-84A5-3815E7807984}" dt="2026-02-20T15:27:00.132" v="649"/>
        <pc:sldMkLst>
          <pc:docMk/>
          <pc:sldMk cId="899824567" sldId="2145707345"/>
        </pc:sldMkLst>
        <pc:spChg chg="add mod">
          <ac:chgData name="José Antonio Salas Arevalo" userId="52eac038-2794-4fce-b451-19a0c2689dcb" providerId="ADAL" clId="{7B68E5EA-9655-4794-84A5-3815E7807984}" dt="2026-02-20T15:27:00.132" v="649"/>
          <ac:spMkLst>
            <pc:docMk/>
            <pc:sldMk cId="899824567" sldId="2145707345"/>
            <ac:spMk id="8" creationId="{27C65030-6AA7-5596-5875-1E0904499211}"/>
          </ac:spMkLst>
        </pc:spChg>
        <pc:graphicFrameChg chg="add mod">
          <ac:chgData name="José Antonio Salas Arevalo" userId="52eac038-2794-4fce-b451-19a0c2689dcb" providerId="ADAL" clId="{7B68E5EA-9655-4794-84A5-3815E7807984}" dt="2026-02-20T15:26:42.385" v="645" actId="1076"/>
          <ac:graphicFrameMkLst>
            <pc:docMk/>
            <pc:sldMk cId="899824567" sldId="2145707345"/>
            <ac:graphicFrameMk id="4" creationId="{83C6420F-94B1-300F-356E-3DB960D4E808}"/>
          </ac:graphicFrameMkLst>
        </pc:graphicFrameChg>
        <pc:graphicFrameChg chg="add mod">
          <ac:chgData name="José Antonio Salas Arevalo" userId="52eac038-2794-4fce-b451-19a0c2689dcb" providerId="ADAL" clId="{7B68E5EA-9655-4794-84A5-3815E7807984}" dt="2026-02-20T15:26:38.932" v="644" actId="1076"/>
          <ac:graphicFrameMkLst>
            <pc:docMk/>
            <pc:sldMk cId="899824567" sldId="2145707345"/>
            <ac:graphicFrameMk id="7" creationId="{2682C4B1-BAAB-FF58-F5E8-1E301D4A77F8}"/>
          </ac:graphicFrameMkLst>
        </pc:graphicFrameChg>
      </pc:sldChg>
      <pc:sldChg chg="modSp mod">
        <pc:chgData name="José Antonio Salas Arevalo" userId="52eac038-2794-4fce-b451-19a0c2689dcb" providerId="ADAL" clId="{7B68E5EA-9655-4794-84A5-3815E7807984}" dt="2026-02-20T14:30:30.532" v="57" actId="313"/>
        <pc:sldMkLst>
          <pc:docMk/>
          <pc:sldMk cId="2785525203" sldId="2145707347"/>
        </pc:sldMkLst>
        <pc:graphicFrameChg chg="mod modGraphic">
          <ac:chgData name="José Antonio Salas Arevalo" userId="52eac038-2794-4fce-b451-19a0c2689dcb" providerId="ADAL" clId="{7B68E5EA-9655-4794-84A5-3815E7807984}" dt="2026-02-20T14:30:30.532" v="57" actId="313"/>
          <ac:graphicFrameMkLst>
            <pc:docMk/>
            <pc:sldMk cId="2785525203" sldId="2145707347"/>
            <ac:graphicFrameMk id="3" creationId="{F9125597-A2CD-EF8A-57E7-7C584FFD16A4}"/>
          </ac:graphicFrameMkLst>
        </pc:graphicFrameChg>
      </pc:sldChg>
      <pc:sldChg chg="addSp modSp mod modNotesTx">
        <pc:chgData name="José Antonio Salas Arevalo" userId="52eac038-2794-4fce-b451-19a0c2689dcb" providerId="ADAL" clId="{7B68E5EA-9655-4794-84A5-3815E7807984}" dt="2026-02-20T14:39:33.366" v="254" actId="20577"/>
        <pc:sldMkLst>
          <pc:docMk/>
          <pc:sldMk cId="3219693691" sldId="2145707348"/>
        </pc:sldMkLst>
        <pc:spChg chg="add mod">
          <ac:chgData name="José Antonio Salas Arevalo" userId="52eac038-2794-4fce-b451-19a0c2689dcb" providerId="ADAL" clId="{7B68E5EA-9655-4794-84A5-3815E7807984}" dt="2026-02-20T14:35:42.102" v="102" actId="14100"/>
          <ac:spMkLst>
            <pc:docMk/>
            <pc:sldMk cId="3219693691" sldId="2145707348"/>
            <ac:spMk id="6" creationId="{8A94B605-F1E3-B9C4-D5A5-CF6743C5C11C}"/>
          </ac:spMkLst>
        </pc:spChg>
        <pc:spChg chg="add mod">
          <ac:chgData name="José Antonio Salas Arevalo" userId="52eac038-2794-4fce-b451-19a0c2689dcb" providerId="ADAL" clId="{7B68E5EA-9655-4794-84A5-3815E7807984}" dt="2026-02-20T14:38:43.967" v="209" actId="27636"/>
          <ac:spMkLst>
            <pc:docMk/>
            <pc:sldMk cId="3219693691" sldId="2145707348"/>
            <ac:spMk id="7" creationId="{D63A64F7-7C65-E414-F0AD-2C44B7825B8A}"/>
          </ac:spMkLst>
        </pc:spChg>
        <pc:graphicFrameChg chg="add mod modGraphic">
          <ac:chgData name="José Antonio Salas Arevalo" userId="52eac038-2794-4fce-b451-19a0c2689dcb" providerId="ADAL" clId="{7B68E5EA-9655-4794-84A5-3815E7807984}" dt="2026-02-20T14:34:51.478" v="62" actId="20577"/>
          <ac:graphicFrameMkLst>
            <pc:docMk/>
            <pc:sldMk cId="3219693691" sldId="2145707348"/>
            <ac:graphicFrameMk id="4" creationId="{F8629FCE-CFBD-F642-2DB4-C9B764DBB209}"/>
          </ac:graphicFrameMkLst>
        </pc:graphicFrameChg>
      </pc:sldChg>
      <pc:sldChg chg="addSp modSp mod modNotesTx">
        <pc:chgData name="José Antonio Salas Arevalo" userId="52eac038-2794-4fce-b451-19a0c2689dcb" providerId="ADAL" clId="{7B68E5EA-9655-4794-84A5-3815E7807984}" dt="2026-02-20T15:25:39.338" v="638"/>
        <pc:sldMkLst>
          <pc:docMk/>
          <pc:sldMk cId="964618600" sldId="2145707349"/>
        </pc:sldMkLst>
        <pc:spChg chg="add mod">
          <ac:chgData name="José Antonio Salas Arevalo" userId="52eac038-2794-4fce-b451-19a0c2689dcb" providerId="ADAL" clId="{7B68E5EA-9655-4794-84A5-3815E7807984}" dt="2026-02-20T14:46:39.643" v="266" actId="1076"/>
          <ac:spMkLst>
            <pc:docMk/>
            <pc:sldMk cId="964618600" sldId="2145707349"/>
            <ac:spMk id="5" creationId="{191565E3-8169-C203-F8A7-7C77D3E2B1BE}"/>
          </ac:spMkLst>
        </pc:spChg>
        <pc:spChg chg="add mod">
          <ac:chgData name="José Antonio Salas Arevalo" userId="52eac038-2794-4fce-b451-19a0c2689dcb" providerId="ADAL" clId="{7B68E5EA-9655-4794-84A5-3815E7807984}" dt="2026-02-20T14:46:39.643" v="266" actId="1076"/>
          <ac:spMkLst>
            <pc:docMk/>
            <pc:sldMk cId="964618600" sldId="2145707349"/>
            <ac:spMk id="7" creationId="{4B88AFE5-7C9E-9888-5423-5439F359F10B}"/>
          </ac:spMkLst>
        </pc:spChg>
        <pc:spChg chg="add mod">
          <ac:chgData name="José Antonio Salas Arevalo" userId="52eac038-2794-4fce-b451-19a0c2689dcb" providerId="ADAL" clId="{7B68E5EA-9655-4794-84A5-3815E7807984}" dt="2026-02-20T15:11:35.236" v="570"/>
          <ac:spMkLst>
            <pc:docMk/>
            <pc:sldMk cId="964618600" sldId="2145707349"/>
            <ac:spMk id="9" creationId="{1F3C6A1C-D038-757A-AF07-B2DA5EA4A056}"/>
          </ac:spMkLst>
        </pc:spChg>
        <pc:spChg chg="add mod">
          <ac:chgData name="José Antonio Salas Arevalo" userId="52eac038-2794-4fce-b451-19a0c2689dcb" providerId="ADAL" clId="{7B68E5EA-9655-4794-84A5-3815E7807984}" dt="2026-02-20T15:11:58.392" v="592" actId="1076"/>
          <ac:spMkLst>
            <pc:docMk/>
            <pc:sldMk cId="964618600" sldId="2145707349"/>
            <ac:spMk id="10" creationId="{12D562FA-F33E-01CA-B8DE-DB790035BB7F}"/>
          </ac:spMkLst>
        </pc:spChg>
        <pc:grpChg chg="add mod">
          <ac:chgData name="José Antonio Salas Arevalo" userId="52eac038-2794-4fce-b451-19a0c2689dcb" providerId="ADAL" clId="{7B68E5EA-9655-4794-84A5-3815E7807984}" dt="2026-02-20T15:23:29.094" v="595" actId="1076"/>
          <ac:grpSpMkLst>
            <pc:docMk/>
            <pc:sldMk cId="964618600" sldId="2145707349"/>
            <ac:grpSpMk id="8" creationId="{754DBACA-9876-C0D0-6DC2-78BFD462A409}"/>
          </ac:grpSpMkLst>
        </pc:grpChg>
        <pc:graphicFrameChg chg="mod">
          <ac:chgData name="José Antonio Salas Arevalo" userId="52eac038-2794-4fce-b451-19a0c2689dcb" providerId="ADAL" clId="{7B68E5EA-9655-4794-84A5-3815E7807984}" dt="2026-02-20T14:46:06.047" v="261" actId="1076"/>
          <ac:graphicFrameMkLst>
            <pc:docMk/>
            <pc:sldMk cId="964618600" sldId="2145707349"/>
            <ac:graphicFrameMk id="3" creationId="{F4D93FFB-E923-4099-1CFB-3F30E942B178}"/>
          </ac:graphicFrameMkLst>
        </pc:graphicFrameChg>
        <pc:graphicFrameChg chg="add mod modGraphic">
          <ac:chgData name="José Antonio Salas Arevalo" userId="52eac038-2794-4fce-b451-19a0c2689dcb" providerId="ADAL" clId="{7B68E5EA-9655-4794-84A5-3815E7807984}" dt="2026-02-20T15:25:39.338" v="638"/>
          <ac:graphicFrameMkLst>
            <pc:docMk/>
            <pc:sldMk cId="964618600" sldId="2145707349"/>
            <ac:graphicFrameMk id="4" creationId="{14E01E52-02F8-49AD-3E64-EDDD86F32EBE}"/>
          </ac:graphicFrameMkLst>
        </pc:graphicFrameChg>
        <pc:graphicFrameChg chg="mod">
          <ac:chgData name="José Antonio Salas Arevalo" userId="52eac038-2794-4fce-b451-19a0c2689dcb" providerId="ADAL" clId="{7B68E5EA-9655-4794-84A5-3815E7807984}" dt="2026-02-20T14:46:17.356" v="263" actId="14100"/>
          <ac:graphicFrameMkLst>
            <pc:docMk/>
            <pc:sldMk cId="964618600" sldId="2145707349"/>
            <ac:graphicFrameMk id="6" creationId="{2A3801D1-3B08-F819-4D5D-FF0BC17812C7}"/>
          </ac:graphicFrameMkLst>
        </pc:graphicFrameChg>
      </pc:sldChg>
      <pc:sldChg chg="modSp mod">
        <pc:chgData name="José Antonio Salas Arevalo" userId="52eac038-2794-4fce-b451-19a0c2689dcb" providerId="ADAL" clId="{7B68E5EA-9655-4794-84A5-3815E7807984}" dt="2026-02-23T00:22:29.754" v="1141" actId="207"/>
        <pc:sldMkLst>
          <pc:docMk/>
          <pc:sldMk cId="1580969086" sldId="2145707351"/>
        </pc:sldMkLst>
        <pc:spChg chg="mod">
          <ac:chgData name="José Antonio Salas Arevalo" userId="52eac038-2794-4fce-b451-19a0c2689dcb" providerId="ADAL" clId="{7B68E5EA-9655-4794-84A5-3815E7807984}" dt="2026-02-23T00:22:29.754" v="1141" actId="207"/>
          <ac:spMkLst>
            <pc:docMk/>
            <pc:sldMk cId="1580969086" sldId="2145707351"/>
            <ac:spMk id="3" creationId="{55658462-1E65-5600-1897-1F14E673B62A}"/>
          </ac:spMkLst>
        </pc:spChg>
      </pc:sldChg>
      <pc:sldChg chg="modSp mod">
        <pc:chgData name="José Antonio Salas Arevalo" userId="52eac038-2794-4fce-b451-19a0c2689dcb" providerId="ADAL" clId="{7B68E5EA-9655-4794-84A5-3815E7807984}" dt="2026-02-23T00:41:15.804" v="1149" actId="207"/>
        <pc:sldMkLst>
          <pc:docMk/>
          <pc:sldMk cId="3134263909" sldId="2145707352"/>
        </pc:sldMkLst>
        <pc:spChg chg="mod">
          <ac:chgData name="José Antonio Salas Arevalo" userId="52eac038-2794-4fce-b451-19a0c2689dcb" providerId="ADAL" clId="{7B68E5EA-9655-4794-84A5-3815E7807984}" dt="2026-02-23T00:41:15.804" v="1149" actId="207"/>
          <ac:spMkLst>
            <pc:docMk/>
            <pc:sldMk cId="3134263909" sldId="2145707352"/>
            <ac:spMk id="4" creationId="{5145D8E5-3DAF-7226-7143-234147902373}"/>
          </ac:spMkLst>
        </pc:spChg>
      </pc:sldChg>
      <pc:sldChg chg="modSp mod">
        <pc:chgData name="José Antonio Salas Arevalo" userId="52eac038-2794-4fce-b451-19a0c2689dcb" providerId="ADAL" clId="{7B68E5EA-9655-4794-84A5-3815E7807984}" dt="2026-02-23T00:29:46.619" v="1145" actId="20577"/>
        <pc:sldMkLst>
          <pc:docMk/>
          <pc:sldMk cId="863001943" sldId="2145707353"/>
        </pc:sldMkLst>
        <pc:spChg chg="mod">
          <ac:chgData name="José Antonio Salas Arevalo" userId="52eac038-2794-4fce-b451-19a0c2689dcb" providerId="ADAL" clId="{7B68E5EA-9655-4794-84A5-3815E7807984}" dt="2026-02-23T00:29:46.619" v="1145" actId="20577"/>
          <ac:spMkLst>
            <pc:docMk/>
            <pc:sldMk cId="863001943" sldId="2145707353"/>
            <ac:spMk id="4" creationId="{2ABBC427-3FDC-F1DA-D934-95036D0F4596}"/>
          </ac:spMkLst>
        </pc:spChg>
      </pc:sldChg>
      <pc:sldChg chg="modSp mod">
        <pc:chgData name="José Antonio Salas Arevalo" userId="52eac038-2794-4fce-b451-19a0c2689dcb" providerId="ADAL" clId="{7B68E5EA-9655-4794-84A5-3815E7807984}" dt="2026-02-23T00:44:54.910" v="1152" actId="207"/>
        <pc:sldMkLst>
          <pc:docMk/>
          <pc:sldMk cId="3241024350" sldId="2145707354"/>
        </pc:sldMkLst>
        <pc:spChg chg="mod">
          <ac:chgData name="José Antonio Salas Arevalo" userId="52eac038-2794-4fce-b451-19a0c2689dcb" providerId="ADAL" clId="{7B68E5EA-9655-4794-84A5-3815E7807984}" dt="2026-02-23T00:44:54.910" v="1152" actId="207"/>
          <ac:spMkLst>
            <pc:docMk/>
            <pc:sldMk cId="3241024350" sldId="2145707354"/>
            <ac:spMk id="4" creationId="{E535DB52-23D6-9D0F-633D-6A6F95EA0222}"/>
          </ac:spMkLst>
        </pc:spChg>
      </pc:sldChg>
      <pc:sldChg chg="modSp mod">
        <pc:chgData name="José Antonio Salas Arevalo" userId="52eac038-2794-4fce-b451-19a0c2689dcb" providerId="ADAL" clId="{7B68E5EA-9655-4794-84A5-3815E7807984}" dt="2026-02-20T15:44:45.940" v="1058" actId="20577"/>
        <pc:sldMkLst>
          <pc:docMk/>
          <pc:sldMk cId="1862159247" sldId="2145707355"/>
        </pc:sldMkLst>
        <pc:graphicFrameChg chg="modGraphic">
          <ac:chgData name="José Antonio Salas Arevalo" userId="52eac038-2794-4fce-b451-19a0c2689dcb" providerId="ADAL" clId="{7B68E5EA-9655-4794-84A5-3815E7807984}" dt="2026-02-20T15:44:45.940" v="1058" actId="20577"/>
          <ac:graphicFrameMkLst>
            <pc:docMk/>
            <pc:sldMk cId="1862159247" sldId="2145707355"/>
            <ac:graphicFrameMk id="5" creationId="{05AF7EEB-DBFC-937A-555C-FCE132C4FC69}"/>
          </ac:graphicFrameMkLst>
        </pc:graphicFrameChg>
      </pc:sldChg>
      <pc:sldChg chg="modSp mod modNotesTx">
        <pc:chgData name="José Antonio Salas Arevalo" userId="52eac038-2794-4fce-b451-19a0c2689dcb" providerId="ADAL" clId="{7B68E5EA-9655-4794-84A5-3815E7807984}" dt="2026-02-20T15:56:53.793" v="1104" actId="313"/>
        <pc:sldMkLst>
          <pc:docMk/>
          <pc:sldMk cId="1515710695" sldId="2145707356"/>
        </pc:sldMkLst>
        <pc:spChg chg="mod">
          <ac:chgData name="José Antonio Salas Arevalo" userId="52eac038-2794-4fce-b451-19a0c2689dcb" providerId="ADAL" clId="{7B68E5EA-9655-4794-84A5-3815E7807984}" dt="2026-02-20T15:55:51.844" v="1068" actId="20577"/>
          <ac:spMkLst>
            <pc:docMk/>
            <pc:sldMk cId="1515710695" sldId="2145707356"/>
            <ac:spMk id="4" creationId="{4358570A-A52F-6002-38E6-C0599ABEF6CB}"/>
          </ac:spMkLst>
        </pc:spChg>
      </pc:sldChg>
      <pc:sldChg chg="addSp modSp add mod ord">
        <pc:chgData name="José Antonio Salas Arevalo" userId="52eac038-2794-4fce-b451-19a0c2689dcb" providerId="ADAL" clId="{7B68E5EA-9655-4794-84A5-3815E7807984}" dt="2026-02-20T15:27:07.431" v="654" actId="20577"/>
        <pc:sldMkLst>
          <pc:docMk/>
          <pc:sldMk cId="20687702" sldId="2145707357"/>
        </pc:sldMkLst>
        <pc:spChg chg="add mod">
          <ac:chgData name="José Antonio Salas Arevalo" userId="52eac038-2794-4fce-b451-19a0c2689dcb" providerId="ADAL" clId="{7B68E5EA-9655-4794-84A5-3815E7807984}" dt="2026-02-20T15:27:07.431" v="654" actId="20577"/>
          <ac:spMkLst>
            <pc:docMk/>
            <pc:sldMk cId="20687702" sldId="2145707357"/>
            <ac:spMk id="4" creationId="{0E19AA52-472C-15D5-C66C-CDF31C84317F}"/>
          </ac:spMkLst>
        </pc:spChg>
      </pc:sldChg>
    </pc:docChg>
  </pc:docChgLst>
  <pc:docChgLst>
    <pc:chgData name="José Antonio Salas Arevalo" userId="52eac038-2794-4fce-b451-19a0c2689dcb" providerId="ADAL" clId="{A46A4026-D25E-4574-AC96-5E2316567B54}"/>
    <pc:docChg chg="undo custSel addSld delSld modSld sldOrd">
      <pc:chgData name="José Antonio Salas Arevalo" userId="52eac038-2794-4fce-b451-19a0c2689dcb" providerId="ADAL" clId="{A46A4026-D25E-4574-AC96-5E2316567B54}" dt="2026-02-20T09:00:27.821" v="1360" actId="14100"/>
      <pc:docMkLst>
        <pc:docMk/>
      </pc:docMkLst>
      <pc:sldChg chg="modSp mod">
        <pc:chgData name="José Antonio Salas Arevalo" userId="52eac038-2794-4fce-b451-19a0c2689dcb" providerId="ADAL" clId="{A46A4026-D25E-4574-AC96-5E2316567B54}" dt="2026-02-20T03:57:43.669" v="40" actId="20577"/>
        <pc:sldMkLst>
          <pc:docMk/>
          <pc:sldMk cId="918825591" sldId="2145707339"/>
        </pc:sldMkLst>
        <pc:spChg chg="mod">
          <ac:chgData name="José Antonio Salas Arevalo" userId="52eac038-2794-4fce-b451-19a0c2689dcb" providerId="ADAL" clId="{A46A4026-D25E-4574-AC96-5E2316567B54}" dt="2026-02-20T03:57:43.669" v="40" actId="20577"/>
          <ac:spMkLst>
            <pc:docMk/>
            <pc:sldMk cId="918825591" sldId="2145707339"/>
            <ac:spMk id="8" creationId="{15CDE1CE-57FA-42AA-36CD-79B0F98A0E8B}"/>
          </ac:spMkLst>
        </pc:spChg>
      </pc:sldChg>
      <pc:sldChg chg="addSp delSp modSp mod ord delAnim">
        <pc:chgData name="José Antonio Salas Arevalo" userId="52eac038-2794-4fce-b451-19a0c2689dcb" providerId="ADAL" clId="{A46A4026-D25E-4574-AC96-5E2316567B54}" dt="2026-02-20T08:11:03.839" v="964" actId="1037"/>
        <pc:sldMkLst>
          <pc:docMk/>
          <pc:sldMk cId="899824567" sldId="2145707345"/>
        </pc:sldMkLst>
        <pc:spChg chg="mod">
          <ac:chgData name="José Antonio Salas Arevalo" userId="52eac038-2794-4fce-b451-19a0c2689dcb" providerId="ADAL" clId="{A46A4026-D25E-4574-AC96-5E2316567B54}" dt="2026-02-20T05:16:59.292" v="639" actId="14100"/>
          <ac:spMkLst>
            <pc:docMk/>
            <pc:sldMk cId="899824567" sldId="2145707345"/>
            <ac:spMk id="2" creationId="{C17328E1-7659-3C18-183E-00A847DBD178}"/>
          </ac:spMkLst>
        </pc:spChg>
        <pc:graphicFrameChg chg="add mod modGraphic">
          <ac:chgData name="José Antonio Salas Arevalo" userId="52eac038-2794-4fce-b451-19a0c2689dcb" providerId="ADAL" clId="{A46A4026-D25E-4574-AC96-5E2316567B54}" dt="2026-02-20T04:47:36.800" v="429" actId="207"/>
          <ac:graphicFrameMkLst>
            <pc:docMk/>
            <pc:sldMk cId="899824567" sldId="2145707345"/>
            <ac:graphicFrameMk id="3" creationId="{5C4B2E3F-0F11-E5FC-EB0D-E46471C41E7F}"/>
          </ac:graphicFrameMkLst>
        </pc:graphicFrameChg>
      </pc:sldChg>
      <pc:sldChg chg="mod ord modShow">
        <pc:chgData name="José Antonio Salas Arevalo" userId="52eac038-2794-4fce-b451-19a0c2689dcb" providerId="ADAL" clId="{A46A4026-D25E-4574-AC96-5E2316567B54}" dt="2026-02-20T06:09:01.286" v="740"/>
        <pc:sldMkLst>
          <pc:docMk/>
          <pc:sldMk cId="2171105433" sldId="2145707346"/>
        </pc:sldMkLst>
      </pc:sldChg>
      <pc:sldChg chg="delSp add mod">
        <pc:chgData name="José Antonio Salas Arevalo" userId="52eac038-2794-4fce-b451-19a0c2689dcb" providerId="ADAL" clId="{A46A4026-D25E-4574-AC96-5E2316567B54}" dt="2026-02-20T07:17:21.494" v="935" actId="478"/>
        <pc:sldMkLst>
          <pc:docMk/>
          <pc:sldMk cId="2785525203" sldId="2145707347"/>
        </pc:sldMkLst>
      </pc:sldChg>
      <pc:sldChg chg="delSp add mod">
        <pc:chgData name="José Antonio Salas Arevalo" userId="52eac038-2794-4fce-b451-19a0c2689dcb" providerId="ADAL" clId="{A46A4026-D25E-4574-AC96-5E2316567B54}" dt="2026-02-20T07:17:27.301" v="936" actId="478"/>
        <pc:sldMkLst>
          <pc:docMk/>
          <pc:sldMk cId="3219693691" sldId="2145707348"/>
        </pc:sldMkLst>
      </pc:sldChg>
      <pc:sldChg chg="delSp modSp add mod">
        <pc:chgData name="José Antonio Salas Arevalo" userId="52eac038-2794-4fce-b451-19a0c2689dcb" providerId="ADAL" clId="{A46A4026-D25E-4574-AC96-5E2316567B54}" dt="2026-02-20T07:17:46.396" v="941" actId="1076"/>
        <pc:sldMkLst>
          <pc:docMk/>
          <pc:sldMk cId="964618600" sldId="2145707349"/>
        </pc:sldMkLst>
        <pc:graphicFrameChg chg="mod">
          <ac:chgData name="José Antonio Salas Arevalo" userId="52eac038-2794-4fce-b451-19a0c2689dcb" providerId="ADAL" clId="{A46A4026-D25E-4574-AC96-5E2316567B54}" dt="2026-02-20T07:17:46.396" v="941" actId="1076"/>
          <ac:graphicFrameMkLst>
            <pc:docMk/>
            <pc:sldMk cId="964618600" sldId="2145707349"/>
            <ac:graphicFrameMk id="6" creationId="{2A3801D1-3B08-F819-4D5D-FF0BC17812C7}"/>
          </ac:graphicFrameMkLst>
        </pc:graphicFrameChg>
      </pc:sldChg>
      <pc:sldChg chg="addSp delSp modSp add mod">
        <pc:chgData name="José Antonio Salas Arevalo" userId="52eac038-2794-4fce-b451-19a0c2689dcb" providerId="ADAL" clId="{A46A4026-D25E-4574-AC96-5E2316567B54}" dt="2026-02-20T08:27:23.919" v="1216" actId="115"/>
        <pc:sldMkLst>
          <pc:docMk/>
          <pc:sldMk cId="1580969086" sldId="2145707351"/>
        </pc:sldMkLst>
        <pc:spChg chg="add mod">
          <ac:chgData name="José Antonio Salas Arevalo" userId="52eac038-2794-4fce-b451-19a0c2689dcb" providerId="ADAL" clId="{A46A4026-D25E-4574-AC96-5E2316567B54}" dt="2026-02-20T08:27:23.919" v="1216" actId="115"/>
          <ac:spMkLst>
            <pc:docMk/>
            <pc:sldMk cId="1580969086" sldId="2145707351"/>
            <ac:spMk id="3" creationId="{55658462-1E65-5600-1897-1F14E673B62A}"/>
          </ac:spMkLst>
        </pc:spChg>
      </pc:sldChg>
      <pc:sldChg chg="addSp delSp modSp add mod">
        <pc:chgData name="José Antonio Salas Arevalo" userId="52eac038-2794-4fce-b451-19a0c2689dcb" providerId="ADAL" clId="{A46A4026-D25E-4574-AC96-5E2316567B54}" dt="2026-02-20T08:26:56.343" v="1209" actId="115"/>
        <pc:sldMkLst>
          <pc:docMk/>
          <pc:sldMk cId="3134263909" sldId="2145707352"/>
        </pc:sldMkLst>
        <pc:spChg chg="add mod">
          <ac:chgData name="José Antonio Salas Arevalo" userId="52eac038-2794-4fce-b451-19a0c2689dcb" providerId="ADAL" clId="{A46A4026-D25E-4574-AC96-5E2316567B54}" dt="2026-02-20T08:26:56.343" v="1209" actId="115"/>
          <ac:spMkLst>
            <pc:docMk/>
            <pc:sldMk cId="3134263909" sldId="2145707352"/>
            <ac:spMk id="4" creationId="{5145D8E5-3DAF-7226-7143-234147902373}"/>
          </ac:spMkLst>
        </pc:spChg>
      </pc:sldChg>
      <pc:sldChg chg="modSp add mod ord">
        <pc:chgData name="José Antonio Salas Arevalo" userId="52eac038-2794-4fce-b451-19a0c2689dcb" providerId="ADAL" clId="{A46A4026-D25E-4574-AC96-5E2316567B54}" dt="2026-02-20T08:26:59.792" v="1210" actId="115"/>
        <pc:sldMkLst>
          <pc:docMk/>
          <pc:sldMk cId="863001943" sldId="2145707353"/>
        </pc:sldMkLst>
        <pc:spChg chg="mod">
          <ac:chgData name="José Antonio Salas Arevalo" userId="52eac038-2794-4fce-b451-19a0c2689dcb" providerId="ADAL" clId="{A46A4026-D25E-4574-AC96-5E2316567B54}" dt="2026-02-20T08:26:59.792" v="1210" actId="115"/>
          <ac:spMkLst>
            <pc:docMk/>
            <pc:sldMk cId="863001943" sldId="2145707353"/>
            <ac:spMk id="4" creationId="{2ABBC427-3FDC-F1DA-D934-95036D0F4596}"/>
          </ac:spMkLst>
        </pc:spChg>
      </pc:sldChg>
      <pc:sldChg chg="modSp add mod">
        <pc:chgData name="José Antonio Salas Arevalo" userId="52eac038-2794-4fce-b451-19a0c2689dcb" providerId="ADAL" clId="{A46A4026-D25E-4574-AC96-5E2316567B54}" dt="2026-02-20T08:26:52.428" v="1208" actId="115"/>
        <pc:sldMkLst>
          <pc:docMk/>
          <pc:sldMk cId="3241024350" sldId="2145707354"/>
        </pc:sldMkLst>
        <pc:spChg chg="mod">
          <ac:chgData name="José Antonio Salas Arevalo" userId="52eac038-2794-4fce-b451-19a0c2689dcb" providerId="ADAL" clId="{A46A4026-D25E-4574-AC96-5E2316567B54}" dt="2026-02-20T08:26:52.428" v="1208" actId="115"/>
          <ac:spMkLst>
            <pc:docMk/>
            <pc:sldMk cId="3241024350" sldId="2145707354"/>
            <ac:spMk id="4" creationId="{E535DB52-23D6-9D0F-633D-6A6F95EA0222}"/>
          </ac:spMkLst>
        </pc:spChg>
      </pc:sldChg>
      <pc:sldChg chg="addSp delSp modSp add mod">
        <pc:chgData name="José Antonio Salas Arevalo" userId="52eac038-2794-4fce-b451-19a0c2689dcb" providerId="ADAL" clId="{A46A4026-D25E-4574-AC96-5E2316567B54}" dt="2026-02-20T08:33:54.901" v="1324" actId="12385"/>
        <pc:sldMkLst>
          <pc:docMk/>
          <pc:sldMk cId="1862159247" sldId="2145707355"/>
        </pc:sldMkLst>
        <pc:spChg chg="add mod">
          <ac:chgData name="José Antonio Salas Arevalo" userId="52eac038-2794-4fce-b451-19a0c2689dcb" providerId="ADAL" clId="{A46A4026-D25E-4574-AC96-5E2316567B54}" dt="2026-02-20T08:33:16.812" v="1319" actId="14100"/>
          <ac:spMkLst>
            <pc:docMk/>
            <pc:sldMk cId="1862159247" sldId="2145707355"/>
            <ac:spMk id="3" creationId="{DA7EDADA-0108-50CB-19CA-3D3DB0B729DF}"/>
          </ac:spMkLst>
        </pc:spChg>
        <pc:graphicFrameChg chg="add mod modGraphic">
          <ac:chgData name="José Antonio Salas Arevalo" userId="52eac038-2794-4fce-b451-19a0c2689dcb" providerId="ADAL" clId="{A46A4026-D25E-4574-AC96-5E2316567B54}" dt="2026-02-20T08:33:54.901" v="1324" actId="12385"/>
          <ac:graphicFrameMkLst>
            <pc:docMk/>
            <pc:sldMk cId="1862159247" sldId="2145707355"/>
            <ac:graphicFrameMk id="5" creationId="{05AF7EEB-DBFC-937A-555C-FCE132C4FC69}"/>
          </ac:graphicFrameMkLst>
        </pc:graphicFrameChg>
      </pc:sldChg>
      <pc:sldChg chg="addSp delSp modSp add mod">
        <pc:chgData name="José Antonio Salas Arevalo" userId="52eac038-2794-4fce-b451-19a0c2689dcb" providerId="ADAL" clId="{A46A4026-D25E-4574-AC96-5E2316567B54}" dt="2026-02-20T09:00:27.821" v="1360" actId="14100"/>
        <pc:sldMkLst>
          <pc:docMk/>
          <pc:sldMk cId="1515710695" sldId="2145707356"/>
        </pc:sldMkLst>
        <pc:spChg chg="add mod">
          <ac:chgData name="José Antonio Salas Arevalo" userId="52eac038-2794-4fce-b451-19a0c2689dcb" providerId="ADAL" clId="{A46A4026-D25E-4574-AC96-5E2316567B54}" dt="2026-02-20T09:00:27.821" v="1360" actId="14100"/>
          <ac:spMkLst>
            <pc:docMk/>
            <pc:sldMk cId="1515710695" sldId="2145707356"/>
            <ac:spMk id="4" creationId="{4358570A-A52F-6002-38E6-C0599ABEF6CB}"/>
          </ac:spMkLst>
        </pc:spChg>
        <pc:picChg chg="add mod modCrop">
          <ac:chgData name="José Antonio Salas Arevalo" userId="52eac038-2794-4fce-b451-19a0c2689dcb" providerId="ADAL" clId="{A46A4026-D25E-4574-AC96-5E2316567B54}" dt="2026-02-20T09:00:22.838" v="1359" actId="1076"/>
          <ac:picMkLst>
            <pc:docMk/>
            <pc:sldMk cId="1515710695" sldId="2145707356"/>
            <ac:picMk id="7" creationId="{6BBEF5BF-5FC8-4E7F-9268-68FCE5E60D6E}"/>
          </ac:picMkLst>
        </pc:picChg>
      </pc:sldChg>
      <pc:sldMasterChg chg="delSldLayout">
        <pc:chgData name="José Antonio Salas Arevalo" userId="52eac038-2794-4fce-b451-19a0c2689dcb" providerId="ADAL" clId="{A46A4026-D25E-4574-AC96-5E2316567B54}" dt="2026-02-20T03:59:41.765" v="68" actId="47"/>
        <pc:sldMasterMkLst>
          <pc:docMk/>
          <pc:sldMasterMk cId="670169257" sldId="2147483676"/>
        </pc:sldMasterMkLst>
      </pc:sldMasterChg>
    </pc:docChg>
  </pc:docChgLst>
</pc:chgInfo>
</file>

<file path=ppt/comments/modernComment_7FE4E555_397EE9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78A975-5AD2-43E9-B162-6B68AA5C1087}" authorId="{D6248F39-B99B-8617-7333-CDDBE8C1220F}" created="2026-02-20T15:07:42.8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64618600" sldId="2145707349"/>
      <ac:graphicFrameMk id="4" creationId="{14E01E52-02F8-49AD-3E64-EDDD86F32EBE}"/>
    </ac:deMkLst>
    <p188:txBody>
      <a:bodyPr/>
      <a:lstStyle/>
      <a:p>
        <a:r>
          <a:rPr lang="es-EC"/>
          <a:t>Escala de Uso para Cuentas</a:t>
        </a:r>
      </a:p>
    </p188:txBody>
  </p188:cm>
  <p188:cm id="{A8DEEF45-CD74-474B-8C65-34D871B29891}" authorId="{D6248F39-B99B-8617-7333-CDDBE8C1220F}" created="2026-02-20T15:16:47.8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64618600" sldId="2145707349"/>
      <ac:graphicFrameMk id="3" creationId="{F4D93FFB-E923-4099-1CFB-3F30E942B178}"/>
    </ac:deMkLst>
    <p188:replyLst>
      <p188:reply id="{5D5C38FC-BF16-4755-9736-42CAEF486E89}" authorId="{D6248F39-B99B-8617-7333-CDDBE8C1220F}" created="2026-02-20T15:17:25.818">
        <p188:txBody>
          <a:bodyPr/>
          <a:lstStyle/>
          <a:p>
            <a:r>
              <a:rPr lang="es-EC"/>
              <a:t>Verificación si con la parte del rankeo es o no necesario la exclusión de movimientos</a:t>
            </a:r>
          </a:p>
        </p188:txBody>
      </p188:reply>
    </p188:replyLst>
    <p188:txBody>
      <a:bodyPr/>
      <a:lstStyle/>
      <a:p>
        <a:r>
          <a:rPr lang="es-EC"/>
          <a:t>Se debe incluir Movimientos de Seguro Desgravamen (SO)</a:t>
        </a:r>
      </a:p>
    </p188:txBody>
  </p188:cm>
  <p188:cm id="{1D65721A-2048-4F62-AB7E-5822C7D58867}" authorId="{D6248F39-B99B-8617-7333-CDDBE8C1220F}" created="2026-02-20T15:19:18.27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64618600" sldId="2145707349"/>
      <ac:graphicFrameMk id="4" creationId="{14E01E52-02F8-49AD-3E64-EDDD86F32EBE}"/>
    </ac:deMkLst>
    <p188:txBody>
      <a:bodyPr/>
      <a:lstStyle/>
      <a:p>
        <a:r>
          <a:rPr lang="es-EC"/>
          <a:t>Rankeo de Login en BV y BVE</a:t>
        </a:r>
      </a:p>
    </p188:txBody>
  </p188:cm>
  <p188:cm id="{A4E56300-85EF-4D90-BE2F-9EDCE06FF38D}" authorId="{D6248F39-B99B-8617-7333-CDDBE8C1220F}" created="2026-02-20T15:22:36.3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64618600" sldId="2145707349"/>
      <ac:graphicFrameMk id="4" creationId="{14E01E52-02F8-49AD-3E64-EDDD86F32EBE}"/>
    </ac:deMkLst>
    <p188:txBody>
      <a:bodyPr/>
      <a:lstStyle/>
      <a:p>
        <a:r>
          <a:rPr lang="es-EC"/>
          <a:t>Validar las transacciones sumando pagos de Post para verificar uso de tarjeta, Recaudos</a:t>
        </a:r>
      </a:p>
    </p188:txBody>
  </p188:cm>
  <p188:cm id="{3E0C0D2F-1AB8-4498-82FA-6F76219D244C}" authorId="{D6248F39-B99B-8617-7333-CDDBE8C1220F}" created="2026-02-20T15:25:04.07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64618600" sldId="2145707349"/>
      <ac:graphicFrameMk id="4" creationId="{14E01E52-02F8-49AD-3E64-EDDD86F32EBE}"/>
    </ac:deMkLst>
    <p188:txBody>
      <a:bodyPr/>
      <a:lstStyle/>
      <a:p>
        <a:r>
          <a:rPr lang="es-EC"/>
          <a:t>Validad Recaudos de Cuenta y de Tarjetas, Ahorro Meta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 dirty="0"/>
            <a:t>Productos</a:t>
          </a: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/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/>
        </a:p>
      </dgm:t>
    </dgm:pt>
    <dgm:pt modelId="{D5CC7BC0-399A-4FA1-9282-8E02243BD9DA}">
      <dgm:prSet phldrT="[Texto]" phldr="0"/>
      <dgm:spPr/>
      <dgm:t>
        <a:bodyPr/>
        <a:lstStyle/>
        <a:p>
          <a:r>
            <a:rPr lang="es-EC" dirty="0" err="1">
              <a:solidFill>
                <a:srgbClr val="150F41"/>
              </a:solidFill>
            </a:rPr>
            <a:t>Peigo</a:t>
          </a:r>
          <a:endParaRPr lang="es-EC" dirty="0">
            <a:solidFill>
              <a:srgbClr val="150F41"/>
            </a:solidFill>
          </a:endParaRPr>
        </a:p>
      </dgm:t>
    </dgm:pt>
    <dgm:pt modelId="{77DE0F50-91BD-47B0-82F2-905F09486430}" type="parTrans" cxnId="{1C054A4C-FE2D-46FB-B0E2-C91FC85755E0}">
      <dgm:prSet/>
      <dgm:spPr/>
      <dgm:t>
        <a:bodyPr/>
        <a:lstStyle/>
        <a:p>
          <a:endParaRPr lang="es-EC"/>
        </a:p>
      </dgm:t>
    </dgm:pt>
    <dgm:pt modelId="{6B4200AB-22F1-4917-A548-F0CC62565ABB}" type="sibTrans" cxnId="{1C054A4C-FE2D-46FB-B0E2-C91FC85755E0}">
      <dgm:prSet/>
      <dgm:spPr/>
      <dgm:t>
        <a:bodyPr/>
        <a:lstStyle/>
        <a:p>
          <a:endParaRPr lang="es-EC"/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/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/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/>
        </a:p>
      </dgm:t>
    </dgm:pt>
    <dgm:pt modelId="{F6D65D99-858C-4491-8350-4E38A536AD21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Crédito</a:t>
          </a:r>
        </a:p>
      </dgm:t>
    </dgm:pt>
    <dgm:pt modelId="{FEC150FD-CA24-4E50-97F1-E69E41EAECA7}" type="parTrans" cxnId="{6B282A65-641E-4798-B811-1AC8F94F44F5}">
      <dgm:prSet/>
      <dgm:spPr/>
      <dgm:t>
        <a:bodyPr/>
        <a:lstStyle/>
        <a:p>
          <a:endParaRPr lang="es-EC"/>
        </a:p>
      </dgm:t>
    </dgm:pt>
    <dgm:pt modelId="{15769C71-E077-44AB-965F-70D7B581EC38}" type="sibTrans" cxnId="{6B282A65-641E-4798-B811-1AC8F94F44F5}">
      <dgm:prSet/>
      <dgm:spPr/>
      <dgm:t>
        <a:bodyPr/>
        <a:lstStyle/>
        <a:p>
          <a:endParaRPr lang="es-EC"/>
        </a:p>
      </dgm:t>
    </dgm:pt>
    <dgm:pt modelId="{BC06D4EA-C00A-455B-A296-90B7D26E50BF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Cupo 0</a:t>
          </a:r>
        </a:p>
      </dgm:t>
    </dgm:pt>
    <dgm:pt modelId="{1088B713-D373-4F76-B98B-B75395D41BA2}" type="parTrans" cxnId="{72C4DCA9-69DE-411B-B9C2-7B74C9048EBC}">
      <dgm:prSet/>
      <dgm:spPr/>
      <dgm:t>
        <a:bodyPr/>
        <a:lstStyle/>
        <a:p>
          <a:endParaRPr lang="es-EC"/>
        </a:p>
      </dgm:t>
    </dgm:pt>
    <dgm:pt modelId="{640074BF-093A-4037-A45A-F35FD66C4B67}" type="sibTrans" cxnId="{72C4DCA9-69DE-411B-B9C2-7B74C9048EBC}">
      <dgm:prSet/>
      <dgm:spPr/>
      <dgm:t>
        <a:bodyPr/>
        <a:lstStyle/>
        <a:p>
          <a:endParaRPr lang="es-EC"/>
        </a:p>
      </dgm:t>
    </dgm:pt>
    <dgm:pt modelId="{7FA6DCDB-7840-414E-A2DC-34707D6C010C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Amiga</a:t>
          </a:r>
        </a:p>
      </dgm:t>
    </dgm:pt>
    <dgm:pt modelId="{BC517616-6D60-41B4-A1E9-EF3BB38B7FA6}" type="parTrans" cxnId="{A5E3A0DE-3F29-45DF-B3C9-345FA27E2BAE}">
      <dgm:prSet/>
      <dgm:spPr/>
      <dgm:t>
        <a:bodyPr/>
        <a:lstStyle/>
        <a:p>
          <a:endParaRPr lang="es-EC"/>
        </a:p>
      </dgm:t>
    </dgm:pt>
    <dgm:pt modelId="{81C5B1B1-C736-4F61-B4D2-15979B594143}" type="sibTrans" cxnId="{A5E3A0DE-3F29-45DF-B3C9-345FA27E2BAE}">
      <dgm:prSet/>
      <dgm:spPr/>
      <dgm:t>
        <a:bodyPr/>
        <a:lstStyle/>
        <a:p>
          <a:endParaRPr lang="es-EC"/>
        </a:p>
      </dgm:t>
    </dgm:pt>
    <dgm:pt modelId="{08AE5005-3581-4A97-BECF-0CCE44B4D53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Ahorro</a:t>
          </a:r>
        </a:p>
      </dgm:t>
    </dgm:pt>
    <dgm:pt modelId="{A004AE72-6A2F-4DC1-86AA-9DD6EF4528AF}" type="parTrans" cxnId="{AEB8F02E-B8EC-45B2-A23C-A943F8742FDE}">
      <dgm:prSet/>
      <dgm:spPr/>
      <dgm:t>
        <a:bodyPr/>
        <a:lstStyle/>
        <a:p>
          <a:endParaRPr lang="es-EC"/>
        </a:p>
      </dgm:t>
    </dgm:pt>
    <dgm:pt modelId="{ECAF6E8F-2852-43EE-B9C4-41442144A0FC}" type="sibTrans" cxnId="{AEB8F02E-B8EC-45B2-A23C-A943F8742FDE}">
      <dgm:prSet/>
      <dgm:spPr/>
      <dgm:t>
        <a:bodyPr/>
        <a:lstStyle/>
        <a:p>
          <a:endParaRPr lang="es-EC"/>
        </a:p>
      </dgm:t>
    </dgm:pt>
    <dgm:pt modelId="{4ACE4D20-0AD1-48A9-9ACB-1F5C46BC0BD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Corriente</a:t>
          </a:r>
        </a:p>
      </dgm:t>
    </dgm:pt>
    <dgm:pt modelId="{07B6C525-6C33-4AE8-B387-9234D98AC7A5}" type="parTrans" cxnId="{049CF7CC-B208-4A72-A5C2-87DD58BA822A}">
      <dgm:prSet/>
      <dgm:spPr/>
      <dgm:t>
        <a:bodyPr/>
        <a:lstStyle/>
        <a:p>
          <a:endParaRPr lang="es-EC"/>
        </a:p>
      </dgm:t>
    </dgm:pt>
    <dgm:pt modelId="{D43DB4CE-5FDD-4F07-B46D-1A1C7495C161}" type="sibTrans" cxnId="{049CF7CC-B208-4A72-A5C2-87DD58BA822A}">
      <dgm:prSet/>
      <dgm:spPr/>
      <dgm:t>
        <a:bodyPr/>
        <a:lstStyle/>
        <a:p>
          <a:endParaRPr lang="es-EC"/>
        </a:p>
      </dgm:t>
    </dgm:pt>
    <dgm:pt modelId="{D703D4E3-80AC-43B7-BB5D-6236C00A0C8E}">
      <dgm:prSet phldrT="[Texto]" phldr="0"/>
      <dgm:spPr/>
      <dgm:t>
        <a:bodyPr/>
        <a:lstStyle/>
        <a:p>
          <a:r>
            <a:rPr lang="es-EC" dirty="0" err="1">
              <a:solidFill>
                <a:srgbClr val="150F41"/>
              </a:solidFill>
            </a:rPr>
            <a:t>Aho.Inversión</a:t>
          </a:r>
          <a:endParaRPr lang="es-EC" dirty="0">
            <a:solidFill>
              <a:srgbClr val="150F41"/>
            </a:solidFill>
          </a:endParaRPr>
        </a:p>
      </dgm:t>
    </dgm:pt>
    <dgm:pt modelId="{C5F0EE40-EBE4-45F5-B1FC-726A9F1B0F73}" type="parTrans" cxnId="{3001B6E0-5A1B-4107-95CB-12E9DCC99663}">
      <dgm:prSet/>
      <dgm:spPr/>
      <dgm:t>
        <a:bodyPr/>
        <a:lstStyle/>
        <a:p>
          <a:endParaRPr lang="es-EC"/>
        </a:p>
      </dgm:t>
    </dgm:pt>
    <dgm:pt modelId="{AA9F861D-93CE-4011-9A92-B54BA4C37D2E}" type="sibTrans" cxnId="{3001B6E0-5A1B-4107-95CB-12E9DCC99663}">
      <dgm:prSet/>
      <dgm:spPr/>
      <dgm:t>
        <a:bodyPr/>
        <a:lstStyle/>
        <a:p>
          <a:endParaRPr lang="es-EC"/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/>
            <a:t>Seguros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/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/>
        </a:p>
      </dgm:t>
    </dgm:pt>
    <dgm:pt modelId="{5821FB8A-5877-43A9-875B-26B9C487ACC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Consumo</a:t>
          </a:r>
        </a:p>
      </dgm:t>
    </dgm:pt>
    <dgm:pt modelId="{90CBA59F-7D7C-4C75-9B0F-F5F15E07117F}" type="parTrans" cxnId="{41EF1B5F-D09D-4F71-8417-C286285C9568}">
      <dgm:prSet/>
      <dgm:spPr/>
      <dgm:t>
        <a:bodyPr/>
        <a:lstStyle/>
        <a:p>
          <a:endParaRPr lang="es-EC"/>
        </a:p>
      </dgm:t>
    </dgm:pt>
    <dgm:pt modelId="{D3D15590-51C2-44EF-AC9C-F94F0FCCB8B6}" type="sibTrans" cxnId="{41EF1B5F-D09D-4F71-8417-C286285C9568}">
      <dgm:prSet/>
      <dgm:spPr/>
      <dgm:t>
        <a:bodyPr/>
        <a:lstStyle/>
        <a:p>
          <a:endParaRPr lang="es-EC"/>
        </a:p>
      </dgm:t>
    </dgm:pt>
    <dgm:pt modelId="{B56DF796-4577-4EAC-93C2-6935751BE25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Comercial</a:t>
          </a:r>
        </a:p>
      </dgm:t>
    </dgm:pt>
    <dgm:pt modelId="{E9C31236-41E3-4D93-86D6-120F41639747}" type="parTrans" cxnId="{F8DB03AF-B784-48A9-AE53-EF0646F0505B}">
      <dgm:prSet/>
      <dgm:spPr/>
      <dgm:t>
        <a:bodyPr/>
        <a:lstStyle/>
        <a:p>
          <a:endParaRPr lang="es-EC"/>
        </a:p>
      </dgm:t>
    </dgm:pt>
    <dgm:pt modelId="{7891076A-C6C8-4A60-A70F-5BC6A31F5F3B}" type="sibTrans" cxnId="{F8DB03AF-B784-48A9-AE53-EF0646F0505B}">
      <dgm:prSet/>
      <dgm:spPr/>
      <dgm:t>
        <a:bodyPr/>
        <a:lstStyle/>
        <a:p>
          <a:endParaRPr lang="es-EC"/>
        </a:p>
      </dgm:t>
    </dgm:pt>
    <dgm:pt modelId="{9E6C4194-C2AC-49CA-B1BE-485970A30476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Educativo</a:t>
          </a:r>
        </a:p>
      </dgm:t>
    </dgm:pt>
    <dgm:pt modelId="{123BE4C2-2740-48F1-A672-BED1CFEF1A55}" type="parTrans" cxnId="{99B37A96-C7E4-4FFE-AE1C-0B928899CCF5}">
      <dgm:prSet/>
      <dgm:spPr/>
      <dgm:t>
        <a:bodyPr/>
        <a:lstStyle/>
        <a:p>
          <a:endParaRPr lang="es-EC"/>
        </a:p>
      </dgm:t>
    </dgm:pt>
    <dgm:pt modelId="{9CCDDAAC-1088-4C90-ADDE-D6CCD26B0E7F}" type="sibTrans" cxnId="{99B37A96-C7E4-4FFE-AE1C-0B928899CCF5}">
      <dgm:prSet/>
      <dgm:spPr/>
      <dgm:t>
        <a:bodyPr/>
        <a:lstStyle/>
        <a:p>
          <a:endParaRPr lang="es-EC"/>
        </a:p>
      </dgm:t>
    </dgm:pt>
    <dgm:pt modelId="{8EC7E3C2-D2EB-4D76-988B-B2A9666017D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Hipotecario</a:t>
          </a:r>
        </a:p>
      </dgm:t>
    </dgm:pt>
    <dgm:pt modelId="{8D49C22C-79DA-4F3A-AEAD-6714A7BAFF19}" type="parTrans" cxnId="{5EB7DF8D-7BF8-4C6E-BDD6-8100ECD9AA7A}">
      <dgm:prSet/>
      <dgm:spPr/>
      <dgm:t>
        <a:bodyPr/>
        <a:lstStyle/>
        <a:p>
          <a:endParaRPr lang="es-EC"/>
        </a:p>
      </dgm:t>
    </dgm:pt>
    <dgm:pt modelId="{464A0BE2-DEF7-417E-9E85-C09FA6EB1044}" type="sibTrans" cxnId="{5EB7DF8D-7BF8-4C6E-BDD6-8100ECD9AA7A}">
      <dgm:prSet/>
      <dgm:spPr/>
      <dgm:t>
        <a:bodyPr/>
        <a:lstStyle/>
        <a:p>
          <a:endParaRPr lang="es-EC"/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/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/>
        </a:p>
      </dgm:t>
    </dgm:pt>
    <dgm:pt modelId="{4F28903C-A6C9-4863-BB2A-43AED4B9C37B}">
      <dgm:prSet phldrT="[Texto]" phldr="0"/>
      <dgm:spPr/>
      <dgm:t>
        <a:bodyPr/>
        <a:lstStyle/>
        <a:p>
          <a:r>
            <a:rPr lang="es-EC" dirty="0"/>
            <a:t>Servicios</a:t>
          </a:r>
        </a:p>
      </dgm:t>
    </dgm:pt>
    <dgm:pt modelId="{86C76375-759C-430F-8C04-D9FE85D3E0BB}" type="parTrans" cxnId="{C348EA80-26EC-42A7-A79E-25B4312BC4F3}">
      <dgm:prSet/>
      <dgm:spPr/>
      <dgm:t>
        <a:bodyPr/>
        <a:lstStyle/>
        <a:p>
          <a:endParaRPr lang="es-EC"/>
        </a:p>
      </dgm:t>
    </dgm:pt>
    <dgm:pt modelId="{B8DD7159-E45E-49FB-AD54-E66760F599F9}" type="sibTrans" cxnId="{C348EA80-26EC-42A7-A79E-25B4312BC4F3}">
      <dgm:prSet/>
      <dgm:spPr/>
      <dgm:t>
        <a:bodyPr/>
        <a:lstStyle/>
        <a:p>
          <a:endParaRPr lang="es-EC"/>
        </a:p>
      </dgm:t>
    </dgm:pt>
    <dgm:pt modelId="{69C3C36C-E5CC-4A23-B842-F7ADB4F0B186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Ahorro Meta</a:t>
          </a:r>
        </a:p>
      </dgm:t>
    </dgm:pt>
    <dgm:pt modelId="{E2BEE4B6-C1A1-4A2D-A761-968A2D1121C6}" type="parTrans" cxnId="{D1AF3919-5502-491E-BBCE-EE8853B6DC0C}">
      <dgm:prSet/>
      <dgm:spPr/>
      <dgm:t>
        <a:bodyPr/>
        <a:lstStyle/>
        <a:p>
          <a:endParaRPr lang="es-EC"/>
        </a:p>
      </dgm:t>
    </dgm:pt>
    <dgm:pt modelId="{1C8BB3DB-02C6-41FC-9FC6-D56452A0969D}" type="sibTrans" cxnId="{D1AF3919-5502-491E-BBCE-EE8853B6DC0C}">
      <dgm:prSet/>
      <dgm:spPr/>
      <dgm:t>
        <a:bodyPr/>
        <a:lstStyle/>
        <a:p>
          <a:endParaRPr lang="es-EC"/>
        </a:p>
      </dgm:t>
    </dgm:pt>
    <dgm:pt modelId="{279C189A-06F2-43CF-B5A5-E89F36F848E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Nómina</a:t>
          </a:r>
        </a:p>
      </dgm:t>
    </dgm:pt>
    <dgm:pt modelId="{AE0CC12A-8B26-484E-AA07-8C88D1D017AA}" type="parTrans" cxnId="{E7F7D40F-215F-4CD0-856B-D5B800D5926C}">
      <dgm:prSet/>
      <dgm:spPr/>
      <dgm:t>
        <a:bodyPr/>
        <a:lstStyle/>
        <a:p>
          <a:endParaRPr lang="es-EC"/>
        </a:p>
      </dgm:t>
    </dgm:pt>
    <dgm:pt modelId="{2F241F55-BD09-4D6C-AD8B-C1C4C99D2D16}" type="sibTrans" cxnId="{E7F7D40F-215F-4CD0-856B-D5B800D5926C}">
      <dgm:prSet/>
      <dgm:spPr/>
      <dgm:t>
        <a:bodyPr/>
        <a:lstStyle/>
        <a:p>
          <a:endParaRPr lang="es-EC"/>
        </a:p>
      </dgm:t>
    </dgm:pt>
    <dgm:pt modelId="{BF1A8830-6600-4079-9907-EC2B2AFB2113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*Crédito DH</a:t>
          </a:r>
        </a:p>
      </dgm:t>
    </dgm:pt>
    <dgm:pt modelId="{B8A6E210-3D1F-468B-BD06-85B17F9AB552}" type="parTrans" cxnId="{F2A0ED8B-F3E0-40B5-8E8E-CAFF576907D3}">
      <dgm:prSet/>
      <dgm:spPr/>
      <dgm:t>
        <a:bodyPr/>
        <a:lstStyle/>
        <a:p>
          <a:endParaRPr lang="es-EC"/>
        </a:p>
      </dgm:t>
    </dgm:pt>
    <dgm:pt modelId="{8F56ABFD-B8FE-40BB-B312-FC16D83CD91F}" type="sibTrans" cxnId="{F2A0ED8B-F3E0-40B5-8E8E-CAFF576907D3}">
      <dgm:prSet/>
      <dgm:spPr/>
      <dgm:t>
        <a:bodyPr/>
        <a:lstStyle/>
        <a:p>
          <a:endParaRPr lang="es-EC"/>
        </a:p>
      </dgm:t>
    </dgm:pt>
    <dgm:pt modelId="{663F485F-149A-43CE-90EE-939AFDE4FBE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Confirming</a:t>
          </a:r>
        </a:p>
      </dgm:t>
    </dgm:pt>
    <dgm:pt modelId="{6E00B489-6825-4F79-AAF6-ADC76498986E}" type="parTrans" cxnId="{2FE09C25-C66D-4EC5-9159-C525AA61F816}">
      <dgm:prSet/>
      <dgm:spPr/>
      <dgm:t>
        <a:bodyPr/>
        <a:lstStyle/>
        <a:p>
          <a:endParaRPr lang="es-EC"/>
        </a:p>
      </dgm:t>
    </dgm:pt>
    <dgm:pt modelId="{696E035A-82D7-4FA9-B49A-563D058019A2}" type="sibTrans" cxnId="{2FE09C25-C66D-4EC5-9159-C525AA61F816}">
      <dgm:prSet/>
      <dgm:spPr/>
      <dgm:t>
        <a:bodyPr/>
        <a:lstStyle/>
        <a:p>
          <a:endParaRPr lang="es-EC"/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/>
            <a:t>Créditos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/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/>
        </a:p>
      </dgm:t>
    </dgm:pt>
    <dgm:pt modelId="{7AFAD916-0B3E-4141-9546-EF644C75C7D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Voluntarios</a:t>
          </a:r>
        </a:p>
      </dgm:t>
    </dgm:pt>
    <dgm:pt modelId="{D1D1B209-31AA-46C8-BA21-F3B9CF8FE9FB}" type="parTrans" cxnId="{1DF5A08E-589B-4D52-8BC8-19AC2BE17C28}">
      <dgm:prSet/>
      <dgm:spPr/>
      <dgm:t>
        <a:bodyPr/>
        <a:lstStyle/>
        <a:p>
          <a:endParaRPr lang="es-EC"/>
        </a:p>
      </dgm:t>
    </dgm:pt>
    <dgm:pt modelId="{3989527C-439F-4CDD-A951-52296F973D86}" type="sibTrans" cxnId="{1DF5A08E-589B-4D52-8BC8-19AC2BE17C28}">
      <dgm:prSet/>
      <dgm:spPr/>
      <dgm:t>
        <a:bodyPr/>
        <a:lstStyle/>
        <a:p>
          <a:endParaRPr lang="es-EC"/>
        </a:p>
      </dgm:t>
    </dgm:pt>
    <dgm:pt modelId="{9E22FAF0-FF7E-4884-94A7-F2B8FFBB5A5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Obligatorios</a:t>
          </a:r>
        </a:p>
      </dgm:t>
    </dgm:pt>
    <dgm:pt modelId="{D5E1256A-7804-4A1B-9CE0-8C476EAC6D6B}" type="parTrans" cxnId="{C09DC830-BD83-4B7C-A407-5B02C3A0986D}">
      <dgm:prSet/>
      <dgm:spPr/>
      <dgm:t>
        <a:bodyPr/>
        <a:lstStyle/>
        <a:p>
          <a:endParaRPr lang="es-EC"/>
        </a:p>
      </dgm:t>
    </dgm:pt>
    <dgm:pt modelId="{08A8FAC0-F035-4478-9763-893CD85C1319}" type="sibTrans" cxnId="{C09DC830-BD83-4B7C-A407-5B02C3A0986D}">
      <dgm:prSet/>
      <dgm:spPr/>
      <dgm:t>
        <a:bodyPr/>
        <a:lstStyle/>
        <a:p>
          <a:endParaRPr lang="es-EC"/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/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/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/>
        </a:p>
      </dgm:t>
    </dgm:pt>
    <dgm:pt modelId="{47E5BE65-B25F-4E96-B9CB-E8FAE5DD7E44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Micro</a:t>
          </a:r>
        </a:p>
      </dgm:t>
    </dgm:pt>
    <dgm:pt modelId="{FE0B849B-A259-445D-98B6-A27704E3CFCF}" type="parTrans" cxnId="{D51DA566-7B02-4DC6-ACDE-E73D31B45588}">
      <dgm:prSet/>
      <dgm:spPr/>
      <dgm:t>
        <a:bodyPr/>
        <a:lstStyle/>
        <a:p>
          <a:endParaRPr lang="es-EC"/>
        </a:p>
      </dgm:t>
    </dgm:pt>
    <dgm:pt modelId="{23CC23C7-9600-481A-B5F0-4F542A607337}" type="sibTrans" cxnId="{D51DA566-7B02-4DC6-ACDE-E73D31B45588}">
      <dgm:prSet/>
      <dgm:spPr/>
      <dgm:t>
        <a:bodyPr/>
        <a:lstStyle/>
        <a:p>
          <a:endParaRPr lang="es-EC"/>
        </a:p>
      </dgm:t>
    </dgm:pt>
    <dgm:pt modelId="{F9761145-AC0C-4403-8E44-69ED36FDA9D5}">
      <dgm:prSet phldrT="[Texto]" phldr="0"/>
      <dgm:spPr/>
      <dgm:t>
        <a:bodyPr/>
        <a:lstStyle/>
        <a:p>
          <a:r>
            <a:rPr lang="es-EC" baseline="0" dirty="0">
              <a:solidFill>
                <a:schemeClr val="bg1">
                  <a:lumMod val="95000"/>
                </a:schemeClr>
              </a:solidFill>
            </a:rPr>
            <a:t>Póliza</a:t>
          </a:r>
        </a:p>
      </dgm:t>
    </dgm:pt>
    <dgm:pt modelId="{BCCAAA6F-8BD8-4DAB-9BF9-38A9C608DF05}" type="parTrans" cxnId="{4FEBF2BB-B0B7-4621-9DDA-CBFD130950DF}">
      <dgm:prSet/>
      <dgm:spPr/>
      <dgm:t>
        <a:bodyPr/>
        <a:lstStyle/>
        <a:p>
          <a:endParaRPr lang="es-EC"/>
        </a:p>
      </dgm:t>
    </dgm:pt>
    <dgm:pt modelId="{1FE38B31-358A-4564-BE0D-2C1A78CC8E70}" type="sibTrans" cxnId="{4FEBF2BB-B0B7-4621-9DDA-CBFD130950DF}">
      <dgm:prSet/>
      <dgm:spPr/>
      <dgm:t>
        <a:bodyPr/>
        <a:lstStyle/>
        <a:p>
          <a:endParaRPr lang="es-EC"/>
        </a:p>
      </dgm:t>
    </dgm:pt>
    <dgm:pt modelId="{C0E2D71C-FFA2-4777-957A-123AA3C34A71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Inversión</a:t>
          </a:r>
          <a:endParaRPr lang="es-EC" dirty="0">
            <a:solidFill>
              <a:srgbClr val="150F41"/>
            </a:solidFill>
          </a:endParaRPr>
        </a:p>
      </dgm:t>
    </dgm:pt>
    <dgm:pt modelId="{FAAB12E2-8CAD-4F51-BD04-4717B6185D26}" type="parTrans" cxnId="{2FBD3053-124A-47BB-A5FF-07349290F2BA}">
      <dgm:prSet/>
      <dgm:spPr/>
      <dgm:t>
        <a:bodyPr/>
        <a:lstStyle/>
        <a:p>
          <a:endParaRPr lang="es-EC"/>
        </a:p>
      </dgm:t>
    </dgm:pt>
    <dgm:pt modelId="{00314CA6-1190-4F10-A475-1BA7B9FAFE5E}" type="sibTrans" cxnId="{2FBD3053-124A-47BB-A5FF-07349290F2BA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6"/>
      <dgm:spPr/>
    </dgm:pt>
    <dgm:pt modelId="{81E432F6-3EF7-4549-811C-B578FA37B5ED}" type="pres">
      <dgm:prSet presAssocID="{DC92EE81-E160-409C-8D57-13731F9F37AC}" presName="connTx" presStyleLbl="parChTrans1D2" presStyleIdx="0" presStyleCnt="6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6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25457684-6A6A-46B1-BEFA-440DA349A4E1}" type="pres">
      <dgm:prSet presAssocID="{BC517616-6D60-41B4-A1E9-EF3BB38B7FA6}" presName="conn2-1" presStyleLbl="parChTrans1D3" presStyleIdx="0" presStyleCnt="20"/>
      <dgm:spPr/>
    </dgm:pt>
    <dgm:pt modelId="{BD65CC17-314D-4592-BB6E-D178C94F5A9C}" type="pres">
      <dgm:prSet presAssocID="{BC517616-6D60-41B4-A1E9-EF3BB38B7FA6}" presName="connTx" presStyleLbl="parChTrans1D3" presStyleIdx="0" presStyleCnt="20"/>
      <dgm:spPr/>
    </dgm:pt>
    <dgm:pt modelId="{55C8CA33-082C-4B82-8A53-827A77C4078E}" type="pres">
      <dgm:prSet presAssocID="{7FA6DCDB-7840-414E-A2DC-34707D6C010C}" presName="root2" presStyleCnt="0"/>
      <dgm:spPr/>
    </dgm:pt>
    <dgm:pt modelId="{5BB8511B-BEEB-4D95-9928-1B6F31389179}" type="pres">
      <dgm:prSet presAssocID="{7FA6DCDB-7840-414E-A2DC-34707D6C010C}" presName="LevelTwoTextNode" presStyleLbl="node3" presStyleIdx="0" presStyleCnt="20">
        <dgm:presLayoutVars>
          <dgm:chPref val="3"/>
        </dgm:presLayoutVars>
      </dgm:prSet>
      <dgm:spPr/>
    </dgm:pt>
    <dgm:pt modelId="{7547BC9F-2A72-4AE4-BE3E-5AEEB03D4ECA}" type="pres">
      <dgm:prSet presAssocID="{7FA6DCDB-7840-414E-A2DC-34707D6C010C}" presName="level3hierChild" presStyleCnt="0"/>
      <dgm:spPr/>
    </dgm:pt>
    <dgm:pt modelId="{0BFB8105-4697-4547-9449-F2D6976200F3}" type="pres">
      <dgm:prSet presAssocID="{77DE0F50-91BD-47B0-82F2-905F09486430}" presName="conn2-1" presStyleLbl="parChTrans1D3" presStyleIdx="1" presStyleCnt="20"/>
      <dgm:spPr/>
    </dgm:pt>
    <dgm:pt modelId="{0FF4104E-AE60-4D11-8A99-EF8A73225F34}" type="pres">
      <dgm:prSet presAssocID="{77DE0F50-91BD-47B0-82F2-905F09486430}" presName="connTx" presStyleLbl="parChTrans1D3" presStyleIdx="1" presStyleCnt="20"/>
      <dgm:spPr/>
    </dgm:pt>
    <dgm:pt modelId="{4F1F72D7-F86A-44CA-8AA6-859FE0E5FD94}" type="pres">
      <dgm:prSet presAssocID="{D5CC7BC0-399A-4FA1-9282-8E02243BD9DA}" presName="root2" presStyleCnt="0"/>
      <dgm:spPr/>
    </dgm:pt>
    <dgm:pt modelId="{27B4AF17-3646-481D-A3F4-26A127527259}" type="pres">
      <dgm:prSet presAssocID="{D5CC7BC0-399A-4FA1-9282-8E02243BD9DA}" presName="LevelTwoTextNode" presStyleLbl="node3" presStyleIdx="1" presStyleCnt="20">
        <dgm:presLayoutVars>
          <dgm:chPref val="3"/>
        </dgm:presLayoutVars>
      </dgm:prSet>
      <dgm:spPr/>
    </dgm:pt>
    <dgm:pt modelId="{8FB85D30-54AF-4DBB-839D-B9612212C25D}" type="pres">
      <dgm:prSet presAssocID="{D5CC7BC0-399A-4FA1-9282-8E02243BD9DA}" presName="level3hierChild" presStyleCnt="0"/>
      <dgm:spPr/>
    </dgm:pt>
    <dgm:pt modelId="{22D0EEAC-F1C3-4BAD-B8D4-AFFC576382CC}" type="pres">
      <dgm:prSet presAssocID="{A004AE72-6A2F-4DC1-86AA-9DD6EF4528AF}" presName="conn2-1" presStyleLbl="parChTrans1D3" presStyleIdx="2" presStyleCnt="20"/>
      <dgm:spPr/>
    </dgm:pt>
    <dgm:pt modelId="{D7E8F901-BAA6-4D2C-8C3C-C991500CB493}" type="pres">
      <dgm:prSet presAssocID="{A004AE72-6A2F-4DC1-86AA-9DD6EF4528AF}" presName="connTx" presStyleLbl="parChTrans1D3" presStyleIdx="2" presStyleCnt="20"/>
      <dgm:spPr/>
    </dgm:pt>
    <dgm:pt modelId="{A5377155-182C-41DB-A847-6D0A7A70F8C2}" type="pres">
      <dgm:prSet presAssocID="{08AE5005-3581-4A97-BECF-0CCE44B4D53E}" presName="root2" presStyleCnt="0"/>
      <dgm:spPr/>
    </dgm:pt>
    <dgm:pt modelId="{0647BFC3-B5D7-4EAF-82AD-3EB8CC090092}" type="pres">
      <dgm:prSet presAssocID="{08AE5005-3581-4A97-BECF-0CCE44B4D53E}" presName="LevelTwoTextNode" presStyleLbl="node3" presStyleIdx="2" presStyleCnt="20">
        <dgm:presLayoutVars>
          <dgm:chPref val="3"/>
        </dgm:presLayoutVars>
      </dgm:prSet>
      <dgm:spPr/>
    </dgm:pt>
    <dgm:pt modelId="{476CC316-13E2-4EF5-AE53-5F1A492C1435}" type="pres">
      <dgm:prSet presAssocID="{08AE5005-3581-4A97-BECF-0CCE44B4D53E}" presName="level3hierChild" presStyleCnt="0"/>
      <dgm:spPr/>
    </dgm:pt>
    <dgm:pt modelId="{04620BEB-0EEC-4835-AA29-7DE825A6C113}" type="pres">
      <dgm:prSet presAssocID="{07B6C525-6C33-4AE8-B387-9234D98AC7A5}" presName="conn2-1" presStyleLbl="parChTrans1D3" presStyleIdx="3" presStyleCnt="20"/>
      <dgm:spPr/>
    </dgm:pt>
    <dgm:pt modelId="{467D43A1-A466-4F0B-8178-6DB8BDC76B8C}" type="pres">
      <dgm:prSet presAssocID="{07B6C525-6C33-4AE8-B387-9234D98AC7A5}" presName="connTx" presStyleLbl="parChTrans1D3" presStyleIdx="3" presStyleCnt="20"/>
      <dgm:spPr/>
    </dgm:pt>
    <dgm:pt modelId="{27ADA6B8-28D4-4DC7-8CAE-84C3338FD0E3}" type="pres">
      <dgm:prSet presAssocID="{4ACE4D20-0AD1-48A9-9ACB-1F5C46BC0BDA}" presName="root2" presStyleCnt="0"/>
      <dgm:spPr/>
    </dgm:pt>
    <dgm:pt modelId="{E8145716-6D58-4345-8073-80600F1C9F42}" type="pres">
      <dgm:prSet presAssocID="{4ACE4D20-0AD1-48A9-9ACB-1F5C46BC0BDA}" presName="LevelTwoTextNode" presStyleLbl="node3" presStyleIdx="3" presStyleCnt="20">
        <dgm:presLayoutVars>
          <dgm:chPref val="3"/>
        </dgm:presLayoutVars>
      </dgm:prSet>
      <dgm:spPr/>
    </dgm:pt>
    <dgm:pt modelId="{7FBFB347-9C8B-46DF-B940-6A4AB17487BE}" type="pres">
      <dgm:prSet presAssocID="{4ACE4D20-0AD1-48A9-9ACB-1F5C46BC0BDA}" presName="level3hierChild" presStyleCnt="0"/>
      <dgm:spPr/>
    </dgm:pt>
    <dgm:pt modelId="{F226263A-149C-45EB-8D74-9D5F16BB2DF3}" type="pres">
      <dgm:prSet presAssocID="{C5F0EE40-EBE4-45F5-B1FC-726A9F1B0F73}" presName="conn2-1" presStyleLbl="parChTrans1D3" presStyleIdx="4" presStyleCnt="20"/>
      <dgm:spPr/>
    </dgm:pt>
    <dgm:pt modelId="{ED327FEE-4425-4C58-876D-54DE2191A0F8}" type="pres">
      <dgm:prSet presAssocID="{C5F0EE40-EBE4-45F5-B1FC-726A9F1B0F73}" presName="connTx" presStyleLbl="parChTrans1D3" presStyleIdx="4" presStyleCnt="20"/>
      <dgm:spPr/>
    </dgm:pt>
    <dgm:pt modelId="{36AD5031-8C3A-4BD8-999D-33560AEE625A}" type="pres">
      <dgm:prSet presAssocID="{D703D4E3-80AC-43B7-BB5D-6236C00A0C8E}" presName="root2" presStyleCnt="0"/>
      <dgm:spPr/>
    </dgm:pt>
    <dgm:pt modelId="{A393CB0A-BEF7-4DB8-81E5-1154DE861CF6}" type="pres">
      <dgm:prSet presAssocID="{D703D4E3-80AC-43B7-BB5D-6236C00A0C8E}" presName="LevelTwoTextNode" presStyleLbl="node3" presStyleIdx="4" presStyleCnt="20">
        <dgm:presLayoutVars>
          <dgm:chPref val="3"/>
        </dgm:presLayoutVars>
      </dgm:prSet>
      <dgm:spPr/>
    </dgm:pt>
    <dgm:pt modelId="{D84EBA28-5704-43D6-A124-2721041E2C1B}" type="pres">
      <dgm:prSet presAssocID="{D703D4E3-80AC-43B7-BB5D-6236C00A0C8E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6"/>
      <dgm:spPr/>
    </dgm:pt>
    <dgm:pt modelId="{37CD627C-8293-4029-B114-AA7B7535644E}" type="pres">
      <dgm:prSet presAssocID="{1EAAA8DD-4A75-4985-B423-64C84D4EE993}" presName="connTx" presStyleLbl="parChTrans1D2" presStyleIdx="1" presStyleCnt="6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6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F26F67FB-D19B-4991-9A66-98D479004DA6}" type="pres">
      <dgm:prSet presAssocID="{FEC150FD-CA24-4E50-97F1-E69E41EAECA7}" presName="conn2-1" presStyleLbl="parChTrans1D3" presStyleIdx="5" presStyleCnt="20"/>
      <dgm:spPr/>
    </dgm:pt>
    <dgm:pt modelId="{E7CD85A1-EA1D-49AD-8929-888F2462A542}" type="pres">
      <dgm:prSet presAssocID="{FEC150FD-CA24-4E50-97F1-E69E41EAECA7}" presName="connTx" presStyleLbl="parChTrans1D3" presStyleIdx="5" presStyleCnt="20"/>
      <dgm:spPr/>
    </dgm:pt>
    <dgm:pt modelId="{4C552E5F-8629-4456-97CD-B903644602C8}" type="pres">
      <dgm:prSet presAssocID="{F6D65D99-858C-4491-8350-4E38A536AD21}" presName="root2" presStyleCnt="0"/>
      <dgm:spPr/>
    </dgm:pt>
    <dgm:pt modelId="{B451BF21-E3E7-4DE8-AB73-A070BD52A292}" type="pres">
      <dgm:prSet presAssocID="{F6D65D99-858C-4491-8350-4E38A536AD21}" presName="LevelTwoTextNode" presStyleLbl="node3" presStyleIdx="5" presStyleCnt="20">
        <dgm:presLayoutVars>
          <dgm:chPref val="3"/>
        </dgm:presLayoutVars>
      </dgm:prSet>
      <dgm:spPr/>
    </dgm:pt>
    <dgm:pt modelId="{8B06370F-A2E7-441D-8C0E-10BE11169D5F}" type="pres">
      <dgm:prSet presAssocID="{F6D65D99-858C-4491-8350-4E38A536AD21}" presName="level3hierChild" presStyleCnt="0"/>
      <dgm:spPr/>
    </dgm:pt>
    <dgm:pt modelId="{80CCDF43-4A90-4DB9-90BB-F37BB6A6CE64}" type="pres">
      <dgm:prSet presAssocID="{1088B713-D373-4F76-B98B-B75395D41BA2}" presName="conn2-1" presStyleLbl="parChTrans1D3" presStyleIdx="6" presStyleCnt="20"/>
      <dgm:spPr/>
    </dgm:pt>
    <dgm:pt modelId="{87A0E548-ED5E-4FC4-A2E6-8E63C819DFB2}" type="pres">
      <dgm:prSet presAssocID="{1088B713-D373-4F76-B98B-B75395D41BA2}" presName="connTx" presStyleLbl="parChTrans1D3" presStyleIdx="6" presStyleCnt="20"/>
      <dgm:spPr/>
    </dgm:pt>
    <dgm:pt modelId="{CE97C4D3-826D-4755-A723-B0C4B967AF21}" type="pres">
      <dgm:prSet presAssocID="{BC06D4EA-C00A-455B-A296-90B7D26E50BF}" presName="root2" presStyleCnt="0"/>
      <dgm:spPr/>
    </dgm:pt>
    <dgm:pt modelId="{DDA79D3F-A64C-4EED-8BE6-B172036968B7}" type="pres">
      <dgm:prSet presAssocID="{BC06D4EA-C00A-455B-A296-90B7D26E50BF}" presName="LevelTwoTextNode" presStyleLbl="node3" presStyleIdx="6" presStyleCnt="20">
        <dgm:presLayoutVars>
          <dgm:chPref val="3"/>
        </dgm:presLayoutVars>
      </dgm:prSet>
      <dgm:spPr/>
    </dgm:pt>
    <dgm:pt modelId="{E7059D6D-9F5B-4313-A6C3-F890F15BCA70}" type="pres">
      <dgm:prSet presAssocID="{BC06D4EA-C00A-455B-A296-90B7D26E50BF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6"/>
      <dgm:spPr/>
    </dgm:pt>
    <dgm:pt modelId="{CE810C7E-C3EF-4168-95BF-2980E8095076}" type="pres">
      <dgm:prSet presAssocID="{6A43294B-A1CB-4D6F-B453-0FF0E5776867}" presName="connTx" presStyleLbl="parChTrans1D2" presStyleIdx="2" presStyleCnt="6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6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A77A702B-712F-4ECF-ABF5-D128154D2C84}" type="pres">
      <dgm:prSet presAssocID="{D1D1B209-31AA-46C8-BA21-F3B9CF8FE9FB}" presName="conn2-1" presStyleLbl="parChTrans1D3" presStyleIdx="7" presStyleCnt="20"/>
      <dgm:spPr/>
    </dgm:pt>
    <dgm:pt modelId="{8E837C51-8492-4622-B33F-F9A94A9D0EF1}" type="pres">
      <dgm:prSet presAssocID="{D1D1B209-31AA-46C8-BA21-F3B9CF8FE9FB}" presName="connTx" presStyleLbl="parChTrans1D3" presStyleIdx="7" presStyleCnt="20"/>
      <dgm:spPr/>
    </dgm:pt>
    <dgm:pt modelId="{5115C6DC-7E2D-4766-B285-4D1F848A8387}" type="pres">
      <dgm:prSet presAssocID="{7AFAD916-0B3E-4141-9546-EF644C75C7DE}" presName="root2" presStyleCnt="0"/>
      <dgm:spPr/>
    </dgm:pt>
    <dgm:pt modelId="{CFCF47A2-F139-4B47-977C-1611FBA1DAB3}" type="pres">
      <dgm:prSet presAssocID="{7AFAD916-0B3E-4141-9546-EF644C75C7DE}" presName="LevelTwoTextNode" presStyleLbl="node3" presStyleIdx="7" presStyleCnt="20">
        <dgm:presLayoutVars>
          <dgm:chPref val="3"/>
        </dgm:presLayoutVars>
      </dgm:prSet>
      <dgm:spPr/>
    </dgm:pt>
    <dgm:pt modelId="{A8FECCA8-240A-4CF5-A5B6-F41A121490CC}" type="pres">
      <dgm:prSet presAssocID="{7AFAD916-0B3E-4141-9546-EF644C75C7DE}" presName="level3hierChild" presStyleCnt="0"/>
      <dgm:spPr/>
    </dgm:pt>
    <dgm:pt modelId="{051C7EE5-64C2-4B32-9CB4-6E697A8B079C}" type="pres">
      <dgm:prSet presAssocID="{D5E1256A-7804-4A1B-9CE0-8C476EAC6D6B}" presName="conn2-1" presStyleLbl="parChTrans1D3" presStyleIdx="8" presStyleCnt="20"/>
      <dgm:spPr/>
    </dgm:pt>
    <dgm:pt modelId="{BC550C4A-0520-4519-87CB-647D5B9D3481}" type="pres">
      <dgm:prSet presAssocID="{D5E1256A-7804-4A1B-9CE0-8C476EAC6D6B}" presName="connTx" presStyleLbl="parChTrans1D3" presStyleIdx="8" presStyleCnt="20"/>
      <dgm:spPr/>
    </dgm:pt>
    <dgm:pt modelId="{75DEBD15-D3B4-4ABE-B17A-25C3764140F0}" type="pres">
      <dgm:prSet presAssocID="{9E22FAF0-FF7E-4884-94A7-F2B8FFBB5A5E}" presName="root2" presStyleCnt="0"/>
      <dgm:spPr/>
    </dgm:pt>
    <dgm:pt modelId="{8B6A1FEE-6309-4F91-8601-1AC9179B566D}" type="pres">
      <dgm:prSet presAssocID="{9E22FAF0-FF7E-4884-94A7-F2B8FFBB5A5E}" presName="LevelTwoTextNode" presStyleLbl="node3" presStyleIdx="8" presStyleCnt="20">
        <dgm:presLayoutVars>
          <dgm:chPref val="3"/>
        </dgm:presLayoutVars>
      </dgm:prSet>
      <dgm:spPr/>
    </dgm:pt>
    <dgm:pt modelId="{4005D192-E8A0-4C74-BEA9-536ED8C0B21F}" type="pres">
      <dgm:prSet presAssocID="{9E22FAF0-FF7E-4884-94A7-F2B8FFBB5A5E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6"/>
      <dgm:spPr/>
    </dgm:pt>
    <dgm:pt modelId="{B1DAB71E-6E0D-4893-9248-FF2AC3D62576}" type="pres">
      <dgm:prSet presAssocID="{8BE22E42-DB0A-4790-87BD-8B0CEA94CA04}" presName="connTx" presStyleLbl="parChTrans1D2" presStyleIdx="3" presStyleCnt="6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6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35D85E89-8219-4EAD-B131-FFB670BDF21E}" type="pres">
      <dgm:prSet presAssocID="{90CBA59F-7D7C-4C75-9B0F-F5F15E07117F}" presName="conn2-1" presStyleLbl="parChTrans1D3" presStyleIdx="9" presStyleCnt="20"/>
      <dgm:spPr/>
    </dgm:pt>
    <dgm:pt modelId="{D6E620D2-D3BC-436E-AE97-2C6EFEAF5E1D}" type="pres">
      <dgm:prSet presAssocID="{90CBA59F-7D7C-4C75-9B0F-F5F15E07117F}" presName="connTx" presStyleLbl="parChTrans1D3" presStyleIdx="9" presStyleCnt="20"/>
      <dgm:spPr/>
    </dgm:pt>
    <dgm:pt modelId="{DD932453-77D2-4F1D-8BAC-83FF7117FDFB}" type="pres">
      <dgm:prSet presAssocID="{5821FB8A-5877-43A9-875B-26B9C487ACC9}" presName="root2" presStyleCnt="0"/>
      <dgm:spPr/>
    </dgm:pt>
    <dgm:pt modelId="{B933AC5F-4C04-4E26-B56E-83A35B7B75A0}" type="pres">
      <dgm:prSet presAssocID="{5821FB8A-5877-43A9-875B-26B9C487ACC9}" presName="LevelTwoTextNode" presStyleLbl="node3" presStyleIdx="9" presStyleCnt="20">
        <dgm:presLayoutVars>
          <dgm:chPref val="3"/>
        </dgm:presLayoutVars>
      </dgm:prSet>
      <dgm:spPr/>
    </dgm:pt>
    <dgm:pt modelId="{B48A1382-39CB-4CB5-8C31-E2F289ECD9DD}" type="pres">
      <dgm:prSet presAssocID="{5821FB8A-5877-43A9-875B-26B9C487ACC9}" presName="level3hierChild" presStyleCnt="0"/>
      <dgm:spPr/>
    </dgm:pt>
    <dgm:pt modelId="{D039A37C-16E1-46DE-83F2-FE1AFA19E6B5}" type="pres">
      <dgm:prSet presAssocID="{E9C31236-41E3-4D93-86D6-120F41639747}" presName="conn2-1" presStyleLbl="parChTrans1D3" presStyleIdx="10" presStyleCnt="20"/>
      <dgm:spPr/>
    </dgm:pt>
    <dgm:pt modelId="{FD0A644D-9AE4-4AD3-9D44-01D9B0D1AEF9}" type="pres">
      <dgm:prSet presAssocID="{E9C31236-41E3-4D93-86D6-120F41639747}" presName="connTx" presStyleLbl="parChTrans1D3" presStyleIdx="10" presStyleCnt="20"/>
      <dgm:spPr/>
    </dgm:pt>
    <dgm:pt modelId="{7628759A-0DAD-434A-9BAA-5996934D1C13}" type="pres">
      <dgm:prSet presAssocID="{B56DF796-4577-4EAC-93C2-6935751BE25A}" presName="root2" presStyleCnt="0"/>
      <dgm:spPr/>
    </dgm:pt>
    <dgm:pt modelId="{C96BA59C-3D83-4DC3-B99D-FEFB4E6D77F1}" type="pres">
      <dgm:prSet presAssocID="{B56DF796-4577-4EAC-93C2-6935751BE25A}" presName="LevelTwoTextNode" presStyleLbl="node3" presStyleIdx="10" presStyleCnt="20">
        <dgm:presLayoutVars>
          <dgm:chPref val="3"/>
        </dgm:presLayoutVars>
      </dgm:prSet>
      <dgm:spPr/>
    </dgm:pt>
    <dgm:pt modelId="{20E64F1D-B60B-4A91-81D4-735CC5B3AF86}" type="pres">
      <dgm:prSet presAssocID="{B56DF796-4577-4EAC-93C2-6935751BE25A}" presName="level3hierChild" presStyleCnt="0"/>
      <dgm:spPr/>
    </dgm:pt>
    <dgm:pt modelId="{6A1F7B97-5B80-483A-A0C1-E0085B4BB7F9}" type="pres">
      <dgm:prSet presAssocID="{123BE4C2-2740-48F1-A672-BED1CFEF1A55}" presName="conn2-1" presStyleLbl="parChTrans1D3" presStyleIdx="11" presStyleCnt="20"/>
      <dgm:spPr/>
    </dgm:pt>
    <dgm:pt modelId="{FE96766D-0860-4D60-82D6-404DDCCC36A1}" type="pres">
      <dgm:prSet presAssocID="{123BE4C2-2740-48F1-A672-BED1CFEF1A55}" presName="connTx" presStyleLbl="parChTrans1D3" presStyleIdx="11" presStyleCnt="20"/>
      <dgm:spPr/>
    </dgm:pt>
    <dgm:pt modelId="{24669121-45D7-4645-AD60-D92D776EB829}" type="pres">
      <dgm:prSet presAssocID="{9E6C4194-C2AC-49CA-B1BE-485970A30476}" presName="root2" presStyleCnt="0"/>
      <dgm:spPr/>
    </dgm:pt>
    <dgm:pt modelId="{73E2F408-D084-4DE5-AFF5-72C7E2B981C0}" type="pres">
      <dgm:prSet presAssocID="{9E6C4194-C2AC-49CA-B1BE-485970A30476}" presName="LevelTwoTextNode" presStyleLbl="node3" presStyleIdx="11" presStyleCnt="20">
        <dgm:presLayoutVars>
          <dgm:chPref val="3"/>
        </dgm:presLayoutVars>
      </dgm:prSet>
      <dgm:spPr/>
    </dgm:pt>
    <dgm:pt modelId="{CCB0D4D3-F9E9-4375-8C70-A1F5C21AB415}" type="pres">
      <dgm:prSet presAssocID="{9E6C4194-C2AC-49CA-B1BE-485970A30476}" presName="level3hierChild" presStyleCnt="0"/>
      <dgm:spPr/>
    </dgm:pt>
    <dgm:pt modelId="{5E6DA394-939F-4A95-8F6F-3209A3895CB8}" type="pres">
      <dgm:prSet presAssocID="{8D49C22C-79DA-4F3A-AEAD-6714A7BAFF19}" presName="conn2-1" presStyleLbl="parChTrans1D3" presStyleIdx="12" presStyleCnt="20"/>
      <dgm:spPr/>
    </dgm:pt>
    <dgm:pt modelId="{03784CEB-724F-450D-AE6D-EBA3A5A10CF8}" type="pres">
      <dgm:prSet presAssocID="{8D49C22C-79DA-4F3A-AEAD-6714A7BAFF19}" presName="connTx" presStyleLbl="parChTrans1D3" presStyleIdx="12" presStyleCnt="20"/>
      <dgm:spPr/>
    </dgm:pt>
    <dgm:pt modelId="{782BC274-BE1B-4775-9EB8-CC3AC883E186}" type="pres">
      <dgm:prSet presAssocID="{8EC7E3C2-D2EB-4D76-988B-B2A9666017DA}" presName="root2" presStyleCnt="0"/>
      <dgm:spPr/>
    </dgm:pt>
    <dgm:pt modelId="{60E800C2-3ACD-4894-B2D1-02C51C896C2D}" type="pres">
      <dgm:prSet presAssocID="{8EC7E3C2-D2EB-4D76-988B-B2A9666017DA}" presName="LevelTwoTextNode" presStyleLbl="node3" presStyleIdx="12" presStyleCnt="20">
        <dgm:presLayoutVars>
          <dgm:chPref val="3"/>
        </dgm:presLayoutVars>
      </dgm:prSet>
      <dgm:spPr/>
    </dgm:pt>
    <dgm:pt modelId="{11CF5C61-43BE-43D6-9928-B1766E286DF7}" type="pres">
      <dgm:prSet presAssocID="{8EC7E3C2-D2EB-4D76-988B-B2A9666017DA}" presName="level3hierChild" presStyleCnt="0"/>
      <dgm:spPr/>
    </dgm:pt>
    <dgm:pt modelId="{E7448DA2-ABEA-4A21-9757-53D581D7F3FD}" type="pres">
      <dgm:prSet presAssocID="{402FF5D2-6E69-442B-87ED-AF119AB98C9A}" presName="conn2-1" presStyleLbl="parChTrans1D3" presStyleIdx="13" presStyleCnt="20"/>
      <dgm:spPr/>
    </dgm:pt>
    <dgm:pt modelId="{E3D0D3B2-09CA-4905-A15A-B5077E79086E}" type="pres">
      <dgm:prSet presAssocID="{402FF5D2-6E69-442B-87ED-AF119AB98C9A}" presName="connTx" presStyleLbl="parChTrans1D3" presStyleIdx="13" presStyleCnt="20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3" presStyleIdx="13" presStyleCnt="20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EC8F5859-1259-479B-BB43-5E3FE97E4E37}" type="pres">
      <dgm:prSet presAssocID="{FE0B849B-A259-445D-98B6-A27704E3CFCF}" presName="conn2-1" presStyleLbl="parChTrans1D3" presStyleIdx="14" presStyleCnt="20"/>
      <dgm:spPr/>
    </dgm:pt>
    <dgm:pt modelId="{3DE37D72-2B84-4626-86E1-56FEC02CE55E}" type="pres">
      <dgm:prSet presAssocID="{FE0B849B-A259-445D-98B6-A27704E3CFCF}" presName="connTx" presStyleLbl="parChTrans1D3" presStyleIdx="14" presStyleCnt="20"/>
      <dgm:spPr/>
    </dgm:pt>
    <dgm:pt modelId="{7BEF240F-AA15-48E1-A7C0-08BFB9C92F7B}" type="pres">
      <dgm:prSet presAssocID="{47E5BE65-B25F-4E96-B9CB-E8FAE5DD7E44}" presName="root2" presStyleCnt="0"/>
      <dgm:spPr/>
    </dgm:pt>
    <dgm:pt modelId="{D4D800CF-8BE2-43F6-9CD4-500592EEFBC1}" type="pres">
      <dgm:prSet presAssocID="{47E5BE65-B25F-4E96-B9CB-E8FAE5DD7E44}" presName="LevelTwoTextNode" presStyleLbl="node3" presStyleIdx="14" presStyleCnt="20">
        <dgm:presLayoutVars>
          <dgm:chPref val="3"/>
        </dgm:presLayoutVars>
      </dgm:prSet>
      <dgm:spPr/>
    </dgm:pt>
    <dgm:pt modelId="{01211937-414A-4449-8962-BB0240D873ED}" type="pres">
      <dgm:prSet presAssocID="{47E5BE65-B25F-4E96-B9CB-E8FAE5DD7E44}" presName="level3hierChild" presStyleCnt="0"/>
      <dgm:spPr/>
    </dgm:pt>
    <dgm:pt modelId="{606C6F1E-498E-4DDB-A186-9DA9B6E34A4F}" type="pres">
      <dgm:prSet presAssocID="{86C76375-759C-430F-8C04-D9FE85D3E0BB}" presName="conn2-1" presStyleLbl="parChTrans1D2" presStyleIdx="4" presStyleCnt="6"/>
      <dgm:spPr/>
    </dgm:pt>
    <dgm:pt modelId="{B9FDD0DE-38DF-4097-A839-7CA529B0134A}" type="pres">
      <dgm:prSet presAssocID="{86C76375-759C-430F-8C04-D9FE85D3E0BB}" presName="connTx" presStyleLbl="parChTrans1D2" presStyleIdx="4" presStyleCnt="6"/>
      <dgm:spPr/>
    </dgm:pt>
    <dgm:pt modelId="{A8D97131-C10E-4466-8300-288BC14793DB}" type="pres">
      <dgm:prSet presAssocID="{4F28903C-A6C9-4863-BB2A-43AED4B9C37B}" presName="root2" presStyleCnt="0"/>
      <dgm:spPr/>
    </dgm:pt>
    <dgm:pt modelId="{2B29F018-F637-4258-A9C2-9FD5539BC75D}" type="pres">
      <dgm:prSet presAssocID="{4F28903C-A6C9-4863-BB2A-43AED4B9C37B}" presName="LevelTwoTextNode" presStyleLbl="node2" presStyleIdx="4" presStyleCnt="6">
        <dgm:presLayoutVars>
          <dgm:chPref val="3"/>
        </dgm:presLayoutVars>
      </dgm:prSet>
      <dgm:spPr/>
    </dgm:pt>
    <dgm:pt modelId="{3B7213A4-4365-42A4-9122-AFC227A98DB7}" type="pres">
      <dgm:prSet presAssocID="{4F28903C-A6C9-4863-BB2A-43AED4B9C37B}" presName="level3hierChild" presStyleCnt="0"/>
      <dgm:spPr/>
    </dgm:pt>
    <dgm:pt modelId="{48B72B3E-C983-4274-B2B2-70D16748E2BB}" type="pres">
      <dgm:prSet presAssocID="{E2BEE4B6-C1A1-4A2D-A761-968A2D1121C6}" presName="conn2-1" presStyleLbl="parChTrans1D3" presStyleIdx="15" presStyleCnt="20"/>
      <dgm:spPr/>
    </dgm:pt>
    <dgm:pt modelId="{81224C5B-9665-4FC8-9EFA-FD6288EDEDB5}" type="pres">
      <dgm:prSet presAssocID="{E2BEE4B6-C1A1-4A2D-A761-968A2D1121C6}" presName="connTx" presStyleLbl="parChTrans1D3" presStyleIdx="15" presStyleCnt="20"/>
      <dgm:spPr/>
    </dgm:pt>
    <dgm:pt modelId="{FDA53FD6-70AF-4B23-BE89-AFBE2A9E107D}" type="pres">
      <dgm:prSet presAssocID="{69C3C36C-E5CC-4A23-B842-F7ADB4F0B186}" presName="root2" presStyleCnt="0"/>
      <dgm:spPr/>
    </dgm:pt>
    <dgm:pt modelId="{C0937D04-21A0-43F6-85AC-6D62800094D9}" type="pres">
      <dgm:prSet presAssocID="{69C3C36C-E5CC-4A23-B842-F7ADB4F0B186}" presName="LevelTwoTextNode" presStyleLbl="node3" presStyleIdx="15" presStyleCnt="20">
        <dgm:presLayoutVars>
          <dgm:chPref val="3"/>
        </dgm:presLayoutVars>
      </dgm:prSet>
      <dgm:spPr/>
    </dgm:pt>
    <dgm:pt modelId="{02709203-B40D-4D7B-ADE7-8E2697C0EBAF}" type="pres">
      <dgm:prSet presAssocID="{69C3C36C-E5CC-4A23-B842-F7ADB4F0B186}" presName="level3hierChild" presStyleCnt="0"/>
      <dgm:spPr/>
    </dgm:pt>
    <dgm:pt modelId="{31955690-7179-40C4-9E8A-5D70DFC377E7}" type="pres">
      <dgm:prSet presAssocID="{AE0CC12A-8B26-484E-AA07-8C88D1D017AA}" presName="conn2-1" presStyleLbl="parChTrans1D3" presStyleIdx="16" presStyleCnt="20"/>
      <dgm:spPr/>
    </dgm:pt>
    <dgm:pt modelId="{8743B348-BD29-45B2-B1D1-8C789BE77813}" type="pres">
      <dgm:prSet presAssocID="{AE0CC12A-8B26-484E-AA07-8C88D1D017AA}" presName="connTx" presStyleLbl="parChTrans1D3" presStyleIdx="16" presStyleCnt="20"/>
      <dgm:spPr/>
    </dgm:pt>
    <dgm:pt modelId="{8056C56B-24EF-4185-9275-0569200A728F}" type="pres">
      <dgm:prSet presAssocID="{279C189A-06F2-43CF-B5A5-E89F36F848E9}" presName="root2" presStyleCnt="0"/>
      <dgm:spPr/>
    </dgm:pt>
    <dgm:pt modelId="{88E111A6-EFA1-4544-AFA8-6F1120FCE148}" type="pres">
      <dgm:prSet presAssocID="{279C189A-06F2-43CF-B5A5-E89F36F848E9}" presName="LevelTwoTextNode" presStyleLbl="node3" presStyleIdx="16" presStyleCnt="20">
        <dgm:presLayoutVars>
          <dgm:chPref val="3"/>
        </dgm:presLayoutVars>
      </dgm:prSet>
      <dgm:spPr/>
    </dgm:pt>
    <dgm:pt modelId="{00FB6E01-EABA-4DC0-BA31-3D5276C65B3B}" type="pres">
      <dgm:prSet presAssocID="{279C189A-06F2-43CF-B5A5-E89F36F848E9}" presName="level3hierChild" presStyleCnt="0"/>
      <dgm:spPr/>
    </dgm:pt>
    <dgm:pt modelId="{4BC74C6A-A727-4FD8-8A8B-C55AF6E4ED33}" type="pres">
      <dgm:prSet presAssocID="{B8A6E210-3D1F-468B-BD06-85B17F9AB552}" presName="conn2-1" presStyleLbl="parChTrans1D3" presStyleIdx="17" presStyleCnt="20"/>
      <dgm:spPr/>
    </dgm:pt>
    <dgm:pt modelId="{597564EC-E121-4C4E-B452-BC74BFF5A043}" type="pres">
      <dgm:prSet presAssocID="{B8A6E210-3D1F-468B-BD06-85B17F9AB552}" presName="connTx" presStyleLbl="parChTrans1D3" presStyleIdx="17" presStyleCnt="20"/>
      <dgm:spPr/>
    </dgm:pt>
    <dgm:pt modelId="{99B3741D-06AC-448D-820F-32049ACC5E96}" type="pres">
      <dgm:prSet presAssocID="{BF1A8830-6600-4079-9907-EC2B2AFB2113}" presName="root2" presStyleCnt="0"/>
      <dgm:spPr/>
    </dgm:pt>
    <dgm:pt modelId="{B3A16A8D-BDEA-44E5-A062-78715E4B15B6}" type="pres">
      <dgm:prSet presAssocID="{BF1A8830-6600-4079-9907-EC2B2AFB2113}" presName="LevelTwoTextNode" presStyleLbl="node3" presStyleIdx="17" presStyleCnt="20">
        <dgm:presLayoutVars>
          <dgm:chPref val="3"/>
        </dgm:presLayoutVars>
      </dgm:prSet>
      <dgm:spPr/>
    </dgm:pt>
    <dgm:pt modelId="{C1A2CB94-7383-45D5-878E-4DF19BF33A3A}" type="pres">
      <dgm:prSet presAssocID="{BF1A8830-6600-4079-9907-EC2B2AFB2113}" presName="level3hierChild" presStyleCnt="0"/>
      <dgm:spPr/>
    </dgm:pt>
    <dgm:pt modelId="{64F2D9ED-EB2C-4E20-890A-87B6433763BD}" type="pres">
      <dgm:prSet presAssocID="{6E00B489-6825-4F79-AAF6-ADC76498986E}" presName="conn2-1" presStyleLbl="parChTrans1D3" presStyleIdx="18" presStyleCnt="20"/>
      <dgm:spPr/>
    </dgm:pt>
    <dgm:pt modelId="{F1F41947-56D6-4C31-BC5C-EA88A158B7D9}" type="pres">
      <dgm:prSet presAssocID="{6E00B489-6825-4F79-AAF6-ADC76498986E}" presName="connTx" presStyleLbl="parChTrans1D3" presStyleIdx="18" presStyleCnt="20"/>
      <dgm:spPr/>
    </dgm:pt>
    <dgm:pt modelId="{2316CC16-F9B5-4BB3-876F-D05B745B546A}" type="pres">
      <dgm:prSet presAssocID="{663F485F-149A-43CE-90EE-939AFDE4FBE9}" presName="root2" presStyleCnt="0"/>
      <dgm:spPr/>
    </dgm:pt>
    <dgm:pt modelId="{3A573B39-4F88-4D8B-A12B-B314D5D8B0ED}" type="pres">
      <dgm:prSet presAssocID="{663F485F-149A-43CE-90EE-939AFDE4FBE9}" presName="LevelTwoTextNode" presStyleLbl="node3" presStyleIdx="18" presStyleCnt="20">
        <dgm:presLayoutVars>
          <dgm:chPref val="3"/>
        </dgm:presLayoutVars>
      </dgm:prSet>
      <dgm:spPr/>
    </dgm:pt>
    <dgm:pt modelId="{0C536D60-2CE3-4C5A-A031-704DBD62AE87}" type="pres">
      <dgm:prSet presAssocID="{663F485F-149A-43CE-90EE-939AFDE4FBE9}" presName="level3hierChild" presStyleCnt="0"/>
      <dgm:spPr/>
    </dgm:pt>
    <dgm:pt modelId="{D64E09F1-CA35-4385-B752-69B645B63AD7}" type="pres">
      <dgm:prSet presAssocID="{BCCAAA6F-8BD8-4DAB-9BF9-38A9C608DF05}" presName="conn2-1" presStyleLbl="parChTrans1D2" presStyleIdx="5" presStyleCnt="6"/>
      <dgm:spPr/>
    </dgm:pt>
    <dgm:pt modelId="{4CECB983-743C-4BF5-A7D2-8913DF3158E2}" type="pres">
      <dgm:prSet presAssocID="{BCCAAA6F-8BD8-4DAB-9BF9-38A9C608DF05}" presName="connTx" presStyleLbl="parChTrans1D2" presStyleIdx="5" presStyleCnt="6"/>
      <dgm:spPr/>
    </dgm:pt>
    <dgm:pt modelId="{9B1E52EE-7763-4270-AECA-BB7F88923CCD}" type="pres">
      <dgm:prSet presAssocID="{F9761145-AC0C-4403-8E44-69ED36FDA9D5}" presName="root2" presStyleCnt="0"/>
      <dgm:spPr/>
    </dgm:pt>
    <dgm:pt modelId="{3786E62E-C61B-4768-BE14-D5ACBD91B2DA}" type="pres">
      <dgm:prSet presAssocID="{F9761145-AC0C-4403-8E44-69ED36FDA9D5}" presName="LevelTwoTextNode" presStyleLbl="node2" presStyleIdx="5" presStyleCnt="6">
        <dgm:presLayoutVars>
          <dgm:chPref val="3"/>
        </dgm:presLayoutVars>
      </dgm:prSet>
      <dgm:spPr/>
    </dgm:pt>
    <dgm:pt modelId="{D4D6EA0D-DD57-4F81-9D36-C7890AA94333}" type="pres">
      <dgm:prSet presAssocID="{F9761145-AC0C-4403-8E44-69ED36FDA9D5}" presName="level3hierChild" presStyleCnt="0"/>
      <dgm:spPr/>
    </dgm:pt>
    <dgm:pt modelId="{0080638B-FEFF-452C-B1E3-A856AE738F2B}" type="pres">
      <dgm:prSet presAssocID="{FAAB12E2-8CAD-4F51-BD04-4717B6185D26}" presName="conn2-1" presStyleLbl="parChTrans1D3" presStyleIdx="19" presStyleCnt="20"/>
      <dgm:spPr/>
    </dgm:pt>
    <dgm:pt modelId="{2A0BF4A1-0A5A-4A24-85A8-52E8AA4B021C}" type="pres">
      <dgm:prSet presAssocID="{FAAB12E2-8CAD-4F51-BD04-4717B6185D26}" presName="connTx" presStyleLbl="parChTrans1D3" presStyleIdx="19" presStyleCnt="20"/>
      <dgm:spPr/>
    </dgm:pt>
    <dgm:pt modelId="{3F123F14-B0B9-4807-AA2F-6FC3470E4300}" type="pres">
      <dgm:prSet presAssocID="{C0E2D71C-FFA2-4777-957A-123AA3C34A71}" presName="root2" presStyleCnt="0"/>
      <dgm:spPr/>
    </dgm:pt>
    <dgm:pt modelId="{ED7AE535-3B05-4E8E-BA97-B04049458DB3}" type="pres">
      <dgm:prSet presAssocID="{C0E2D71C-FFA2-4777-957A-123AA3C34A71}" presName="LevelTwoTextNode" presStyleLbl="node3" presStyleIdx="19" presStyleCnt="20">
        <dgm:presLayoutVars>
          <dgm:chPref val="3"/>
        </dgm:presLayoutVars>
      </dgm:prSet>
      <dgm:spPr/>
    </dgm:pt>
    <dgm:pt modelId="{1CF07CB7-4A7F-4FC1-8FC0-326FC3ED747E}" type="pres">
      <dgm:prSet presAssocID="{C0E2D71C-FFA2-4777-957A-123AA3C34A71}" presName="level3hierChild" presStyleCnt="0"/>
      <dgm:spPr/>
    </dgm:pt>
  </dgm:ptLst>
  <dgm:cxnLst>
    <dgm:cxn modelId="{9EED0001-177C-45CB-ACB8-5314254DDCFB}" type="presOf" srcId="{07B6C525-6C33-4AE8-B387-9234D98AC7A5}" destId="{467D43A1-A466-4F0B-8178-6DB8BDC76B8C}" srcOrd="1" destOrd="0" presId="urn:microsoft.com/office/officeart/2008/layout/HorizontalMultiLevelHierarchy"/>
    <dgm:cxn modelId="{348AFB0A-9BF6-4672-AB7F-283A6551FC7C}" srcId="{ED807E35-B5D3-4BCB-9B29-5888EC2127F1}" destId="{07CF0387-B6A7-46F6-8D80-6515DE1A07FD}" srcOrd="4" destOrd="0" parTransId="{402FF5D2-6E69-442B-87ED-AF119AB98C9A}" sibTransId="{FD08B8F3-3B0B-4311-A42C-F673A29231EB}"/>
    <dgm:cxn modelId="{BA43B10B-EAA8-46C1-BC18-C18D4E25F824}" type="presOf" srcId="{77DE0F50-91BD-47B0-82F2-905F09486430}" destId="{0FF4104E-AE60-4D11-8A99-EF8A73225F34}" srcOrd="1" destOrd="0" presId="urn:microsoft.com/office/officeart/2008/layout/HorizontalMultiLevelHierarchy"/>
    <dgm:cxn modelId="{6F5F550D-50D2-4EF5-A90F-F4277EFF9767}" type="presOf" srcId="{FE0B849B-A259-445D-98B6-A27704E3CFCF}" destId="{EC8F5859-1259-479B-BB43-5E3FE97E4E37}" srcOrd="0" destOrd="0" presId="urn:microsoft.com/office/officeart/2008/layout/HorizontalMultiLevelHierarchy"/>
    <dgm:cxn modelId="{C244530E-563F-4D55-9184-40BEE9AE6EDF}" type="presOf" srcId="{08AE5005-3581-4A97-BECF-0CCE44B4D53E}" destId="{0647BFC3-B5D7-4EAF-82AD-3EB8CC090092}" srcOrd="0" destOrd="0" presId="urn:microsoft.com/office/officeart/2008/layout/HorizontalMultiLevelHierarchy"/>
    <dgm:cxn modelId="{99C5820E-E4E4-4B51-B731-E28A8926F875}" type="presOf" srcId="{BCCAAA6F-8BD8-4DAB-9BF9-38A9C608DF05}" destId="{D64E09F1-CA35-4385-B752-69B645B63AD7}" srcOrd="0" destOrd="0" presId="urn:microsoft.com/office/officeart/2008/layout/HorizontalMultiLevelHierarchy"/>
    <dgm:cxn modelId="{E7F7D40F-215F-4CD0-856B-D5B800D5926C}" srcId="{4F28903C-A6C9-4863-BB2A-43AED4B9C37B}" destId="{279C189A-06F2-43CF-B5A5-E89F36F848E9}" srcOrd="1" destOrd="0" parTransId="{AE0CC12A-8B26-484E-AA07-8C88D1D017AA}" sibTransId="{2F241F55-BD09-4D6C-AD8B-C1C4C99D2D16}"/>
    <dgm:cxn modelId="{E7960112-486A-43FB-A3F4-679B7A89C14E}" type="presOf" srcId="{BC517616-6D60-41B4-A1E9-EF3BB38B7FA6}" destId="{25457684-6A6A-46B1-BEFA-440DA349A4E1}" srcOrd="0" destOrd="0" presId="urn:microsoft.com/office/officeart/2008/layout/HorizontalMultiLevelHierarchy"/>
    <dgm:cxn modelId="{85740C15-BC80-43CD-836E-1D47088FA831}" type="presOf" srcId="{9E6C4194-C2AC-49CA-B1BE-485970A30476}" destId="{73E2F408-D084-4DE5-AFF5-72C7E2B981C0}" srcOrd="0" destOrd="0" presId="urn:microsoft.com/office/officeart/2008/layout/HorizontalMultiLevelHierarchy"/>
    <dgm:cxn modelId="{3370DA17-3363-4C1C-809D-A66A57B7AD89}" type="presOf" srcId="{FEC150FD-CA24-4E50-97F1-E69E41EAECA7}" destId="{E7CD85A1-EA1D-49AD-8929-888F2462A542}" srcOrd="1" destOrd="0" presId="urn:microsoft.com/office/officeart/2008/layout/HorizontalMultiLevelHierarchy"/>
    <dgm:cxn modelId="{D1AF3919-5502-491E-BBCE-EE8853B6DC0C}" srcId="{4F28903C-A6C9-4863-BB2A-43AED4B9C37B}" destId="{69C3C36C-E5CC-4A23-B842-F7ADB4F0B186}" srcOrd="0" destOrd="0" parTransId="{E2BEE4B6-C1A1-4A2D-A761-968A2D1121C6}" sibTransId="{1C8BB3DB-02C6-41FC-9FC6-D56452A0969D}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3A4C3A1A-6857-4F0B-B03F-39F31313F6FC}" type="presOf" srcId="{8D49C22C-79DA-4F3A-AEAD-6714A7BAFF19}" destId="{5E6DA394-939F-4A95-8F6F-3209A3895CB8}" srcOrd="0" destOrd="0" presId="urn:microsoft.com/office/officeart/2008/layout/HorizontalMultiLevelHierarchy"/>
    <dgm:cxn modelId="{51FC451D-1575-4DF7-8CD5-B3FE06656B17}" type="presOf" srcId="{B8A6E210-3D1F-468B-BD06-85B17F9AB552}" destId="{597564EC-E121-4C4E-B452-BC74BFF5A043}" srcOrd="1" destOrd="0" presId="urn:microsoft.com/office/officeart/2008/layout/HorizontalMultiLevelHierarchy"/>
    <dgm:cxn modelId="{2D75151E-BFE8-40D7-9672-807613A0FF21}" type="presOf" srcId="{F9761145-AC0C-4403-8E44-69ED36FDA9D5}" destId="{3786E62E-C61B-4768-BE14-D5ACBD91B2DA}" srcOrd="0" destOrd="0" presId="urn:microsoft.com/office/officeart/2008/layout/HorizontalMultiLevelHierarchy"/>
    <dgm:cxn modelId="{EF0DC720-ECB3-42CF-AFC8-78EC1DFE95BE}" type="presOf" srcId="{77DE0F50-91BD-47B0-82F2-905F09486430}" destId="{0BFB8105-4697-4547-9449-F2D6976200F3}" srcOrd="0" destOrd="0" presId="urn:microsoft.com/office/officeart/2008/layout/HorizontalMultiLevelHierarchy"/>
    <dgm:cxn modelId="{C4BC5121-9949-4044-92CB-0A3E9E8B5A6F}" type="presOf" srcId="{6E00B489-6825-4F79-AAF6-ADC76498986E}" destId="{64F2D9ED-EB2C-4E20-890A-87B6433763BD}" srcOrd="0" destOrd="0" presId="urn:microsoft.com/office/officeart/2008/layout/HorizontalMultiLevelHierarchy"/>
    <dgm:cxn modelId="{B3AF1B25-1795-468F-9AB9-8FD4D147A68B}" type="presOf" srcId="{E9C31236-41E3-4D93-86D6-120F41639747}" destId="{FD0A644D-9AE4-4AD3-9D44-01D9B0D1AEF9}" srcOrd="1" destOrd="0" presId="urn:microsoft.com/office/officeart/2008/layout/HorizontalMultiLevelHierarchy"/>
    <dgm:cxn modelId="{23D53B25-FD22-4FE8-B8F4-ABFB12A94E60}" type="presOf" srcId="{1088B713-D373-4F76-B98B-B75395D41BA2}" destId="{87A0E548-ED5E-4FC4-A2E6-8E63C819DFB2}" srcOrd="1" destOrd="0" presId="urn:microsoft.com/office/officeart/2008/layout/HorizontalMultiLevelHierarchy"/>
    <dgm:cxn modelId="{2FE09C25-C66D-4EC5-9159-C525AA61F816}" srcId="{4F28903C-A6C9-4863-BB2A-43AED4B9C37B}" destId="{663F485F-149A-43CE-90EE-939AFDE4FBE9}" srcOrd="3" destOrd="0" parTransId="{6E00B489-6825-4F79-AAF6-ADC76498986E}" sibTransId="{696E035A-82D7-4FA9-B49A-563D058019A2}"/>
    <dgm:cxn modelId="{74237727-D387-4746-82E9-5EA97B9790C4}" type="presOf" srcId="{8EC7E3C2-D2EB-4D76-988B-B2A9666017DA}" destId="{60E800C2-3ACD-4894-B2D1-02C51C896C2D}" srcOrd="0" destOrd="0" presId="urn:microsoft.com/office/officeart/2008/layout/HorizontalMultiLevelHierarchy"/>
    <dgm:cxn modelId="{05A74529-CC77-461B-ABD3-4E6D5A7944D9}" type="presOf" srcId="{90CBA59F-7D7C-4C75-9B0F-F5F15E07117F}" destId="{35D85E89-8219-4EAD-B131-FFB670BDF21E}" srcOrd="0" destOrd="0" presId="urn:microsoft.com/office/officeart/2008/layout/HorizontalMultiLevelHierarchy"/>
    <dgm:cxn modelId="{AEB8F02E-B8EC-45B2-A23C-A943F8742FDE}" srcId="{D386F11A-1804-40C3-B4C6-97A93DDDA638}" destId="{08AE5005-3581-4A97-BECF-0CCE44B4D53E}" srcOrd="2" destOrd="0" parTransId="{A004AE72-6A2F-4DC1-86AA-9DD6EF4528AF}" sibTransId="{ECAF6E8F-2852-43EE-B9C4-41442144A0FC}"/>
    <dgm:cxn modelId="{FCE1C62F-46C3-4187-B1C5-5EA4EF5CA428}" type="presOf" srcId="{5821FB8A-5877-43A9-875B-26B9C487ACC9}" destId="{B933AC5F-4C04-4E26-B56E-83A35B7B75A0}" srcOrd="0" destOrd="0" presId="urn:microsoft.com/office/officeart/2008/layout/HorizontalMultiLevelHierarchy"/>
    <dgm:cxn modelId="{C09DC830-BD83-4B7C-A407-5B02C3A0986D}" srcId="{8DCCF5A1-F5D2-48CE-BA98-5C85D6801254}" destId="{9E22FAF0-FF7E-4884-94A7-F2B8FFBB5A5E}" srcOrd="1" destOrd="0" parTransId="{D5E1256A-7804-4A1B-9CE0-8C476EAC6D6B}" sibTransId="{08A8FAC0-F035-4478-9763-893CD85C1319}"/>
    <dgm:cxn modelId="{EB366731-C245-446E-A02F-84A6EF24D2D9}" type="presOf" srcId="{BF1A8830-6600-4079-9907-EC2B2AFB2113}" destId="{B3A16A8D-BDEA-44E5-A062-78715E4B15B6}" srcOrd="0" destOrd="0" presId="urn:microsoft.com/office/officeart/2008/layout/HorizontalMultiLevelHierarchy"/>
    <dgm:cxn modelId="{2621C432-D6FA-45BA-B756-861B4FDF9308}" type="presOf" srcId="{FAAB12E2-8CAD-4F51-BD04-4717B6185D26}" destId="{2A0BF4A1-0A5A-4A24-85A8-52E8AA4B021C}" srcOrd="1" destOrd="0" presId="urn:microsoft.com/office/officeart/2008/layout/HorizontalMultiLevelHierarchy"/>
    <dgm:cxn modelId="{C396AE34-221A-4976-84B0-FCE3EBD1623E}" type="presOf" srcId="{86C76375-759C-430F-8C04-D9FE85D3E0BB}" destId="{B9FDD0DE-38DF-4097-A839-7CA529B0134A}" srcOrd="1" destOrd="0" presId="urn:microsoft.com/office/officeart/2008/layout/HorizontalMultiLevelHierarchy"/>
    <dgm:cxn modelId="{5FD1323B-DAEC-4016-ADAF-0DE2678862A7}" type="presOf" srcId="{BC06D4EA-C00A-455B-A296-90B7D26E50BF}" destId="{DDA79D3F-A64C-4EED-8BE6-B172036968B7}" srcOrd="0" destOrd="0" presId="urn:microsoft.com/office/officeart/2008/layout/HorizontalMultiLevelHierarchy"/>
    <dgm:cxn modelId="{7946F43C-69DA-4256-A30C-8E74A73E10AD}" type="presOf" srcId="{123BE4C2-2740-48F1-A672-BED1CFEF1A55}" destId="{FE96766D-0860-4D60-82D6-404DDCCC36A1}" srcOrd="1" destOrd="0" presId="urn:microsoft.com/office/officeart/2008/layout/HorizontalMultiLevelHierarchy"/>
    <dgm:cxn modelId="{4110985D-8713-4C19-8848-832125766D5C}" type="presOf" srcId="{07B6C525-6C33-4AE8-B387-9234D98AC7A5}" destId="{04620BEB-0EEC-4835-AA29-7DE825A6C113}" srcOrd="0" destOrd="0" presId="urn:microsoft.com/office/officeart/2008/layout/HorizontalMultiLevelHierarchy"/>
    <dgm:cxn modelId="{41EF1B5F-D09D-4F71-8417-C286285C9568}" srcId="{ED807E35-B5D3-4BCB-9B29-5888EC2127F1}" destId="{5821FB8A-5877-43A9-875B-26B9C487ACC9}" srcOrd="0" destOrd="0" parTransId="{90CBA59F-7D7C-4C75-9B0F-F5F15E07117F}" sibTransId="{D3D15590-51C2-44EF-AC9C-F94F0FCCB8B6}"/>
    <dgm:cxn modelId="{472CB35F-A64A-47A7-B093-DA08F33E7D6D}" type="presOf" srcId="{47E5BE65-B25F-4E96-B9CB-E8FAE5DD7E44}" destId="{D4D800CF-8BE2-43F6-9CD4-500592EEFBC1}" srcOrd="0" destOrd="0" presId="urn:microsoft.com/office/officeart/2008/layout/HorizontalMultiLevelHierarchy"/>
    <dgm:cxn modelId="{923AC760-6B93-4322-A126-3EEB854498F4}" type="presOf" srcId="{A004AE72-6A2F-4DC1-86AA-9DD6EF4528AF}" destId="{22D0EEAC-F1C3-4BAD-B8D4-AFFC576382CC}" srcOrd="0" destOrd="0" presId="urn:microsoft.com/office/officeart/2008/layout/HorizontalMultiLevelHierarchy"/>
    <dgm:cxn modelId="{6B282A65-641E-4798-B811-1AC8F94F44F5}" srcId="{26A7866C-CE89-4BAB-B6B8-421B68991845}" destId="{F6D65D99-858C-4491-8350-4E38A536AD21}" srcOrd="0" destOrd="0" parTransId="{FEC150FD-CA24-4E50-97F1-E69E41EAECA7}" sibTransId="{15769C71-E077-44AB-965F-70D7B581EC38}"/>
    <dgm:cxn modelId="{D51DA566-7B02-4DC6-ACDE-E73D31B45588}" srcId="{ED807E35-B5D3-4BCB-9B29-5888EC2127F1}" destId="{47E5BE65-B25F-4E96-B9CB-E8FAE5DD7E44}" srcOrd="5" destOrd="0" parTransId="{FE0B849B-A259-445D-98B6-A27704E3CFCF}" sibTransId="{23CC23C7-9600-481A-B5F0-4F542A607337}"/>
    <dgm:cxn modelId="{317D7167-6701-4EAC-B88D-D238580739FA}" type="presOf" srcId="{B8A6E210-3D1F-468B-BD06-85B17F9AB552}" destId="{4BC74C6A-A727-4FD8-8A8B-C55AF6E4ED33}" srcOrd="0" destOrd="0" presId="urn:microsoft.com/office/officeart/2008/layout/HorizontalMultiLevelHierarchy"/>
    <dgm:cxn modelId="{AEE8A747-6FD2-4FCD-BAE4-F0DCF0DF4A08}" type="presOf" srcId="{FAAB12E2-8CAD-4F51-BD04-4717B6185D26}" destId="{0080638B-FEFF-452C-B1E3-A856AE738F2B}" srcOrd="0" destOrd="0" presId="urn:microsoft.com/office/officeart/2008/layout/HorizontalMultiLevelHierarchy"/>
    <dgm:cxn modelId="{F365FF67-F45B-4E14-A550-4373BE4C7180}" type="presOf" srcId="{1088B713-D373-4F76-B98B-B75395D41BA2}" destId="{80CCDF43-4A90-4DB9-90BB-F37BB6A6CE64}" srcOrd="0" destOrd="0" presId="urn:microsoft.com/office/officeart/2008/layout/HorizontalMultiLevelHierarchy"/>
    <dgm:cxn modelId="{9DB2F64A-952B-4215-B48E-E5B2022D05AD}" type="presOf" srcId="{90CBA59F-7D7C-4C75-9B0F-F5F15E07117F}" destId="{D6E620D2-D3BC-436E-AE97-2C6EFEAF5E1D}" srcOrd="1" destOrd="0" presId="urn:microsoft.com/office/officeart/2008/layout/HorizontalMultiLevelHierarchy"/>
    <dgm:cxn modelId="{D600466B-4A6D-4D0E-91E7-0373DFFDB2E1}" type="presOf" srcId="{BCCAAA6F-8BD8-4DAB-9BF9-38A9C608DF05}" destId="{4CECB983-743C-4BF5-A7D2-8913DF3158E2}" srcOrd="1" destOrd="0" presId="urn:microsoft.com/office/officeart/2008/layout/HorizontalMultiLevelHierarchy"/>
    <dgm:cxn modelId="{1C054A4C-FE2D-46FB-B0E2-C91FC85755E0}" srcId="{D386F11A-1804-40C3-B4C6-97A93DDDA638}" destId="{D5CC7BC0-399A-4FA1-9282-8E02243BD9DA}" srcOrd="1" destOrd="0" parTransId="{77DE0F50-91BD-47B0-82F2-905F09486430}" sibTransId="{6B4200AB-22F1-4917-A548-F0CC62565ABB}"/>
    <dgm:cxn modelId="{029AD94C-1205-4985-8687-9BFEC982AECD}" type="presOf" srcId="{A004AE72-6A2F-4DC1-86AA-9DD6EF4528AF}" destId="{D7E8F901-BAA6-4D2C-8C3C-C991500CB493}" srcOrd="1" destOrd="0" presId="urn:microsoft.com/office/officeart/2008/layout/HorizontalMultiLevelHierarchy"/>
    <dgm:cxn modelId="{E9146F4D-37C5-42F0-90A5-55472510F29A}" type="presOf" srcId="{6A43294B-A1CB-4D6F-B453-0FF0E5776867}" destId="{CE810C7E-C3EF-4168-95BF-2980E8095076}" srcOrd="1" destOrd="0" presId="urn:microsoft.com/office/officeart/2008/layout/HorizontalMultiLevelHierarchy"/>
    <dgm:cxn modelId="{BAE49B70-8707-4E07-AA54-C05B35623E89}" type="presOf" srcId="{1EAAA8DD-4A75-4985-B423-64C84D4EE993}" destId="{F31F3F23-7C72-452A-ADC8-1CB2C7B14B46}" srcOrd="0" destOrd="0" presId="urn:microsoft.com/office/officeart/2008/layout/HorizontalMultiLevelHierarchy"/>
    <dgm:cxn modelId="{AF38FD50-C503-4AAB-9D8C-DF2422F21DA6}" type="presOf" srcId="{4F28903C-A6C9-4863-BB2A-43AED4B9C37B}" destId="{2B29F018-F637-4258-A9C2-9FD5539BC75D}" srcOrd="0" destOrd="0" presId="urn:microsoft.com/office/officeart/2008/layout/HorizontalMultiLevelHierarchy"/>
    <dgm:cxn modelId="{3E56AE52-937E-43A3-9254-AABD6F335BAB}" type="presOf" srcId="{D1D1B209-31AA-46C8-BA21-F3B9CF8FE9FB}" destId="{8E837C51-8492-4622-B33F-F9A94A9D0EF1}" srcOrd="1" destOrd="0" presId="urn:microsoft.com/office/officeart/2008/layout/HorizontalMultiLevelHierarchy"/>
    <dgm:cxn modelId="{2FBD3053-124A-47BB-A5FF-07349290F2BA}" srcId="{F9761145-AC0C-4403-8E44-69ED36FDA9D5}" destId="{C0E2D71C-FFA2-4777-957A-123AA3C34A71}" srcOrd="0" destOrd="0" parTransId="{FAAB12E2-8CAD-4F51-BD04-4717B6185D26}" sibTransId="{00314CA6-1190-4F10-A475-1BA7B9FAFE5E}"/>
    <dgm:cxn modelId="{301CD854-185A-423A-B9DC-70FB6855E5AB}" type="presOf" srcId="{123BE4C2-2740-48F1-A672-BED1CFEF1A55}" destId="{6A1F7B97-5B80-483A-A0C1-E0085B4BB7F9}" srcOrd="0" destOrd="0" presId="urn:microsoft.com/office/officeart/2008/layout/HorizontalMultiLevelHierarchy"/>
    <dgm:cxn modelId="{CE153F75-16CE-4C6C-B9E6-0D92504A9D0C}" type="presOf" srcId="{D5E1256A-7804-4A1B-9CE0-8C476EAC6D6B}" destId="{051C7EE5-64C2-4B32-9CB4-6E697A8B079C}" srcOrd="0" destOrd="0" presId="urn:microsoft.com/office/officeart/2008/layout/HorizontalMultiLevelHierarchy"/>
    <dgm:cxn modelId="{7F798975-53D8-46F5-B92C-2ED70119B416}" type="presOf" srcId="{C0E2D71C-FFA2-4777-957A-123AA3C34A71}" destId="{ED7AE535-3B05-4E8E-BA97-B04049458DB3}" srcOrd="0" destOrd="0" presId="urn:microsoft.com/office/officeart/2008/layout/HorizontalMultiLevelHierarchy"/>
    <dgm:cxn modelId="{A10FE877-39E5-41F0-85EF-4476F8AD8008}" type="presOf" srcId="{DC92EE81-E160-409C-8D57-13731F9F37AC}" destId="{92090F43-5B4E-4749-BCAA-CA724B1D4710}" srcOrd="0" destOrd="0" presId="urn:microsoft.com/office/officeart/2008/layout/HorizontalMultiLevelHierarchy"/>
    <dgm:cxn modelId="{885C3158-F9C5-4589-B2A4-6A085D05BECC}" type="presOf" srcId="{8D49C22C-79DA-4F3A-AEAD-6714A7BAFF19}" destId="{03784CEB-724F-450D-AE6D-EBA3A5A10CF8}" srcOrd="1" destOrd="0" presId="urn:microsoft.com/office/officeart/2008/layout/HorizontalMultiLevelHierarchy"/>
    <dgm:cxn modelId="{817EC959-9586-466B-AA5F-81F0AA087D4F}" type="presOf" srcId="{7AFAD916-0B3E-4141-9546-EF644C75C7DE}" destId="{CFCF47A2-F139-4B47-977C-1611FBA1DAB3}" srcOrd="0" destOrd="0" presId="urn:microsoft.com/office/officeart/2008/layout/HorizontalMultiLevelHierarchy"/>
    <dgm:cxn modelId="{92023B7B-93A7-4B5D-8016-E240B3B17699}" type="presOf" srcId="{D5CC7BC0-399A-4FA1-9282-8E02243BD9DA}" destId="{27B4AF17-3646-481D-A3F4-26A127527259}" srcOrd="0" destOrd="0" presId="urn:microsoft.com/office/officeart/2008/layout/HorizontalMultiLevelHierarchy"/>
    <dgm:cxn modelId="{C348EA80-26EC-42A7-A79E-25B4312BC4F3}" srcId="{F8A4306D-2EA6-4060-9C81-584FC924A72D}" destId="{4F28903C-A6C9-4863-BB2A-43AED4B9C37B}" srcOrd="4" destOrd="0" parTransId="{86C76375-759C-430F-8C04-D9FE85D3E0BB}" sibTransId="{B8DD7159-E45E-49FB-AD54-E66760F599F9}"/>
    <dgm:cxn modelId="{38146F81-1D2E-457D-97C3-19CD137CE8F2}" type="presOf" srcId="{8BE22E42-DB0A-4790-87BD-8B0CEA94CA04}" destId="{B1DAB71E-6E0D-4893-9248-FF2AC3D62576}" srcOrd="1" destOrd="0" presId="urn:microsoft.com/office/officeart/2008/layout/HorizontalMultiLevelHierarchy"/>
    <dgm:cxn modelId="{A736E582-C28A-4A2F-89F6-E3B21BD828F6}" type="presOf" srcId="{DC92EE81-E160-409C-8D57-13731F9F37AC}" destId="{81E432F6-3EF7-4549-811C-B578FA37B5ED}" srcOrd="1" destOrd="0" presId="urn:microsoft.com/office/officeart/2008/layout/HorizontalMultiLevelHierarchy"/>
    <dgm:cxn modelId="{B47F5B84-4AD3-4292-9415-E50BD3B8DABE}" type="presOf" srcId="{F8A4306D-2EA6-4060-9C81-584FC924A72D}" destId="{1A8C8775-11A9-4910-9DB9-4ADDC072442C}" srcOrd="0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E064CD8A-4BBF-470F-ADFF-6088B5CDF8EB}" type="presOf" srcId="{07CF0387-B6A7-46F6-8D80-6515DE1A07FD}" destId="{F79FB1EC-FF45-40C7-BCB6-021087AEF7A4}" srcOrd="0" destOrd="0" presId="urn:microsoft.com/office/officeart/2008/layout/HorizontalMultiLevelHierarchy"/>
    <dgm:cxn modelId="{F2A0ED8B-F3E0-40B5-8E8E-CAFF576907D3}" srcId="{4F28903C-A6C9-4863-BB2A-43AED4B9C37B}" destId="{BF1A8830-6600-4079-9907-EC2B2AFB2113}" srcOrd="2" destOrd="0" parTransId="{B8A6E210-3D1F-468B-BD06-85B17F9AB552}" sibTransId="{8F56ABFD-B8FE-40BB-B312-FC16D83CD91F}"/>
    <dgm:cxn modelId="{5EB7DF8D-7BF8-4C6E-BDD6-8100ECD9AA7A}" srcId="{ED807E35-B5D3-4BCB-9B29-5888EC2127F1}" destId="{8EC7E3C2-D2EB-4D76-988B-B2A9666017DA}" srcOrd="3" destOrd="0" parTransId="{8D49C22C-79DA-4F3A-AEAD-6714A7BAFF19}" sibTransId="{464A0BE2-DEF7-417E-9E85-C09FA6EB1044}"/>
    <dgm:cxn modelId="{1DF5A08E-589B-4D52-8BC8-19AC2BE17C28}" srcId="{8DCCF5A1-F5D2-48CE-BA98-5C85D6801254}" destId="{7AFAD916-0B3E-4141-9546-EF644C75C7DE}" srcOrd="0" destOrd="0" parTransId="{D1D1B209-31AA-46C8-BA21-F3B9CF8FE9FB}" sibTransId="{3989527C-439F-4CDD-A951-52296F973D86}"/>
    <dgm:cxn modelId="{F4A46092-EAB6-40B3-9726-5BFDE4954708}" type="presOf" srcId="{D1D1B209-31AA-46C8-BA21-F3B9CF8FE9FB}" destId="{A77A702B-712F-4ECF-ABF5-D128154D2C84}" srcOrd="0" destOrd="0" presId="urn:microsoft.com/office/officeart/2008/layout/HorizontalMultiLevelHierarchy"/>
    <dgm:cxn modelId="{C0FD6993-84E5-4DB6-807C-809243D80E35}" type="presOf" srcId="{D703D4E3-80AC-43B7-BB5D-6236C00A0C8E}" destId="{A393CB0A-BEF7-4DB8-81E5-1154DE861CF6}" srcOrd="0" destOrd="0" presId="urn:microsoft.com/office/officeart/2008/layout/HorizontalMultiLevelHierarchy"/>
    <dgm:cxn modelId="{4099DD93-ACD7-4CAD-ABCC-17E0F0A6EDDA}" type="presOf" srcId="{1EAAA8DD-4A75-4985-B423-64C84D4EE993}" destId="{37CD627C-8293-4029-B114-AA7B7535644E}" srcOrd="1" destOrd="0" presId="urn:microsoft.com/office/officeart/2008/layout/HorizontalMultiLevelHierarchy"/>
    <dgm:cxn modelId="{CB454595-D635-430B-A6C0-E18B6A5B0EF5}" type="presOf" srcId="{8DCCF5A1-F5D2-48CE-BA98-5C85D6801254}" destId="{32ACC1F6-D5B9-4CEA-991A-2E04658BD206}" srcOrd="0" destOrd="0" presId="urn:microsoft.com/office/officeart/2008/layout/HorizontalMultiLevelHierarchy"/>
    <dgm:cxn modelId="{83C36695-913C-4836-9A9B-C0920650704F}" type="presOf" srcId="{FEC150FD-CA24-4E50-97F1-E69E41EAECA7}" destId="{F26F67FB-D19B-4991-9A66-98D479004DA6}" srcOrd="0" destOrd="0" presId="urn:microsoft.com/office/officeart/2008/layout/HorizontalMultiLevelHierarchy"/>
    <dgm:cxn modelId="{99B37A96-C7E4-4FFE-AE1C-0B928899CCF5}" srcId="{ED807E35-B5D3-4BCB-9B29-5888EC2127F1}" destId="{9E6C4194-C2AC-49CA-B1BE-485970A30476}" srcOrd="2" destOrd="0" parTransId="{123BE4C2-2740-48F1-A672-BED1CFEF1A55}" sibTransId="{9CCDDAAC-1088-4C90-ADDE-D6CCD26B0E7F}"/>
    <dgm:cxn modelId="{7BED5D9D-F69E-4E68-B212-99F6FAF2DE56}" type="presOf" srcId="{B56DF796-4577-4EAC-93C2-6935751BE25A}" destId="{C96BA59C-3D83-4DC3-B99D-FEFB4E6D77F1}" srcOrd="0" destOrd="0" presId="urn:microsoft.com/office/officeart/2008/layout/HorizontalMultiLevelHierarchy"/>
    <dgm:cxn modelId="{6C88B4A0-9978-46AC-BDC3-3B16A0BA6511}" type="presOf" srcId="{D386F11A-1804-40C3-B4C6-97A93DDDA638}" destId="{B2ADA6F2-50C6-4A88-AAA9-37F38027290A}" srcOrd="0" destOrd="0" presId="urn:microsoft.com/office/officeart/2008/layout/HorizontalMultiLevelHierarchy"/>
    <dgm:cxn modelId="{D0B423A4-D6FE-4CD1-9CD4-4266E4561C4B}" type="presOf" srcId="{C5F0EE40-EBE4-45F5-B1FC-726A9F1B0F73}" destId="{F226263A-149C-45EB-8D74-9D5F16BB2DF3}" srcOrd="0" destOrd="0" presId="urn:microsoft.com/office/officeart/2008/layout/HorizontalMultiLevelHierarchy"/>
    <dgm:cxn modelId="{9E0218A5-488F-464C-B22F-2760F3B4FFFD}" type="presOf" srcId="{69C3C36C-E5CC-4A23-B842-F7ADB4F0B186}" destId="{C0937D04-21A0-43F6-85AC-6D62800094D9}" srcOrd="0" destOrd="0" presId="urn:microsoft.com/office/officeart/2008/layout/HorizontalMultiLevelHierarchy"/>
    <dgm:cxn modelId="{32D1E7A8-903B-442F-94BE-655DBE3171A5}" type="presOf" srcId="{86C76375-759C-430F-8C04-D9FE85D3E0BB}" destId="{606C6F1E-498E-4DDB-A186-9DA9B6E34A4F}" srcOrd="0" destOrd="0" presId="urn:microsoft.com/office/officeart/2008/layout/HorizontalMultiLevelHierarchy"/>
    <dgm:cxn modelId="{72C4DCA9-69DE-411B-B9C2-7B74C9048EBC}" srcId="{26A7866C-CE89-4BAB-B6B8-421B68991845}" destId="{BC06D4EA-C00A-455B-A296-90B7D26E50BF}" srcOrd="1" destOrd="0" parTransId="{1088B713-D373-4F76-B98B-B75395D41BA2}" sibTransId="{640074BF-093A-4037-A45A-F35FD66C4B67}"/>
    <dgm:cxn modelId="{7F7C9DAC-DC78-41A1-8810-4E3AA25B8CF7}" type="presOf" srcId="{7FA6DCDB-7840-414E-A2DC-34707D6C010C}" destId="{5BB8511B-BEEB-4D95-9928-1B6F31389179}" srcOrd="0" destOrd="0" presId="urn:microsoft.com/office/officeart/2008/layout/HorizontalMultiLevelHierarchy"/>
    <dgm:cxn modelId="{072DBCAD-D896-4D85-BFFC-B25B6B20955A}" type="presOf" srcId="{402FF5D2-6E69-442B-87ED-AF119AB98C9A}" destId="{E3D0D3B2-09CA-4905-A15A-B5077E79086E}" srcOrd="1" destOrd="0" presId="urn:microsoft.com/office/officeart/2008/layout/HorizontalMultiLevelHierarchy"/>
    <dgm:cxn modelId="{F8DB03AF-B784-48A9-AE53-EF0646F0505B}" srcId="{ED807E35-B5D3-4BCB-9B29-5888EC2127F1}" destId="{B56DF796-4577-4EAC-93C2-6935751BE25A}" srcOrd="1" destOrd="0" parTransId="{E9C31236-41E3-4D93-86D6-120F41639747}" sibTransId="{7891076A-C6C8-4A60-A70F-5BC6A31F5F3B}"/>
    <dgm:cxn modelId="{494E23AF-56E1-47F9-B03E-EFDD48513249}" type="presOf" srcId="{ED807E35-B5D3-4BCB-9B29-5888EC2127F1}" destId="{BEDCAB73-F473-4593-A1D1-34DA9B04C965}" srcOrd="0" destOrd="0" presId="urn:microsoft.com/office/officeart/2008/layout/HorizontalMultiLevelHierarchy"/>
    <dgm:cxn modelId="{BD9CF3B5-7213-49FB-8B5C-ADF0495BBBE6}" type="presOf" srcId="{C5F0EE40-EBE4-45F5-B1FC-726A9F1B0F73}" destId="{ED327FEE-4425-4C58-876D-54DE2191A0F8}" srcOrd="1" destOrd="0" presId="urn:microsoft.com/office/officeart/2008/layout/HorizontalMultiLevelHierarchy"/>
    <dgm:cxn modelId="{B11312B8-519C-4B95-8800-12EF6ABD8CAD}" type="presOf" srcId="{AE0CC12A-8B26-484E-AA07-8C88D1D017AA}" destId="{8743B348-BD29-45B2-B1D1-8C789BE77813}" srcOrd="1" destOrd="0" presId="urn:microsoft.com/office/officeart/2008/layout/HorizontalMultiLevelHierarchy"/>
    <dgm:cxn modelId="{4FEBF2BB-B0B7-4621-9DDA-CBFD130950DF}" srcId="{F8A4306D-2EA6-4060-9C81-584FC924A72D}" destId="{F9761145-AC0C-4403-8E44-69ED36FDA9D5}" srcOrd="5" destOrd="0" parTransId="{BCCAAA6F-8BD8-4DAB-9BF9-38A9C608DF05}" sibTransId="{1FE38B31-358A-4564-BE0D-2C1A78CC8E70}"/>
    <dgm:cxn modelId="{7C6207BF-F9B9-4E9A-B150-D05B49790F2F}" type="presOf" srcId="{26A7866C-CE89-4BAB-B6B8-421B68991845}" destId="{8F7C36BE-E589-4461-8F16-778807C0B166}" srcOrd="0" destOrd="0" presId="urn:microsoft.com/office/officeart/2008/layout/HorizontalMultiLevelHierarchy"/>
    <dgm:cxn modelId="{29ED52BF-EA65-43B5-AC1C-0A48A7894794}" type="presOf" srcId="{E2BEE4B6-C1A1-4A2D-A761-968A2D1121C6}" destId="{81224C5B-9665-4FC8-9EFA-FD6288EDEDB5}" srcOrd="1" destOrd="0" presId="urn:microsoft.com/office/officeart/2008/layout/HorizontalMultiLevelHierarchy"/>
    <dgm:cxn modelId="{AD339EC2-C058-40B4-BA0C-9CEC3829C1C8}" type="presOf" srcId="{663F485F-149A-43CE-90EE-939AFDE4FBE9}" destId="{3A573B39-4F88-4D8B-A12B-B314D5D8B0ED}" srcOrd="0" destOrd="0" presId="urn:microsoft.com/office/officeart/2008/layout/HorizontalMultiLevelHierarchy"/>
    <dgm:cxn modelId="{F09A3AC3-7133-490B-9882-BF7D7E539B9F}" type="presOf" srcId="{AE0CC12A-8B26-484E-AA07-8C88D1D017AA}" destId="{31955690-7179-40C4-9E8A-5D70DFC377E7}" srcOrd="0" destOrd="0" presId="urn:microsoft.com/office/officeart/2008/layout/HorizontalMultiLevelHierarchy"/>
    <dgm:cxn modelId="{0E0050C7-A655-474A-B475-F6D41B17A342}" type="presOf" srcId="{8BE22E42-DB0A-4790-87BD-8B0CEA94CA04}" destId="{FA624BE1-9ACC-4E7D-9F6D-BDD9E6D78BF6}" srcOrd="0" destOrd="0" presId="urn:microsoft.com/office/officeart/2008/layout/HorizontalMultiLevelHierarchy"/>
    <dgm:cxn modelId="{EE16E4CA-07E3-44B0-AAEE-F0B5AFACB43D}" type="presOf" srcId="{279C189A-06F2-43CF-B5A5-E89F36F848E9}" destId="{88E111A6-EFA1-4544-AFA8-6F1120FCE148}" srcOrd="0" destOrd="0" presId="urn:microsoft.com/office/officeart/2008/layout/HorizontalMultiLevelHierarchy"/>
    <dgm:cxn modelId="{049CF7CC-B208-4A72-A5C2-87DD58BA822A}" srcId="{D386F11A-1804-40C3-B4C6-97A93DDDA638}" destId="{4ACE4D20-0AD1-48A9-9ACB-1F5C46BC0BDA}" srcOrd="3" destOrd="0" parTransId="{07B6C525-6C33-4AE8-B387-9234D98AC7A5}" sibTransId="{D43DB4CE-5FDD-4F07-B46D-1A1C7495C161}"/>
    <dgm:cxn modelId="{6B327FD0-D6FF-4581-A85B-E6AE99599B9E}" type="presOf" srcId="{6A43294B-A1CB-4D6F-B453-0FF0E5776867}" destId="{E43A60A7-9DDF-42B2-A812-4D4F0F75076B}" srcOrd="0" destOrd="0" presId="urn:microsoft.com/office/officeart/2008/layout/HorizontalMultiLevelHierarchy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7AE3CCDB-379E-4F5C-A1F3-FA8435FE628A}" type="presOf" srcId="{FE0B849B-A259-445D-98B6-A27704E3CFCF}" destId="{3DE37D72-2B84-4626-86E1-56FEC02CE55E}" srcOrd="1" destOrd="0" presId="urn:microsoft.com/office/officeart/2008/layout/HorizontalMultiLevelHierarchy"/>
    <dgm:cxn modelId="{A5E3A0DE-3F29-45DF-B3C9-345FA27E2BAE}" srcId="{D386F11A-1804-40C3-B4C6-97A93DDDA638}" destId="{7FA6DCDB-7840-414E-A2DC-34707D6C010C}" srcOrd="0" destOrd="0" parTransId="{BC517616-6D60-41B4-A1E9-EF3BB38B7FA6}" sibTransId="{81C5B1B1-C736-4F61-B4D2-15979B594143}"/>
    <dgm:cxn modelId="{803961DF-BB26-4EB5-AAEF-ABF3A2745B81}" type="presOf" srcId="{E9C31236-41E3-4D93-86D6-120F41639747}" destId="{D039A37C-16E1-46DE-83F2-FE1AFA19E6B5}" srcOrd="0" destOrd="0" presId="urn:microsoft.com/office/officeart/2008/layout/HorizontalMultiLevelHierarchy"/>
    <dgm:cxn modelId="{F70168DF-7692-4B2F-9CCB-ECC92C7E8FC7}" type="presOf" srcId="{4ACE4D20-0AD1-48A9-9ACB-1F5C46BC0BDA}" destId="{E8145716-6D58-4345-8073-80600F1C9F42}" srcOrd="0" destOrd="0" presId="urn:microsoft.com/office/officeart/2008/layout/HorizontalMultiLevelHierarchy"/>
    <dgm:cxn modelId="{3001B6E0-5A1B-4107-95CB-12E9DCC99663}" srcId="{D386F11A-1804-40C3-B4C6-97A93DDDA638}" destId="{D703D4E3-80AC-43B7-BB5D-6236C00A0C8E}" srcOrd="4" destOrd="0" parTransId="{C5F0EE40-EBE4-45F5-B1FC-726A9F1B0F73}" sibTransId="{AA9F861D-93CE-4011-9A92-B54BA4C37D2E}"/>
    <dgm:cxn modelId="{F2C3D6E0-DCC7-44E9-805C-D86F436C92B6}" type="presOf" srcId="{BC517616-6D60-41B4-A1E9-EF3BB38B7FA6}" destId="{BD65CC17-314D-4592-BB6E-D178C94F5A9C}" srcOrd="1" destOrd="0" presId="urn:microsoft.com/office/officeart/2008/layout/HorizontalMultiLevelHierarchy"/>
    <dgm:cxn modelId="{96A938E4-3A52-4A2D-B625-586F95D52336}" type="presOf" srcId="{F6D65D99-858C-4491-8350-4E38A536AD21}" destId="{B451BF21-E3E7-4DE8-AB73-A070BD52A292}" srcOrd="0" destOrd="0" presId="urn:microsoft.com/office/officeart/2008/layout/HorizontalMultiLevelHierarchy"/>
    <dgm:cxn modelId="{A428E8E4-C01B-4363-BF5B-CDE9D2E1C403}" type="presOf" srcId="{6E00B489-6825-4F79-AAF6-ADC76498986E}" destId="{F1F41947-56D6-4C31-BC5C-EA88A158B7D9}" srcOrd="1" destOrd="0" presId="urn:microsoft.com/office/officeart/2008/layout/HorizontalMultiLevelHierarchy"/>
    <dgm:cxn modelId="{A3EFD7EC-09C6-400D-ABA9-8F9B1E190C21}" type="presOf" srcId="{E2BEE4B6-C1A1-4A2D-A761-968A2D1121C6}" destId="{48B72B3E-C983-4274-B2B2-70D16748E2BB}" srcOrd="0" destOrd="0" presId="urn:microsoft.com/office/officeart/2008/layout/HorizontalMultiLevelHierarchy"/>
    <dgm:cxn modelId="{23F0C3FB-4CB7-4989-B2AC-3E2A6ECC62EB}" type="presOf" srcId="{402FF5D2-6E69-442B-87ED-AF119AB98C9A}" destId="{E7448DA2-ABEA-4A21-9757-53D581D7F3FD}" srcOrd="0" destOrd="0" presId="urn:microsoft.com/office/officeart/2008/layout/HorizontalMultiLevelHierarchy"/>
    <dgm:cxn modelId="{A8948EFC-508A-4472-BEE6-5215065EA1CF}" type="presOf" srcId="{9E22FAF0-FF7E-4884-94A7-F2B8FFBB5A5E}" destId="{8B6A1FEE-6309-4F91-8601-1AC9179B566D}" srcOrd="0" destOrd="0" presId="urn:microsoft.com/office/officeart/2008/layout/HorizontalMultiLevelHierarchy"/>
    <dgm:cxn modelId="{8FA4D7FC-804D-450C-83A8-C1C0D973E942}" type="presOf" srcId="{D5E1256A-7804-4A1B-9CE0-8C476EAC6D6B}" destId="{BC550C4A-0520-4519-87CB-647D5B9D3481}" srcOrd="1" destOrd="0" presId="urn:microsoft.com/office/officeart/2008/layout/HorizontalMultiLevelHierarchy"/>
    <dgm:cxn modelId="{624229CE-844C-490E-B8B8-EDD944333E53}" type="presParOf" srcId="{AB769FB9-81B7-4D88-8E0E-4605BD1B277C}" destId="{4EC09F46-69D8-4EC8-A3FD-B9943A6C53ED}" srcOrd="0" destOrd="0" presId="urn:microsoft.com/office/officeart/2008/layout/HorizontalMultiLevelHierarchy"/>
    <dgm:cxn modelId="{8EA3CD1D-95A2-46D7-B6AE-BE617712EF02}" type="presParOf" srcId="{4EC09F46-69D8-4EC8-A3FD-B9943A6C53ED}" destId="{1A8C8775-11A9-4910-9DB9-4ADDC072442C}" srcOrd="0" destOrd="0" presId="urn:microsoft.com/office/officeart/2008/layout/HorizontalMultiLevelHierarchy"/>
    <dgm:cxn modelId="{C413B161-2247-46C2-9E47-B329D9A7D497}" type="presParOf" srcId="{4EC09F46-69D8-4EC8-A3FD-B9943A6C53ED}" destId="{15760790-9539-44A9-A52D-58AB584996E5}" srcOrd="1" destOrd="0" presId="urn:microsoft.com/office/officeart/2008/layout/HorizontalMultiLevelHierarchy"/>
    <dgm:cxn modelId="{92498587-D92E-4DCC-96EE-F5CB9EE93F72}" type="presParOf" srcId="{15760790-9539-44A9-A52D-58AB584996E5}" destId="{92090F43-5B4E-4749-BCAA-CA724B1D4710}" srcOrd="0" destOrd="0" presId="urn:microsoft.com/office/officeart/2008/layout/HorizontalMultiLevelHierarchy"/>
    <dgm:cxn modelId="{BCC48992-7BC4-44C5-A458-AE2596A6140A}" type="presParOf" srcId="{92090F43-5B4E-4749-BCAA-CA724B1D4710}" destId="{81E432F6-3EF7-4549-811C-B578FA37B5ED}" srcOrd="0" destOrd="0" presId="urn:microsoft.com/office/officeart/2008/layout/HorizontalMultiLevelHierarchy"/>
    <dgm:cxn modelId="{3B3DFD5F-3228-4D6F-A781-04F4F450DAD8}" type="presParOf" srcId="{15760790-9539-44A9-A52D-58AB584996E5}" destId="{72B2EE92-AB90-4A5C-9510-488C5A769220}" srcOrd="1" destOrd="0" presId="urn:microsoft.com/office/officeart/2008/layout/HorizontalMultiLevelHierarchy"/>
    <dgm:cxn modelId="{EC37F390-7952-4383-AAA4-9D5BB477BF09}" type="presParOf" srcId="{72B2EE92-AB90-4A5C-9510-488C5A769220}" destId="{B2ADA6F2-50C6-4A88-AAA9-37F38027290A}" srcOrd="0" destOrd="0" presId="urn:microsoft.com/office/officeart/2008/layout/HorizontalMultiLevelHierarchy"/>
    <dgm:cxn modelId="{AD957301-CD14-45AD-91DA-B9B95C70EB51}" type="presParOf" srcId="{72B2EE92-AB90-4A5C-9510-488C5A769220}" destId="{FCCA6175-AB58-4D81-9EEF-6F7407CF7161}" srcOrd="1" destOrd="0" presId="urn:microsoft.com/office/officeart/2008/layout/HorizontalMultiLevelHierarchy"/>
    <dgm:cxn modelId="{E5B6F265-BCD9-4FB3-99CE-7B0CEF371AD5}" type="presParOf" srcId="{FCCA6175-AB58-4D81-9EEF-6F7407CF7161}" destId="{25457684-6A6A-46B1-BEFA-440DA349A4E1}" srcOrd="0" destOrd="0" presId="urn:microsoft.com/office/officeart/2008/layout/HorizontalMultiLevelHierarchy"/>
    <dgm:cxn modelId="{4966E03E-9CCB-460F-87B3-9960B336DC9A}" type="presParOf" srcId="{25457684-6A6A-46B1-BEFA-440DA349A4E1}" destId="{BD65CC17-314D-4592-BB6E-D178C94F5A9C}" srcOrd="0" destOrd="0" presId="urn:microsoft.com/office/officeart/2008/layout/HorizontalMultiLevelHierarchy"/>
    <dgm:cxn modelId="{11414040-BFC2-4955-B666-2F1803D75ABA}" type="presParOf" srcId="{FCCA6175-AB58-4D81-9EEF-6F7407CF7161}" destId="{55C8CA33-082C-4B82-8A53-827A77C4078E}" srcOrd="1" destOrd="0" presId="urn:microsoft.com/office/officeart/2008/layout/HorizontalMultiLevelHierarchy"/>
    <dgm:cxn modelId="{88968131-0B81-4EA4-AC24-ADE5E48C6C5C}" type="presParOf" srcId="{55C8CA33-082C-4B82-8A53-827A77C4078E}" destId="{5BB8511B-BEEB-4D95-9928-1B6F31389179}" srcOrd="0" destOrd="0" presId="urn:microsoft.com/office/officeart/2008/layout/HorizontalMultiLevelHierarchy"/>
    <dgm:cxn modelId="{44C3ECC4-A1F5-4044-BF96-DFE76B33F80F}" type="presParOf" srcId="{55C8CA33-082C-4B82-8A53-827A77C4078E}" destId="{7547BC9F-2A72-4AE4-BE3E-5AEEB03D4ECA}" srcOrd="1" destOrd="0" presId="urn:microsoft.com/office/officeart/2008/layout/HorizontalMultiLevelHierarchy"/>
    <dgm:cxn modelId="{B625E5A1-4AEE-486D-BBA8-E9AC6CAD3257}" type="presParOf" srcId="{FCCA6175-AB58-4D81-9EEF-6F7407CF7161}" destId="{0BFB8105-4697-4547-9449-F2D6976200F3}" srcOrd="2" destOrd="0" presId="urn:microsoft.com/office/officeart/2008/layout/HorizontalMultiLevelHierarchy"/>
    <dgm:cxn modelId="{A432A15D-1811-426B-8CF9-118FA800963A}" type="presParOf" srcId="{0BFB8105-4697-4547-9449-F2D6976200F3}" destId="{0FF4104E-AE60-4D11-8A99-EF8A73225F34}" srcOrd="0" destOrd="0" presId="urn:microsoft.com/office/officeart/2008/layout/HorizontalMultiLevelHierarchy"/>
    <dgm:cxn modelId="{02538ABD-150B-4200-86F7-408D9BF365E4}" type="presParOf" srcId="{FCCA6175-AB58-4D81-9EEF-6F7407CF7161}" destId="{4F1F72D7-F86A-44CA-8AA6-859FE0E5FD94}" srcOrd="3" destOrd="0" presId="urn:microsoft.com/office/officeart/2008/layout/HorizontalMultiLevelHierarchy"/>
    <dgm:cxn modelId="{1DAE7172-4B38-4830-BC3F-12F3B4ED0760}" type="presParOf" srcId="{4F1F72D7-F86A-44CA-8AA6-859FE0E5FD94}" destId="{27B4AF17-3646-481D-A3F4-26A127527259}" srcOrd="0" destOrd="0" presId="urn:microsoft.com/office/officeart/2008/layout/HorizontalMultiLevelHierarchy"/>
    <dgm:cxn modelId="{401B5431-4FE4-4FCB-A7B7-5A141EFD9012}" type="presParOf" srcId="{4F1F72D7-F86A-44CA-8AA6-859FE0E5FD94}" destId="{8FB85D30-54AF-4DBB-839D-B9612212C25D}" srcOrd="1" destOrd="0" presId="urn:microsoft.com/office/officeart/2008/layout/HorizontalMultiLevelHierarchy"/>
    <dgm:cxn modelId="{973F9CE5-B1CE-48CD-BD8D-8FFF5C6681A9}" type="presParOf" srcId="{FCCA6175-AB58-4D81-9EEF-6F7407CF7161}" destId="{22D0EEAC-F1C3-4BAD-B8D4-AFFC576382CC}" srcOrd="4" destOrd="0" presId="urn:microsoft.com/office/officeart/2008/layout/HorizontalMultiLevelHierarchy"/>
    <dgm:cxn modelId="{D6F65ABF-EFFD-477C-8627-23617DB21DDB}" type="presParOf" srcId="{22D0EEAC-F1C3-4BAD-B8D4-AFFC576382CC}" destId="{D7E8F901-BAA6-4D2C-8C3C-C991500CB493}" srcOrd="0" destOrd="0" presId="urn:microsoft.com/office/officeart/2008/layout/HorizontalMultiLevelHierarchy"/>
    <dgm:cxn modelId="{557CDA5E-6098-4779-A7FF-7E32818FBC37}" type="presParOf" srcId="{FCCA6175-AB58-4D81-9EEF-6F7407CF7161}" destId="{A5377155-182C-41DB-A847-6D0A7A70F8C2}" srcOrd="5" destOrd="0" presId="urn:microsoft.com/office/officeart/2008/layout/HorizontalMultiLevelHierarchy"/>
    <dgm:cxn modelId="{CEFC276C-2240-4D72-84A9-EABC2880D1D9}" type="presParOf" srcId="{A5377155-182C-41DB-A847-6D0A7A70F8C2}" destId="{0647BFC3-B5D7-4EAF-82AD-3EB8CC090092}" srcOrd="0" destOrd="0" presId="urn:microsoft.com/office/officeart/2008/layout/HorizontalMultiLevelHierarchy"/>
    <dgm:cxn modelId="{2434DDE2-9D81-4E8A-9032-AC0A399C028C}" type="presParOf" srcId="{A5377155-182C-41DB-A847-6D0A7A70F8C2}" destId="{476CC316-13E2-4EF5-AE53-5F1A492C1435}" srcOrd="1" destOrd="0" presId="urn:microsoft.com/office/officeart/2008/layout/HorizontalMultiLevelHierarchy"/>
    <dgm:cxn modelId="{136590B3-7D0D-4EC9-B01A-A7126CF273AE}" type="presParOf" srcId="{FCCA6175-AB58-4D81-9EEF-6F7407CF7161}" destId="{04620BEB-0EEC-4835-AA29-7DE825A6C113}" srcOrd="6" destOrd="0" presId="urn:microsoft.com/office/officeart/2008/layout/HorizontalMultiLevelHierarchy"/>
    <dgm:cxn modelId="{EBBD3388-C35A-4763-B6F8-BCFBEFF5B437}" type="presParOf" srcId="{04620BEB-0EEC-4835-AA29-7DE825A6C113}" destId="{467D43A1-A466-4F0B-8178-6DB8BDC76B8C}" srcOrd="0" destOrd="0" presId="urn:microsoft.com/office/officeart/2008/layout/HorizontalMultiLevelHierarchy"/>
    <dgm:cxn modelId="{FDCF4DB0-D85E-40D5-8AE9-0677BA5114FE}" type="presParOf" srcId="{FCCA6175-AB58-4D81-9EEF-6F7407CF7161}" destId="{27ADA6B8-28D4-4DC7-8CAE-84C3338FD0E3}" srcOrd="7" destOrd="0" presId="urn:microsoft.com/office/officeart/2008/layout/HorizontalMultiLevelHierarchy"/>
    <dgm:cxn modelId="{92E3100D-57B4-44A7-802E-E1F3EEBEF114}" type="presParOf" srcId="{27ADA6B8-28D4-4DC7-8CAE-84C3338FD0E3}" destId="{E8145716-6D58-4345-8073-80600F1C9F42}" srcOrd="0" destOrd="0" presId="urn:microsoft.com/office/officeart/2008/layout/HorizontalMultiLevelHierarchy"/>
    <dgm:cxn modelId="{40E7B250-DF61-4064-95CE-2D8166A8C56D}" type="presParOf" srcId="{27ADA6B8-28D4-4DC7-8CAE-84C3338FD0E3}" destId="{7FBFB347-9C8B-46DF-B940-6A4AB17487BE}" srcOrd="1" destOrd="0" presId="urn:microsoft.com/office/officeart/2008/layout/HorizontalMultiLevelHierarchy"/>
    <dgm:cxn modelId="{2B1FCE6B-BE86-40EB-B844-88F5263C84D0}" type="presParOf" srcId="{FCCA6175-AB58-4D81-9EEF-6F7407CF7161}" destId="{F226263A-149C-45EB-8D74-9D5F16BB2DF3}" srcOrd="8" destOrd="0" presId="urn:microsoft.com/office/officeart/2008/layout/HorizontalMultiLevelHierarchy"/>
    <dgm:cxn modelId="{5C0B29CC-57F2-47CE-8767-408296229835}" type="presParOf" srcId="{F226263A-149C-45EB-8D74-9D5F16BB2DF3}" destId="{ED327FEE-4425-4C58-876D-54DE2191A0F8}" srcOrd="0" destOrd="0" presId="urn:microsoft.com/office/officeart/2008/layout/HorizontalMultiLevelHierarchy"/>
    <dgm:cxn modelId="{865F826D-9A70-4E52-80D7-022E1BEFFD90}" type="presParOf" srcId="{FCCA6175-AB58-4D81-9EEF-6F7407CF7161}" destId="{36AD5031-8C3A-4BD8-999D-33560AEE625A}" srcOrd="9" destOrd="0" presId="urn:microsoft.com/office/officeart/2008/layout/HorizontalMultiLevelHierarchy"/>
    <dgm:cxn modelId="{AD747BCF-C692-4BF4-A0AE-D72CA2C024F0}" type="presParOf" srcId="{36AD5031-8C3A-4BD8-999D-33560AEE625A}" destId="{A393CB0A-BEF7-4DB8-81E5-1154DE861CF6}" srcOrd="0" destOrd="0" presId="urn:microsoft.com/office/officeart/2008/layout/HorizontalMultiLevelHierarchy"/>
    <dgm:cxn modelId="{318FD06E-8EE4-420B-BE9B-29505AC20DE6}" type="presParOf" srcId="{36AD5031-8C3A-4BD8-999D-33560AEE625A}" destId="{D84EBA28-5704-43D6-A124-2721041E2C1B}" srcOrd="1" destOrd="0" presId="urn:microsoft.com/office/officeart/2008/layout/HorizontalMultiLevelHierarchy"/>
    <dgm:cxn modelId="{D18A7110-910D-4E85-B287-B0160FE1792A}" type="presParOf" srcId="{15760790-9539-44A9-A52D-58AB584996E5}" destId="{F31F3F23-7C72-452A-ADC8-1CB2C7B14B46}" srcOrd="2" destOrd="0" presId="urn:microsoft.com/office/officeart/2008/layout/HorizontalMultiLevelHierarchy"/>
    <dgm:cxn modelId="{4F448F62-A3D3-4040-A309-39BF86AF9572}" type="presParOf" srcId="{F31F3F23-7C72-452A-ADC8-1CB2C7B14B46}" destId="{37CD627C-8293-4029-B114-AA7B7535644E}" srcOrd="0" destOrd="0" presId="urn:microsoft.com/office/officeart/2008/layout/HorizontalMultiLevelHierarchy"/>
    <dgm:cxn modelId="{ED39E5D9-2B11-4BB7-A647-20E91AB6DE66}" type="presParOf" srcId="{15760790-9539-44A9-A52D-58AB584996E5}" destId="{81987734-CB8C-4533-9770-A4DA592EF4DF}" srcOrd="3" destOrd="0" presId="urn:microsoft.com/office/officeart/2008/layout/HorizontalMultiLevelHierarchy"/>
    <dgm:cxn modelId="{B5A29062-1093-420B-A02F-1572301848E1}" type="presParOf" srcId="{81987734-CB8C-4533-9770-A4DA592EF4DF}" destId="{8F7C36BE-E589-4461-8F16-778807C0B166}" srcOrd="0" destOrd="0" presId="urn:microsoft.com/office/officeart/2008/layout/HorizontalMultiLevelHierarchy"/>
    <dgm:cxn modelId="{22350A1D-3DFD-4DBC-A523-6CA14EAB407E}" type="presParOf" srcId="{81987734-CB8C-4533-9770-A4DA592EF4DF}" destId="{3820E890-198B-4C85-958B-050818C8959F}" srcOrd="1" destOrd="0" presId="urn:microsoft.com/office/officeart/2008/layout/HorizontalMultiLevelHierarchy"/>
    <dgm:cxn modelId="{89BAF96B-660C-45DF-8E42-56250423CE3B}" type="presParOf" srcId="{3820E890-198B-4C85-958B-050818C8959F}" destId="{F26F67FB-D19B-4991-9A66-98D479004DA6}" srcOrd="0" destOrd="0" presId="urn:microsoft.com/office/officeart/2008/layout/HorizontalMultiLevelHierarchy"/>
    <dgm:cxn modelId="{9B0C6718-3B99-49C1-BDAB-A06810D04F98}" type="presParOf" srcId="{F26F67FB-D19B-4991-9A66-98D479004DA6}" destId="{E7CD85A1-EA1D-49AD-8929-888F2462A542}" srcOrd="0" destOrd="0" presId="urn:microsoft.com/office/officeart/2008/layout/HorizontalMultiLevelHierarchy"/>
    <dgm:cxn modelId="{9AAB558D-ABA9-45D9-87A6-3CF32BCA25AE}" type="presParOf" srcId="{3820E890-198B-4C85-958B-050818C8959F}" destId="{4C552E5F-8629-4456-97CD-B903644602C8}" srcOrd="1" destOrd="0" presId="urn:microsoft.com/office/officeart/2008/layout/HorizontalMultiLevelHierarchy"/>
    <dgm:cxn modelId="{236B5267-A79B-4CB1-82E2-E41F56141BBB}" type="presParOf" srcId="{4C552E5F-8629-4456-97CD-B903644602C8}" destId="{B451BF21-E3E7-4DE8-AB73-A070BD52A292}" srcOrd="0" destOrd="0" presId="urn:microsoft.com/office/officeart/2008/layout/HorizontalMultiLevelHierarchy"/>
    <dgm:cxn modelId="{51C1C2A1-FA9C-4E11-BF43-984D7FB66C3F}" type="presParOf" srcId="{4C552E5F-8629-4456-97CD-B903644602C8}" destId="{8B06370F-A2E7-441D-8C0E-10BE11169D5F}" srcOrd="1" destOrd="0" presId="urn:microsoft.com/office/officeart/2008/layout/HorizontalMultiLevelHierarchy"/>
    <dgm:cxn modelId="{BCC47C5B-993E-4B5D-BA04-F1BB87792BAA}" type="presParOf" srcId="{3820E890-198B-4C85-958B-050818C8959F}" destId="{80CCDF43-4A90-4DB9-90BB-F37BB6A6CE64}" srcOrd="2" destOrd="0" presId="urn:microsoft.com/office/officeart/2008/layout/HorizontalMultiLevelHierarchy"/>
    <dgm:cxn modelId="{60E225C2-C186-4D8D-8332-686760C77E2B}" type="presParOf" srcId="{80CCDF43-4A90-4DB9-90BB-F37BB6A6CE64}" destId="{87A0E548-ED5E-4FC4-A2E6-8E63C819DFB2}" srcOrd="0" destOrd="0" presId="urn:microsoft.com/office/officeart/2008/layout/HorizontalMultiLevelHierarchy"/>
    <dgm:cxn modelId="{9BCA4E72-A7D3-4B0F-89EB-82EC414F519D}" type="presParOf" srcId="{3820E890-198B-4C85-958B-050818C8959F}" destId="{CE97C4D3-826D-4755-A723-B0C4B967AF21}" srcOrd="3" destOrd="0" presId="urn:microsoft.com/office/officeart/2008/layout/HorizontalMultiLevelHierarchy"/>
    <dgm:cxn modelId="{9591CFD1-67EA-43A0-98B3-133083310D3C}" type="presParOf" srcId="{CE97C4D3-826D-4755-A723-B0C4B967AF21}" destId="{DDA79D3F-A64C-4EED-8BE6-B172036968B7}" srcOrd="0" destOrd="0" presId="urn:microsoft.com/office/officeart/2008/layout/HorizontalMultiLevelHierarchy"/>
    <dgm:cxn modelId="{AE82CEFE-7616-4ED8-82F6-A97A000FBE78}" type="presParOf" srcId="{CE97C4D3-826D-4755-A723-B0C4B967AF21}" destId="{E7059D6D-9F5B-4313-A6C3-F890F15BCA70}" srcOrd="1" destOrd="0" presId="urn:microsoft.com/office/officeart/2008/layout/HorizontalMultiLevelHierarchy"/>
    <dgm:cxn modelId="{3BAA50C5-7B1C-49BA-A2F0-8F6ADC5D6874}" type="presParOf" srcId="{15760790-9539-44A9-A52D-58AB584996E5}" destId="{E43A60A7-9DDF-42B2-A812-4D4F0F75076B}" srcOrd="4" destOrd="0" presId="urn:microsoft.com/office/officeart/2008/layout/HorizontalMultiLevelHierarchy"/>
    <dgm:cxn modelId="{EB22A1B7-7E7D-429A-9D01-F6E8E4078445}" type="presParOf" srcId="{E43A60A7-9DDF-42B2-A812-4D4F0F75076B}" destId="{CE810C7E-C3EF-4168-95BF-2980E8095076}" srcOrd="0" destOrd="0" presId="urn:microsoft.com/office/officeart/2008/layout/HorizontalMultiLevelHierarchy"/>
    <dgm:cxn modelId="{114D9856-DE33-4794-95AC-9D75F9795E84}" type="presParOf" srcId="{15760790-9539-44A9-A52D-58AB584996E5}" destId="{2FDCB53E-1839-42F6-B7BD-BFFEEA57B5F0}" srcOrd="5" destOrd="0" presId="urn:microsoft.com/office/officeart/2008/layout/HorizontalMultiLevelHierarchy"/>
    <dgm:cxn modelId="{B4A44A68-EFB3-4923-835C-099428200437}" type="presParOf" srcId="{2FDCB53E-1839-42F6-B7BD-BFFEEA57B5F0}" destId="{32ACC1F6-D5B9-4CEA-991A-2E04658BD206}" srcOrd="0" destOrd="0" presId="urn:microsoft.com/office/officeart/2008/layout/HorizontalMultiLevelHierarchy"/>
    <dgm:cxn modelId="{562A0381-CD3A-4712-AF7C-8D8BF31FE938}" type="presParOf" srcId="{2FDCB53E-1839-42F6-B7BD-BFFEEA57B5F0}" destId="{B74E96B9-7929-453A-8253-F93A52E48265}" srcOrd="1" destOrd="0" presId="urn:microsoft.com/office/officeart/2008/layout/HorizontalMultiLevelHierarchy"/>
    <dgm:cxn modelId="{0DC62865-7FAD-4898-97D6-3DAFAA267620}" type="presParOf" srcId="{B74E96B9-7929-453A-8253-F93A52E48265}" destId="{A77A702B-712F-4ECF-ABF5-D128154D2C84}" srcOrd="0" destOrd="0" presId="urn:microsoft.com/office/officeart/2008/layout/HorizontalMultiLevelHierarchy"/>
    <dgm:cxn modelId="{3F5E6209-2BDE-4A33-B392-69EE1C6AE613}" type="presParOf" srcId="{A77A702B-712F-4ECF-ABF5-D128154D2C84}" destId="{8E837C51-8492-4622-B33F-F9A94A9D0EF1}" srcOrd="0" destOrd="0" presId="urn:microsoft.com/office/officeart/2008/layout/HorizontalMultiLevelHierarchy"/>
    <dgm:cxn modelId="{8C56008F-3213-44FC-B760-21272B22B29C}" type="presParOf" srcId="{B74E96B9-7929-453A-8253-F93A52E48265}" destId="{5115C6DC-7E2D-4766-B285-4D1F848A8387}" srcOrd="1" destOrd="0" presId="urn:microsoft.com/office/officeart/2008/layout/HorizontalMultiLevelHierarchy"/>
    <dgm:cxn modelId="{F328663B-9176-4714-95D3-4E333C6C520C}" type="presParOf" srcId="{5115C6DC-7E2D-4766-B285-4D1F848A8387}" destId="{CFCF47A2-F139-4B47-977C-1611FBA1DAB3}" srcOrd="0" destOrd="0" presId="urn:microsoft.com/office/officeart/2008/layout/HorizontalMultiLevelHierarchy"/>
    <dgm:cxn modelId="{781FAE98-3DA0-4CB5-B633-EF242EBB559F}" type="presParOf" srcId="{5115C6DC-7E2D-4766-B285-4D1F848A8387}" destId="{A8FECCA8-240A-4CF5-A5B6-F41A121490CC}" srcOrd="1" destOrd="0" presId="urn:microsoft.com/office/officeart/2008/layout/HorizontalMultiLevelHierarchy"/>
    <dgm:cxn modelId="{268ACCA1-3B2D-4496-B38F-5AA6A9E4F33D}" type="presParOf" srcId="{B74E96B9-7929-453A-8253-F93A52E48265}" destId="{051C7EE5-64C2-4B32-9CB4-6E697A8B079C}" srcOrd="2" destOrd="0" presId="urn:microsoft.com/office/officeart/2008/layout/HorizontalMultiLevelHierarchy"/>
    <dgm:cxn modelId="{AC2B5A9A-C422-4C1D-B145-C2320C7FBF5B}" type="presParOf" srcId="{051C7EE5-64C2-4B32-9CB4-6E697A8B079C}" destId="{BC550C4A-0520-4519-87CB-647D5B9D3481}" srcOrd="0" destOrd="0" presId="urn:microsoft.com/office/officeart/2008/layout/HorizontalMultiLevelHierarchy"/>
    <dgm:cxn modelId="{237AC344-4AC4-4773-90D5-46B73B81E511}" type="presParOf" srcId="{B74E96B9-7929-453A-8253-F93A52E48265}" destId="{75DEBD15-D3B4-4ABE-B17A-25C3764140F0}" srcOrd="3" destOrd="0" presId="urn:microsoft.com/office/officeart/2008/layout/HorizontalMultiLevelHierarchy"/>
    <dgm:cxn modelId="{2C320244-A11D-4489-B68A-0DDDC96FEC90}" type="presParOf" srcId="{75DEBD15-D3B4-4ABE-B17A-25C3764140F0}" destId="{8B6A1FEE-6309-4F91-8601-1AC9179B566D}" srcOrd="0" destOrd="0" presId="urn:microsoft.com/office/officeart/2008/layout/HorizontalMultiLevelHierarchy"/>
    <dgm:cxn modelId="{7A3C9332-7007-43AE-9FBE-0497B04E6787}" type="presParOf" srcId="{75DEBD15-D3B4-4ABE-B17A-25C3764140F0}" destId="{4005D192-E8A0-4C74-BEA9-536ED8C0B21F}" srcOrd="1" destOrd="0" presId="urn:microsoft.com/office/officeart/2008/layout/HorizontalMultiLevelHierarchy"/>
    <dgm:cxn modelId="{58769434-A0CB-4FCB-9378-9FD995FBAF2E}" type="presParOf" srcId="{15760790-9539-44A9-A52D-58AB584996E5}" destId="{FA624BE1-9ACC-4E7D-9F6D-BDD9E6D78BF6}" srcOrd="6" destOrd="0" presId="urn:microsoft.com/office/officeart/2008/layout/HorizontalMultiLevelHierarchy"/>
    <dgm:cxn modelId="{EE85BC38-62CF-4393-A93D-C49F220CEE06}" type="presParOf" srcId="{FA624BE1-9ACC-4E7D-9F6D-BDD9E6D78BF6}" destId="{B1DAB71E-6E0D-4893-9248-FF2AC3D62576}" srcOrd="0" destOrd="0" presId="urn:microsoft.com/office/officeart/2008/layout/HorizontalMultiLevelHierarchy"/>
    <dgm:cxn modelId="{E917C26A-0726-46BF-AC09-9141686922B4}" type="presParOf" srcId="{15760790-9539-44A9-A52D-58AB584996E5}" destId="{39B18842-E86C-4A21-9358-DDBD88C9AE12}" srcOrd="7" destOrd="0" presId="urn:microsoft.com/office/officeart/2008/layout/HorizontalMultiLevelHierarchy"/>
    <dgm:cxn modelId="{8BCCF64F-12AD-4BC3-A83E-78675A83A0F3}" type="presParOf" srcId="{39B18842-E86C-4A21-9358-DDBD88C9AE12}" destId="{BEDCAB73-F473-4593-A1D1-34DA9B04C965}" srcOrd="0" destOrd="0" presId="urn:microsoft.com/office/officeart/2008/layout/HorizontalMultiLevelHierarchy"/>
    <dgm:cxn modelId="{11DA6B18-BDDD-4E8C-AB29-948CCD90E8E5}" type="presParOf" srcId="{39B18842-E86C-4A21-9358-DDBD88C9AE12}" destId="{EC061381-D743-43E7-A907-6CB83D1DEB83}" srcOrd="1" destOrd="0" presId="urn:microsoft.com/office/officeart/2008/layout/HorizontalMultiLevelHierarchy"/>
    <dgm:cxn modelId="{A4912CBD-4C24-486F-A436-0A3DB6E24146}" type="presParOf" srcId="{EC061381-D743-43E7-A907-6CB83D1DEB83}" destId="{35D85E89-8219-4EAD-B131-FFB670BDF21E}" srcOrd="0" destOrd="0" presId="urn:microsoft.com/office/officeart/2008/layout/HorizontalMultiLevelHierarchy"/>
    <dgm:cxn modelId="{08AE1E60-9D1D-46B2-993F-C6C84DE20650}" type="presParOf" srcId="{35D85E89-8219-4EAD-B131-FFB670BDF21E}" destId="{D6E620D2-D3BC-436E-AE97-2C6EFEAF5E1D}" srcOrd="0" destOrd="0" presId="urn:microsoft.com/office/officeart/2008/layout/HorizontalMultiLevelHierarchy"/>
    <dgm:cxn modelId="{6E02817A-B3F6-44AB-9F34-7CE3A414576B}" type="presParOf" srcId="{EC061381-D743-43E7-A907-6CB83D1DEB83}" destId="{DD932453-77D2-4F1D-8BAC-83FF7117FDFB}" srcOrd="1" destOrd="0" presId="urn:microsoft.com/office/officeart/2008/layout/HorizontalMultiLevelHierarchy"/>
    <dgm:cxn modelId="{B060350C-DEB4-4406-916C-27294DC2CD21}" type="presParOf" srcId="{DD932453-77D2-4F1D-8BAC-83FF7117FDFB}" destId="{B933AC5F-4C04-4E26-B56E-83A35B7B75A0}" srcOrd="0" destOrd="0" presId="urn:microsoft.com/office/officeart/2008/layout/HorizontalMultiLevelHierarchy"/>
    <dgm:cxn modelId="{81967908-DAA3-4C8E-9CC2-AC0A92AA1544}" type="presParOf" srcId="{DD932453-77D2-4F1D-8BAC-83FF7117FDFB}" destId="{B48A1382-39CB-4CB5-8C31-E2F289ECD9DD}" srcOrd="1" destOrd="0" presId="urn:microsoft.com/office/officeart/2008/layout/HorizontalMultiLevelHierarchy"/>
    <dgm:cxn modelId="{8076A281-DB88-47CA-A6C8-F6F65215C1D5}" type="presParOf" srcId="{EC061381-D743-43E7-A907-6CB83D1DEB83}" destId="{D039A37C-16E1-46DE-83F2-FE1AFA19E6B5}" srcOrd="2" destOrd="0" presId="urn:microsoft.com/office/officeart/2008/layout/HorizontalMultiLevelHierarchy"/>
    <dgm:cxn modelId="{A8848A52-1222-4499-AF63-4F803E764446}" type="presParOf" srcId="{D039A37C-16E1-46DE-83F2-FE1AFA19E6B5}" destId="{FD0A644D-9AE4-4AD3-9D44-01D9B0D1AEF9}" srcOrd="0" destOrd="0" presId="urn:microsoft.com/office/officeart/2008/layout/HorizontalMultiLevelHierarchy"/>
    <dgm:cxn modelId="{16BD86EF-BDDD-4FAB-93ED-AC90B82AFE8B}" type="presParOf" srcId="{EC061381-D743-43E7-A907-6CB83D1DEB83}" destId="{7628759A-0DAD-434A-9BAA-5996934D1C13}" srcOrd="3" destOrd="0" presId="urn:microsoft.com/office/officeart/2008/layout/HorizontalMultiLevelHierarchy"/>
    <dgm:cxn modelId="{3E74D28A-16E5-485F-AFE4-2E48F1061F80}" type="presParOf" srcId="{7628759A-0DAD-434A-9BAA-5996934D1C13}" destId="{C96BA59C-3D83-4DC3-B99D-FEFB4E6D77F1}" srcOrd="0" destOrd="0" presId="urn:microsoft.com/office/officeart/2008/layout/HorizontalMultiLevelHierarchy"/>
    <dgm:cxn modelId="{06469C3B-75B8-4573-83FE-FD41D32CC667}" type="presParOf" srcId="{7628759A-0DAD-434A-9BAA-5996934D1C13}" destId="{20E64F1D-B60B-4A91-81D4-735CC5B3AF86}" srcOrd="1" destOrd="0" presId="urn:microsoft.com/office/officeart/2008/layout/HorizontalMultiLevelHierarchy"/>
    <dgm:cxn modelId="{1474FD07-46C6-4AF6-93A6-620FA0589109}" type="presParOf" srcId="{EC061381-D743-43E7-A907-6CB83D1DEB83}" destId="{6A1F7B97-5B80-483A-A0C1-E0085B4BB7F9}" srcOrd="4" destOrd="0" presId="urn:microsoft.com/office/officeart/2008/layout/HorizontalMultiLevelHierarchy"/>
    <dgm:cxn modelId="{1B84B09A-3E40-4866-8696-33613EEFD532}" type="presParOf" srcId="{6A1F7B97-5B80-483A-A0C1-E0085B4BB7F9}" destId="{FE96766D-0860-4D60-82D6-404DDCCC36A1}" srcOrd="0" destOrd="0" presId="urn:microsoft.com/office/officeart/2008/layout/HorizontalMultiLevelHierarchy"/>
    <dgm:cxn modelId="{19A43051-8F86-4DC4-98F5-D2D145056AC3}" type="presParOf" srcId="{EC061381-D743-43E7-A907-6CB83D1DEB83}" destId="{24669121-45D7-4645-AD60-D92D776EB829}" srcOrd="5" destOrd="0" presId="urn:microsoft.com/office/officeart/2008/layout/HorizontalMultiLevelHierarchy"/>
    <dgm:cxn modelId="{1E7ABA96-F6E1-44C6-9106-F48A75B6FC1F}" type="presParOf" srcId="{24669121-45D7-4645-AD60-D92D776EB829}" destId="{73E2F408-D084-4DE5-AFF5-72C7E2B981C0}" srcOrd="0" destOrd="0" presId="urn:microsoft.com/office/officeart/2008/layout/HorizontalMultiLevelHierarchy"/>
    <dgm:cxn modelId="{9F3B6F65-BEF0-40C1-8237-E25374625E96}" type="presParOf" srcId="{24669121-45D7-4645-AD60-D92D776EB829}" destId="{CCB0D4D3-F9E9-4375-8C70-A1F5C21AB415}" srcOrd="1" destOrd="0" presId="urn:microsoft.com/office/officeart/2008/layout/HorizontalMultiLevelHierarchy"/>
    <dgm:cxn modelId="{658BE9C1-C7A7-4E0D-983C-A548A600C232}" type="presParOf" srcId="{EC061381-D743-43E7-A907-6CB83D1DEB83}" destId="{5E6DA394-939F-4A95-8F6F-3209A3895CB8}" srcOrd="6" destOrd="0" presId="urn:microsoft.com/office/officeart/2008/layout/HorizontalMultiLevelHierarchy"/>
    <dgm:cxn modelId="{DE5D5781-0FE8-4F3C-9A5D-4DCD3A69DF5B}" type="presParOf" srcId="{5E6DA394-939F-4A95-8F6F-3209A3895CB8}" destId="{03784CEB-724F-450D-AE6D-EBA3A5A10CF8}" srcOrd="0" destOrd="0" presId="urn:microsoft.com/office/officeart/2008/layout/HorizontalMultiLevelHierarchy"/>
    <dgm:cxn modelId="{70B3015D-F27B-4024-B4C2-4442024B7AE0}" type="presParOf" srcId="{EC061381-D743-43E7-A907-6CB83D1DEB83}" destId="{782BC274-BE1B-4775-9EB8-CC3AC883E186}" srcOrd="7" destOrd="0" presId="urn:microsoft.com/office/officeart/2008/layout/HorizontalMultiLevelHierarchy"/>
    <dgm:cxn modelId="{32290F85-F04A-4B44-BBDA-3FDE6F238EFC}" type="presParOf" srcId="{782BC274-BE1B-4775-9EB8-CC3AC883E186}" destId="{60E800C2-3ACD-4894-B2D1-02C51C896C2D}" srcOrd="0" destOrd="0" presId="urn:microsoft.com/office/officeart/2008/layout/HorizontalMultiLevelHierarchy"/>
    <dgm:cxn modelId="{7A441A0B-CD94-4711-9B18-57E760A1D49F}" type="presParOf" srcId="{782BC274-BE1B-4775-9EB8-CC3AC883E186}" destId="{11CF5C61-43BE-43D6-9928-B1766E286DF7}" srcOrd="1" destOrd="0" presId="urn:microsoft.com/office/officeart/2008/layout/HorizontalMultiLevelHierarchy"/>
    <dgm:cxn modelId="{7E414F1F-D7EE-4623-BE24-F411F388ECCD}" type="presParOf" srcId="{EC061381-D743-43E7-A907-6CB83D1DEB83}" destId="{E7448DA2-ABEA-4A21-9757-53D581D7F3FD}" srcOrd="8" destOrd="0" presId="urn:microsoft.com/office/officeart/2008/layout/HorizontalMultiLevelHierarchy"/>
    <dgm:cxn modelId="{C3460550-E36A-4498-8B52-0E1B788322FD}" type="presParOf" srcId="{E7448DA2-ABEA-4A21-9757-53D581D7F3FD}" destId="{E3D0D3B2-09CA-4905-A15A-B5077E79086E}" srcOrd="0" destOrd="0" presId="urn:microsoft.com/office/officeart/2008/layout/HorizontalMultiLevelHierarchy"/>
    <dgm:cxn modelId="{66E7C413-4011-4E72-AB79-4617C78063DC}" type="presParOf" srcId="{EC061381-D743-43E7-A907-6CB83D1DEB83}" destId="{1A5AA4F0-CBA6-4DC1-BA95-294FA49D68E6}" srcOrd="9" destOrd="0" presId="urn:microsoft.com/office/officeart/2008/layout/HorizontalMultiLevelHierarchy"/>
    <dgm:cxn modelId="{3CEC6ADA-FA2F-452E-8B1A-91AFCEE1A9F7}" type="presParOf" srcId="{1A5AA4F0-CBA6-4DC1-BA95-294FA49D68E6}" destId="{F79FB1EC-FF45-40C7-BCB6-021087AEF7A4}" srcOrd="0" destOrd="0" presId="urn:microsoft.com/office/officeart/2008/layout/HorizontalMultiLevelHierarchy"/>
    <dgm:cxn modelId="{A0C04EAE-02A8-43BE-A840-23BC2F4E8A26}" type="presParOf" srcId="{1A5AA4F0-CBA6-4DC1-BA95-294FA49D68E6}" destId="{D8836E39-B4A4-4487-81A7-7BAB37E5BE9D}" srcOrd="1" destOrd="0" presId="urn:microsoft.com/office/officeart/2008/layout/HorizontalMultiLevelHierarchy"/>
    <dgm:cxn modelId="{57E9EA40-BEDB-4807-A5C7-9AA8C14D2A9B}" type="presParOf" srcId="{EC061381-D743-43E7-A907-6CB83D1DEB83}" destId="{EC8F5859-1259-479B-BB43-5E3FE97E4E37}" srcOrd="10" destOrd="0" presId="urn:microsoft.com/office/officeart/2008/layout/HorizontalMultiLevelHierarchy"/>
    <dgm:cxn modelId="{9BB6A5C2-B2B8-4418-8450-C59E6C6A543E}" type="presParOf" srcId="{EC8F5859-1259-479B-BB43-5E3FE97E4E37}" destId="{3DE37D72-2B84-4626-86E1-56FEC02CE55E}" srcOrd="0" destOrd="0" presId="urn:microsoft.com/office/officeart/2008/layout/HorizontalMultiLevelHierarchy"/>
    <dgm:cxn modelId="{39AE30CD-8670-41F1-A81C-7502774BB151}" type="presParOf" srcId="{EC061381-D743-43E7-A907-6CB83D1DEB83}" destId="{7BEF240F-AA15-48E1-A7C0-08BFB9C92F7B}" srcOrd="11" destOrd="0" presId="urn:microsoft.com/office/officeart/2008/layout/HorizontalMultiLevelHierarchy"/>
    <dgm:cxn modelId="{CF253FF2-ED10-4F2E-982C-7FF7231BB3AF}" type="presParOf" srcId="{7BEF240F-AA15-48E1-A7C0-08BFB9C92F7B}" destId="{D4D800CF-8BE2-43F6-9CD4-500592EEFBC1}" srcOrd="0" destOrd="0" presId="urn:microsoft.com/office/officeart/2008/layout/HorizontalMultiLevelHierarchy"/>
    <dgm:cxn modelId="{F79E7EA2-B95E-4A0D-8B78-BF143C62C97D}" type="presParOf" srcId="{7BEF240F-AA15-48E1-A7C0-08BFB9C92F7B}" destId="{01211937-414A-4449-8962-BB0240D873ED}" srcOrd="1" destOrd="0" presId="urn:microsoft.com/office/officeart/2008/layout/HorizontalMultiLevelHierarchy"/>
    <dgm:cxn modelId="{C5556199-DD22-4F0F-BDFB-CAD08F984C46}" type="presParOf" srcId="{15760790-9539-44A9-A52D-58AB584996E5}" destId="{606C6F1E-498E-4DDB-A186-9DA9B6E34A4F}" srcOrd="8" destOrd="0" presId="urn:microsoft.com/office/officeart/2008/layout/HorizontalMultiLevelHierarchy"/>
    <dgm:cxn modelId="{80ABCD5A-CBC8-4545-B2BD-65DD9268269D}" type="presParOf" srcId="{606C6F1E-498E-4DDB-A186-9DA9B6E34A4F}" destId="{B9FDD0DE-38DF-4097-A839-7CA529B0134A}" srcOrd="0" destOrd="0" presId="urn:microsoft.com/office/officeart/2008/layout/HorizontalMultiLevelHierarchy"/>
    <dgm:cxn modelId="{B0AF40A5-5E95-4CD9-A6BD-8DA0B17826FA}" type="presParOf" srcId="{15760790-9539-44A9-A52D-58AB584996E5}" destId="{A8D97131-C10E-4466-8300-288BC14793DB}" srcOrd="9" destOrd="0" presId="urn:microsoft.com/office/officeart/2008/layout/HorizontalMultiLevelHierarchy"/>
    <dgm:cxn modelId="{9BA44C80-056B-4BB0-81DD-4EA299042684}" type="presParOf" srcId="{A8D97131-C10E-4466-8300-288BC14793DB}" destId="{2B29F018-F637-4258-A9C2-9FD5539BC75D}" srcOrd="0" destOrd="0" presId="urn:microsoft.com/office/officeart/2008/layout/HorizontalMultiLevelHierarchy"/>
    <dgm:cxn modelId="{C8B02A17-FAA6-430F-B68B-24F44852C050}" type="presParOf" srcId="{A8D97131-C10E-4466-8300-288BC14793DB}" destId="{3B7213A4-4365-42A4-9122-AFC227A98DB7}" srcOrd="1" destOrd="0" presId="urn:microsoft.com/office/officeart/2008/layout/HorizontalMultiLevelHierarchy"/>
    <dgm:cxn modelId="{AF68B6BE-933E-496C-9946-AC4F47235E09}" type="presParOf" srcId="{3B7213A4-4365-42A4-9122-AFC227A98DB7}" destId="{48B72B3E-C983-4274-B2B2-70D16748E2BB}" srcOrd="0" destOrd="0" presId="urn:microsoft.com/office/officeart/2008/layout/HorizontalMultiLevelHierarchy"/>
    <dgm:cxn modelId="{F26650C0-EA26-4D3B-8DF4-02B381CBCFF6}" type="presParOf" srcId="{48B72B3E-C983-4274-B2B2-70D16748E2BB}" destId="{81224C5B-9665-4FC8-9EFA-FD6288EDEDB5}" srcOrd="0" destOrd="0" presId="urn:microsoft.com/office/officeart/2008/layout/HorizontalMultiLevelHierarchy"/>
    <dgm:cxn modelId="{1484ED91-FF9B-4C63-A140-231FCEF1A901}" type="presParOf" srcId="{3B7213A4-4365-42A4-9122-AFC227A98DB7}" destId="{FDA53FD6-70AF-4B23-BE89-AFBE2A9E107D}" srcOrd="1" destOrd="0" presId="urn:microsoft.com/office/officeart/2008/layout/HorizontalMultiLevelHierarchy"/>
    <dgm:cxn modelId="{7E357F80-1F92-4D51-A1B4-1E4F5B1419C0}" type="presParOf" srcId="{FDA53FD6-70AF-4B23-BE89-AFBE2A9E107D}" destId="{C0937D04-21A0-43F6-85AC-6D62800094D9}" srcOrd="0" destOrd="0" presId="urn:microsoft.com/office/officeart/2008/layout/HorizontalMultiLevelHierarchy"/>
    <dgm:cxn modelId="{4488B3CD-7355-4131-A0F2-D2FE718CE9A1}" type="presParOf" srcId="{FDA53FD6-70AF-4B23-BE89-AFBE2A9E107D}" destId="{02709203-B40D-4D7B-ADE7-8E2697C0EBAF}" srcOrd="1" destOrd="0" presId="urn:microsoft.com/office/officeart/2008/layout/HorizontalMultiLevelHierarchy"/>
    <dgm:cxn modelId="{E12F1826-AF61-46ED-B086-D0DA0A72DE2D}" type="presParOf" srcId="{3B7213A4-4365-42A4-9122-AFC227A98DB7}" destId="{31955690-7179-40C4-9E8A-5D70DFC377E7}" srcOrd="2" destOrd="0" presId="urn:microsoft.com/office/officeart/2008/layout/HorizontalMultiLevelHierarchy"/>
    <dgm:cxn modelId="{2ADA351E-193A-4CB2-B252-D33FF7D2307F}" type="presParOf" srcId="{31955690-7179-40C4-9E8A-5D70DFC377E7}" destId="{8743B348-BD29-45B2-B1D1-8C789BE77813}" srcOrd="0" destOrd="0" presId="urn:microsoft.com/office/officeart/2008/layout/HorizontalMultiLevelHierarchy"/>
    <dgm:cxn modelId="{FE122171-D2A5-4D73-9A23-0799669E95C2}" type="presParOf" srcId="{3B7213A4-4365-42A4-9122-AFC227A98DB7}" destId="{8056C56B-24EF-4185-9275-0569200A728F}" srcOrd="3" destOrd="0" presId="urn:microsoft.com/office/officeart/2008/layout/HorizontalMultiLevelHierarchy"/>
    <dgm:cxn modelId="{3E400E3A-ACBF-436D-B8B3-AAF7D9917446}" type="presParOf" srcId="{8056C56B-24EF-4185-9275-0569200A728F}" destId="{88E111A6-EFA1-4544-AFA8-6F1120FCE148}" srcOrd="0" destOrd="0" presId="urn:microsoft.com/office/officeart/2008/layout/HorizontalMultiLevelHierarchy"/>
    <dgm:cxn modelId="{6F890DA2-020B-4119-ADE1-76F4D328C9F5}" type="presParOf" srcId="{8056C56B-24EF-4185-9275-0569200A728F}" destId="{00FB6E01-EABA-4DC0-BA31-3D5276C65B3B}" srcOrd="1" destOrd="0" presId="urn:microsoft.com/office/officeart/2008/layout/HorizontalMultiLevelHierarchy"/>
    <dgm:cxn modelId="{53690189-84C2-40B2-864A-18AEF89D1F02}" type="presParOf" srcId="{3B7213A4-4365-42A4-9122-AFC227A98DB7}" destId="{4BC74C6A-A727-4FD8-8A8B-C55AF6E4ED33}" srcOrd="4" destOrd="0" presId="urn:microsoft.com/office/officeart/2008/layout/HorizontalMultiLevelHierarchy"/>
    <dgm:cxn modelId="{1081B33E-3D73-4C5A-A8EB-24CD198C3410}" type="presParOf" srcId="{4BC74C6A-A727-4FD8-8A8B-C55AF6E4ED33}" destId="{597564EC-E121-4C4E-B452-BC74BFF5A043}" srcOrd="0" destOrd="0" presId="urn:microsoft.com/office/officeart/2008/layout/HorizontalMultiLevelHierarchy"/>
    <dgm:cxn modelId="{D1FEEE77-48CC-4BED-93C9-74CFE6F538F8}" type="presParOf" srcId="{3B7213A4-4365-42A4-9122-AFC227A98DB7}" destId="{99B3741D-06AC-448D-820F-32049ACC5E96}" srcOrd="5" destOrd="0" presId="urn:microsoft.com/office/officeart/2008/layout/HorizontalMultiLevelHierarchy"/>
    <dgm:cxn modelId="{2751AA64-AE4F-4815-A945-C7B33C103C08}" type="presParOf" srcId="{99B3741D-06AC-448D-820F-32049ACC5E96}" destId="{B3A16A8D-BDEA-44E5-A062-78715E4B15B6}" srcOrd="0" destOrd="0" presId="urn:microsoft.com/office/officeart/2008/layout/HorizontalMultiLevelHierarchy"/>
    <dgm:cxn modelId="{A38CD0EE-6737-4C37-BCF1-3843E24268C8}" type="presParOf" srcId="{99B3741D-06AC-448D-820F-32049ACC5E96}" destId="{C1A2CB94-7383-45D5-878E-4DF19BF33A3A}" srcOrd="1" destOrd="0" presId="urn:microsoft.com/office/officeart/2008/layout/HorizontalMultiLevelHierarchy"/>
    <dgm:cxn modelId="{3E1E8424-C81E-4B5C-9D52-E74172340CE2}" type="presParOf" srcId="{3B7213A4-4365-42A4-9122-AFC227A98DB7}" destId="{64F2D9ED-EB2C-4E20-890A-87B6433763BD}" srcOrd="6" destOrd="0" presId="urn:microsoft.com/office/officeart/2008/layout/HorizontalMultiLevelHierarchy"/>
    <dgm:cxn modelId="{745C077F-B237-4149-AD43-85679A9F1FA4}" type="presParOf" srcId="{64F2D9ED-EB2C-4E20-890A-87B6433763BD}" destId="{F1F41947-56D6-4C31-BC5C-EA88A158B7D9}" srcOrd="0" destOrd="0" presId="urn:microsoft.com/office/officeart/2008/layout/HorizontalMultiLevelHierarchy"/>
    <dgm:cxn modelId="{5B5C60A2-925F-46E2-83F4-545239D7983E}" type="presParOf" srcId="{3B7213A4-4365-42A4-9122-AFC227A98DB7}" destId="{2316CC16-F9B5-4BB3-876F-D05B745B546A}" srcOrd="7" destOrd="0" presId="urn:microsoft.com/office/officeart/2008/layout/HorizontalMultiLevelHierarchy"/>
    <dgm:cxn modelId="{45BCD079-6CE3-4F1E-BF2E-0777D24A30A2}" type="presParOf" srcId="{2316CC16-F9B5-4BB3-876F-D05B745B546A}" destId="{3A573B39-4F88-4D8B-A12B-B314D5D8B0ED}" srcOrd="0" destOrd="0" presId="urn:microsoft.com/office/officeart/2008/layout/HorizontalMultiLevelHierarchy"/>
    <dgm:cxn modelId="{691A8DE9-37B3-4233-BDB0-7D0254BE8886}" type="presParOf" srcId="{2316CC16-F9B5-4BB3-876F-D05B745B546A}" destId="{0C536D60-2CE3-4C5A-A031-704DBD62AE87}" srcOrd="1" destOrd="0" presId="urn:microsoft.com/office/officeart/2008/layout/HorizontalMultiLevelHierarchy"/>
    <dgm:cxn modelId="{1953D394-247B-4B46-99E0-3863025B41B3}" type="presParOf" srcId="{15760790-9539-44A9-A52D-58AB584996E5}" destId="{D64E09F1-CA35-4385-B752-69B645B63AD7}" srcOrd="10" destOrd="0" presId="urn:microsoft.com/office/officeart/2008/layout/HorizontalMultiLevelHierarchy"/>
    <dgm:cxn modelId="{87A6A4F0-C10C-4449-998A-A0F1355ACB57}" type="presParOf" srcId="{D64E09F1-CA35-4385-B752-69B645B63AD7}" destId="{4CECB983-743C-4BF5-A7D2-8913DF3158E2}" srcOrd="0" destOrd="0" presId="urn:microsoft.com/office/officeart/2008/layout/HorizontalMultiLevelHierarchy"/>
    <dgm:cxn modelId="{700836B8-6AF0-48A1-984C-38226B1CD1A8}" type="presParOf" srcId="{15760790-9539-44A9-A52D-58AB584996E5}" destId="{9B1E52EE-7763-4270-AECA-BB7F88923CCD}" srcOrd="11" destOrd="0" presId="urn:microsoft.com/office/officeart/2008/layout/HorizontalMultiLevelHierarchy"/>
    <dgm:cxn modelId="{6B45FEB9-8151-4814-B92A-34682A52E1E7}" type="presParOf" srcId="{9B1E52EE-7763-4270-AECA-BB7F88923CCD}" destId="{3786E62E-C61B-4768-BE14-D5ACBD91B2DA}" srcOrd="0" destOrd="0" presId="urn:microsoft.com/office/officeart/2008/layout/HorizontalMultiLevelHierarchy"/>
    <dgm:cxn modelId="{7D53D9E6-AAD7-45BD-B936-1C4A8A2CF8D7}" type="presParOf" srcId="{9B1E52EE-7763-4270-AECA-BB7F88923CCD}" destId="{D4D6EA0D-DD57-4F81-9D36-C7890AA94333}" srcOrd="1" destOrd="0" presId="urn:microsoft.com/office/officeart/2008/layout/HorizontalMultiLevelHierarchy"/>
    <dgm:cxn modelId="{8E27BCD8-CF3F-479A-B3DE-72B52512E11C}" type="presParOf" srcId="{D4D6EA0D-DD57-4F81-9D36-C7890AA94333}" destId="{0080638B-FEFF-452C-B1E3-A856AE738F2B}" srcOrd="0" destOrd="0" presId="urn:microsoft.com/office/officeart/2008/layout/HorizontalMultiLevelHierarchy"/>
    <dgm:cxn modelId="{C8877050-2950-4988-A449-101CBDFFBB1E}" type="presParOf" srcId="{0080638B-FEFF-452C-B1E3-A856AE738F2B}" destId="{2A0BF4A1-0A5A-4A24-85A8-52E8AA4B021C}" srcOrd="0" destOrd="0" presId="urn:microsoft.com/office/officeart/2008/layout/HorizontalMultiLevelHierarchy"/>
    <dgm:cxn modelId="{68EB405F-7DC2-48CE-AC55-3AC779C7D437}" type="presParOf" srcId="{D4D6EA0D-DD57-4F81-9D36-C7890AA94333}" destId="{3F123F14-B0B9-4807-AA2F-6FC3470E4300}" srcOrd="1" destOrd="0" presId="urn:microsoft.com/office/officeart/2008/layout/HorizontalMultiLevelHierarchy"/>
    <dgm:cxn modelId="{0317F4CF-CADB-475C-BC4A-C539D739ADC8}" type="presParOf" srcId="{3F123F14-B0B9-4807-AA2F-6FC3470E4300}" destId="{ED7AE535-3B05-4E8E-BA97-B04049458DB3}" srcOrd="0" destOrd="0" presId="urn:microsoft.com/office/officeart/2008/layout/HorizontalMultiLevelHierarchy"/>
    <dgm:cxn modelId="{3C358F91-B77C-42A8-AC7C-8CF74D3592FD}" type="presParOf" srcId="{3F123F14-B0B9-4807-AA2F-6FC3470E4300}" destId="{1CF07CB7-4A7F-4FC1-8FC0-326FC3ED747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 dirty="0"/>
            <a:t>Productos</a:t>
          </a: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/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/>
        </a:p>
      </dgm:t>
    </dgm:pt>
    <dgm:pt modelId="{D5CC7BC0-399A-4FA1-9282-8E02243BD9DA}">
      <dgm:prSet phldrT="[Texto]" phldr="0"/>
      <dgm:spPr/>
      <dgm:t>
        <a:bodyPr/>
        <a:lstStyle/>
        <a:p>
          <a:r>
            <a:rPr lang="es-EC" dirty="0" err="1">
              <a:solidFill>
                <a:srgbClr val="150F41"/>
              </a:solidFill>
            </a:rPr>
            <a:t>Peigo</a:t>
          </a:r>
          <a:endParaRPr lang="es-EC" dirty="0">
            <a:solidFill>
              <a:srgbClr val="150F41"/>
            </a:solidFill>
          </a:endParaRPr>
        </a:p>
      </dgm:t>
    </dgm:pt>
    <dgm:pt modelId="{77DE0F50-91BD-47B0-82F2-905F09486430}" type="parTrans" cxnId="{1C054A4C-FE2D-46FB-B0E2-C91FC85755E0}">
      <dgm:prSet/>
      <dgm:spPr/>
      <dgm:t>
        <a:bodyPr/>
        <a:lstStyle/>
        <a:p>
          <a:endParaRPr lang="es-EC"/>
        </a:p>
      </dgm:t>
    </dgm:pt>
    <dgm:pt modelId="{6B4200AB-22F1-4917-A548-F0CC62565ABB}" type="sibTrans" cxnId="{1C054A4C-FE2D-46FB-B0E2-C91FC85755E0}">
      <dgm:prSet/>
      <dgm:spPr/>
      <dgm:t>
        <a:bodyPr/>
        <a:lstStyle/>
        <a:p>
          <a:endParaRPr lang="es-EC"/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/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/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/>
        </a:p>
      </dgm:t>
    </dgm:pt>
    <dgm:pt modelId="{F6D65D99-858C-4491-8350-4E38A536AD21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Crédito</a:t>
          </a:r>
        </a:p>
      </dgm:t>
    </dgm:pt>
    <dgm:pt modelId="{FEC150FD-CA24-4E50-97F1-E69E41EAECA7}" type="parTrans" cxnId="{6B282A65-641E-4798-B811-1AC8F94F44F5}">
      <dgm:prSet/>
      <dgm:spPr/>
      <dgm:t>
        <a:bodyPr/>
        <a:lstStyle/>
        <a:p>
          <a:endParaRPr lang="es-EC"/>
        </a:p>
      </dgm:t>
    </dgm:pt>
    <dgm:pt modelId="{15769C71-E077-44AB-965F-70D7B581EC38}" type="sibTrans" cxnId="{6B282A65-641E-4798-B811-1AC8F94F44F5}">
      <dgm:prSet/>
      <dgm:spPr/>
      <dgm:t>
        <a:bodyPr/>
        <a:lstStyle/>
        <a:p>
          <a:endParaRPr lang="es-EC"/>
        </a:p>
      </dgm:t>
    </dgm:pt>
    <dgm:pt modelId="{BC06D4EA-C00A-455B-A296-90B7D26E50BF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Cupo 0</a:t>
          </a:r>
        </a:p>
      </dgm:t>
    </dgm:pt>
    <dgm:pt modelId="{1088B713-D373-4F76-B98B-B75395D41BA2}" type="parTrans" cxnId="{72C4DCA9-69DE-411B-B9C2-7B74C9048EBC}">
      <dgm:prSet/>
      <dgm:spPr/>
      <dgm:t>
        <a:bodyPr/>
        <a:lstStyle/>
        <a:p>
          <a:endParaRPr lang="es-EC"/>
        </a:p>
      </dgm:t>
    </dgm:pt>
    <dgm:pt modelId="{640074BF-093A-4037-A45A-F35FD66C4B67}" type="sibTrans" cxnId="{72C4DCA9-69DE-411B-B9C2-7B74C9048EBC}">
      <dgm:prSet/>
      <dgm:spPr/>
      <dgm:t>
        <a:bodyPr/>
        <a:lstStyle/>
        <a:p>
          <a:endParaRPr lang="es-EC"/>
        </a:p>
      </dgm:t>
    </dgm:pt>
    <dgm:pt modelId="{1AB03169-D976-42D7-A273-D4625AE46F9F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Debito</a:t>
          </a:r>
        </a:p>
      </dgm:t>
    </dgm:pt>
    <dgm:pt modelId="{AA478AEC-9F15-47FF-B20B-DE5893F051C0}" type="parTrans" cxnId="{930B6465-918C-4487-9892-21C123CA0BA4}">
      <dgm:prSet/>
      <dgm:spPr/>
      <dgm:t>
        <a:bodyPr/>
        <a:lstStyle/>
        <a:p>
          <a:endParaRPr lang="es-EC"/>
        </a:p>
      </dgm:t>
    </dgm:pt>
    <dgm:pt modelId="{0A7E2B11-0161-4336-8CC6-8057E2D42FCF}" type="sibTrans" cxnId="{930B6465-918C-4487-9892-21C123CA0BA4}">
      <dgm:prSet/>
      <dgm:spPr/>
      <dgm:t>
        <a:bodyPr/>
        <a:lstStyle/>
        <a:p>
          <a:endParaRPr lang="es-EC"/>
        </a:p>
      </dgm:t>
    </dgm:pt>
    <dgm:pt modelId="{7FA6DCDB-7840-414E-A2DC-34707D6C010C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Amiga</a:t>
          </a:r>
        </a:p>
      </dgm:t>
    </dgm:pt>
    <dgm:pt modelId="{BC517616-6D60-41B4-A1E9-EF3BB38B7FA6}" type="parTrans" cxnId="{A5E3A0DE-3F29-45DF-B3C9-345FA27E2BAE}">
      <dgm:prSet/>
      <dgm:spPr/>
      <dgm:t>
        <a:bodyPr/>
        <a:lstStyle/>
        <a:p>
          <a:endParaRPr lang="es-EC"/>
        </a:p>
      </dgm:t>
    </dgm:pt>
    <dgm:pt modelId="{81C5B1B1-C736-4F61-B4D2-15979B594143}" type="sibTrans" cxnId="{A5E3A0DE-3F29-45DF-B3C9-345FA27E2BAE}">
      <dgm:prSet/>
      <dgm:spPr/>
      <dgm:t>
        <a:bodyPr/>
        <a:lstStyle/>
        <a:p>
          <a:endParaRPr lang="es-EC"/>
        </a:p>
      </dgm:t>
    </dgm:pt>
    <dgm:pt modelId="{08AE5005-3581-4A97-BECF-0CCE44B4D53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Ahorro</a:t>
          </a:r>
        </a:p>
      </dgm:t>
    </dgm:pt>
    <dgm:pt modelId="{A004AE72-6A2F-4DC1-86AA-9DD6EF4528AF}" type="parTrans" cxnId="{AEB8F02E-B8EC-45B2-A23C-A943F8742FDE}">
      <dgm:prSet/>
      <dgm:spPr/>
      <dgm:t>
        <a:bodyPr/>
        <a:lstStyle/>
        <a:p>
          <a:endParaRPr lang="es-EC"/>
        </a:p>
      </dgm:t>
    </dgm:pt>
    <dgm:pt modelId="{ECAF6E8F-2852-43EE-B9C4-41442144A0FC}" type="sibTrans" cxnId="{AEB8F02E-B8EC-45B2-A23C-A943F8742FDE}">
      <dgm:prSet/>
      <dgm:spPr/>
      <dgm:t>
        <a:bodyPr/>
        <a:lstStyle/>
        <a:p>
          <a:endParaRPr lang="es-EC"/>
        </a:p>
      </dgm:t>
    </dgm:pt>
    <dgm:pt modelId="{4ACE4D20-0AD1-48A9-9ACB-1F5C46BC0BD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Corriente</a:t>
          </a:r>
        </a:p>
      </dgm:t>
    </dgm:pt>
    <dgm:pt modelId="{07B6C525-6C33-4AE8-B387-9234D98AC7A5}" type="parTrans" cxnId="{049CF7CC-B208-4A72-A5C2-87DD58BA822A}">
      <dgm:prSet/>
      <dgm:spPr/>
      <dgm:t>
        <a:bodyPr/>
        <a:lstStyle/>
        <a:p>
          <a:endParaRPr lang="es-EC"/>
        </a:p>
      </dgm:t>
    </dgm:pt>
    <dgm:pt modelId="{D43DB4CE-5FDD-4F07-B46D-1A1C7495C161}" type="sibTrans" cxnId="{049CF7CC-B208-4A72-A5C2-87DD58BA822A}">
      <dgm:prSet/>
      <dgm:spPr/>
      <dgm:t>
        <a:bodyPr/>
        <a:lstStyle/>
        <a:p>
          <a:endParaRPr lang="es-EC"/>
        </a:p>
      </dgm:t>
    </dgm:pt>
    <dgm:pt modelId="{D703D4E3-80AC-43B7-BB5D-6236C00A0C8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Inversión</a:t>
          </a:r>
        </a:p>
      </dgm:t>
    </dgm:pt>
    <dgm:pt modelId="{C5F0EE40-EBE4-45F5-B1FC-726A9F1B0F73}" type="parTrans" cxnId="{3001B6E0-5A1B-4107-95CB-12E9DCC99663}">
      <dgm:prSet/>
      <dgm:spPr/>
      <dgm:t>
        <a:bodyPr/>
        <a:lstStyle/>
        <a:p>
          <a:endParaRPr lang="es-EC"/>
        </a:p>
      </dgm:t>
    </dgm:pt>
    <dgm:pt modelId="{AA9F861D-93CE-4011-9A92-B54BA4C37D2E}" type="sibTrans" cxnId="{3001B6E0-5A1B-4107-95CB-12E9DCC99663}">
      <dgm:prSet/>
      <dgm:spPr/>
      <dgm:t>
        <a:bodyPr/>
        <a:lstStyle/>
        <a:p>
          <a:endParaRPr lang="es-EC"/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/>
            <a:t>Seguros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/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/>
        </a:p>
      </dgm:t>
    </dgm:pt>
    <dgm:pt modelId="{5821FB8A-5877-43A9-875B-26B9C487ACC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Consumo</a:t>
          </a:r>
        </a:p>
      </dgm:t>
    </dgm:pt>
    <dgm:pt modelId="{90CBA59F-7D7C-4C75-9B0F-F5F15E07117F}" type="parTrans" cxnId="{41EF1B5F-D09D-4F71-8417-C286285C9568}">
      <dgm:prSet/>
      <dgm:spPr/>
      <dgm:t>
        <a:bodyPr/>
        <a:lstStyle/>
        <a:p>
          <a:endParaRPr lang="es-EC"/>
        </a:p>
      </dgm:t>
    </dgm:pt>
    <dgm:pt modelId="{D3D15590-51C2-44EF-AC9C-F94F0FCCB8B6}" type="sibTrans" cxnId="{41EF1B5F-D09D-4F71-8417-C286285C9568}">
      <dgm:prSet/>
      <dgm:spPr/>
      <dgm:t>
        <a:bodyPr/>
        <a:lstStyle/>
        <a:p>
          <a:endParaRPr lang="es-EC"/>
        </a:p>
      </dgm:t>
    </dgm:pt>
    <dgm:pt modelId="{B56DF796-4577-4EAC-93C2-6935751BE25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Comercial</a:t>
          </a:r>
        </a:p>
      </dgm:t>
    </dgm:pt>
    <dgm:pt modelId="{E9C31236-41E3-4D93-86D6-120F41639747}" type="parTrans" cxnId="{F8DB03AF-B784-48A9-AE53-EF0646F0505B}">
      <dgm:prSet/>
      <dgm:spPr/>
      <dgm:t>
        <a:bodyPr/>
        <a:lstStyle/>
        <a:p>
          <a:endParaRPr lang="es-EC"/>
        </a:p>
      </dgm:t>
    </dgm:pt>
    <dgm:pt modelId="{7891076A-C6C8-4A60-A70F-5BC6A31F5F3B}" type="sibTrans" cxnId="{F8DB03AF-B784-48A9-AE53-EF0646F0505B}">
      <dgm:prSet/>
      <dgm:spPr/>
      <dgm:t>
        <a:bodyPr/>
        <a:lstStyle/>
        <a:p>
          <a:endParaRPr lang="es-EC"/>
        </a:p>
      </dgm:t>
    </dgm:pt>
    <dgm:pt modelId="{9E6C4194-C2AC-49CA-B1BE-485970A30476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Educativo</a:t>
          </a:r>
        </a:p>
      </dgm:t>
    </dgm:pt>
    <dgm:pt modelId="{123BE4C2-2740-48F1-A672-BED1CFEF1A55}" type="parTrans" cxnId="{99B37A96-C7E4-4FFE-AE1C-0B928899CCF5}">
      <dgm:prSet/>
      <dgm:spPr/>
      <dgm:t>
        <a:bodyPr/>
        <a:lstStyle/>
        <a:p>
          <a:endParaRPr lang="es-EC"/>
        </a:p>
      </dgm:t>
    </dgm:pt>
    <dgm:pt modelId="{9CCDDAAC-1088-4C90-ADDE-D6CCD26B0E7F}" type="sibTrans" cxnId="{99B37A96-C7E4-4FFE-AE1C-0B928899CCF5}">
      <dgm:prSet/>
      <dgm:spPr/>
      <dgm:t>
        <a:bodyPr/>
        <a:lstStyle/>
        <a:p>
          <a:endParaRPr lang="es-EC"/>
        </a:p>
      </dgm:t>
    </dgm:pt>
    <dgm:pt modelId="{8EC7E3C2-D2EB-4D76-988B-B2A9666017D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Hipotecario</a:t>
          </a:r>
        </a:p>
      </dgm:t>
    </dgm:pt>
    <dgm:pt modelId="{8D49C22C-79DA-4F3A-AEAD-6714A7BAFF19}" type="parTrans" cxnId="{5EB7DF8D-7BF8-4C6E-BDD6-8100ECD9AA7A}">
      <dgm:prSet/>
      <dgm:spPr/>
      <dgm:t>
        <a:bodyPr/>
        <a:lstStyle/>
        <a:p>
          <a:endParaRPr lang="es-EC"/>
        </a:p>
      </dgm:t>
    </dgm:pt>
    <dgm:pt modelId="{464A0BE2-DEF7-417E-9E85-C09FA6EB1044}" type="sibTrans" cxnId="{5EB7DF8D-7BF8-4C6E-BDD6-8100ECD9AA7A}">
      <dgm:prSet/>
      <dgm:spPr/>
      <dgm:t>
        <a:bodyPr/>
        <a:lstStyle/>
        <a:p>
          <a:endParaRPr lang="es-EC"/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/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/>
        </a:p>
      </dgm:t>
    </dgm:pt>
    <dgm:pt modelId="{4F28903C-A6C9-4863-BB2A-43AED4B9C37B}">
      <dgm:prSet phldrT="[Texto]" phldr="0"/>
      <dgm:spPr/>
      <dgm:t>
        <a:bodyPr/>
        <a:lstStyle/>
        <a:p>
          <a:r>
            <a:rPr lang="es-EC" dirty="0"/>
            <a:t>Servicios</a:t>
          </a:r>
        </a:p>
      </dgm:t>
    </dgm:pt>
    <dgm:pt modelId="{86C76375-759C-430F-8C04-D9FE85D3E0BB}" type="parTrans" cxnId="{C348EA80-26EC-42A7-A79E-25B4312BC4F3}">
      <dgm:prSet/>
      <dgm:spPr/>
      <dgm:t>
        <a:bodyPr/>
        <a:lstStyle/>
        <a:p>
          <a:endParaRPr lang="es-EC"/>
        </a:p>
      </dgm:t>
    </dgm:pt>
    <dgm:pt modelId="{B8DD7159-E45E-49FB-AD54-E66760F599F9}" type="sibTrans" cxnId="{C348EA80-26EC-42A7-A79E-25B4312BC4F3}">
      <dgm:prSet/>
      <dgm:spPr/>
      <dgm:t>
        <a:bodyPr/>
        <a:lstStyle/>
        <a:p>
          <a:endParaRPr lang="es-EC"/>
        </a:p>
      </dgm:t>
    </dgm:pt>
    <dgm:pt modelId="{69C3C36C-E5CC-4A23-B842-F7ADB4F0B186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Ahorro Meta</a:t>
          </a:r>
        </a:p>
      </dgm:t>
    </dgm:pt>
    <dgm:pt modelId="{E2BEE4B6-C1A1-4A2D-A761-968A2D1121C6}" type="parTrans" cxnId="{D1AF3919-5502-491E-BBCE-EE8853B6DC0C}">
      <dgm:prSet/>
      <dgm:spPr/>
      <dgm:t>
        <a:bodyPr/>
        <a:lstStyle/>
        <a:p>
          <a:endParaRPr lang="es-EC"/>
        </a:p>
      </dgm:t>
    </dgm:pt>
    <dgm:pt modelId="{1C8BB3DB-02C6-41FC-9FC6-D56452A0969D}" type="sibTrans" cxnId="{D1AF3919-5502-491E-BBCE-EE8853B6DC0C}">
      <dgm:prSet/>
      <dgm:spPr/>
      <dgm:t>
        <a:bodyPr/>
        <a:lstStyle/>
        <a:p>
          <a:endParaRPr lang="es-EC"/>
        </a:p>
      </dgm:t>
    </dgm:pt>
    <dgm:pt modelId="{279C189A-06F2-43CF-B5A5-E89F36F848E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Nómina</a:t>
          </a:r>
        </a:p>
      </dgm:t>
    </dgm:pt>
    <dgm:pt modelId="{AE0CC12A-8B26-484E-AA07-8C88D1D017AA}" type="parTrans" cxnId="{E7F7D40F-215F-4CD0-856B-D5B800D5926C}">
      <dgm:prSet/>
      <dgm:spPr/>
      <dgm:t>
        <a:bodyPr/>
        <a:lstStyle/>
        <a:p>
          <a:endParaRPr lang="es-EC"/>
        </a:p>
      </dgm:t>
    </dgm:pt>
    <dgm:pt modelId="{2F241F55-BD09-4D6C-AD8B-C1C4C99D2D16}" type="sibTrans" cxnId="{E7F7D40F-215F-4CD0-856B-D5B800D5926C}">
      <dgm:prSet/>
      <dgm:spPr/>
      <dgm:t>
        <a:bodyPr/>
        <a:lstStyle/>
        <a:p>
          <a:endParaRPr lang="es-EC"/>
        </a:p>
      </dgm:t>
    </dgm:pt>
    <dgm:pt modelId="{BF1A8830-6600-4079-9907-EC2B2AFB2113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Crédito DM</a:t>
          </a:r>
        </a:p>
      </dgm:t>
    </dgm:pt>
    <dgm:pt modelId="{B8A6E210-3D1F-468B-BD06-85B17F9AB552}" type="parTrans" cxnId="{F2A0ED8B-F3E0-40B5-8E8E-CAFF576907D3}">
      <dgm:prSet/>
      <dgm:spPr/>
      <dgm:t>
        <a:bodyPr/>
        <a:lstStyle/>
        <a:p>
          <a:endParaRPr lang="es-EC"/>
        </a:p>
      </dgm:t>
    </dgm:pt>
    <dgm:pt modelId="{8F56ABFD-B8FE-40BB-B312-FC16D83CD91F}" type="sibTrans" cxnId="{F2A0ED8B-F3E0-40B5-8E8E-CAFF576907D3}">
      <dgm:prSet/>
      <dgm:spPr/>
      <dgm:t>
        <a:bodyPr/>
        <a:lstStyle/>
        <a:p>
          <a:endParaRPr lang="es-EC"/>
        </a:p>
      </dgm:t>
    </dgm:pt>
    <dgm:pt modelId="{663F485F-149A-43CE-90EE-939AFDE4FBE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Confirming</a:t>
          </a:r>
        </a:p>
      </dgm:t>
    </dgm:pt>
    <dgm:pt modelId="{6E00B489-6825-4F79-AAF6-ADC76498986E}" type="parTrans" cxnId="{2FE09C25-C66D-4EC5-9159-C525AA61F816}">
      <dgm:prSet/>
      <dgm:spPr/>
      <dgm:t>
        <a:bodyPr/>
        <a:lstStyle/>
        <a:p>
          <a:endParaRPr lang="es-EC"/>
        </a:p>
      </dgm:t>
    </dgm:pt>
    <dgm:pt modelId="{696E035A-82D7-4FA9-B49A-563D058019A2}" type="sibTrans" cxnId="{2FE09C25-C66D-4EC5-9159-C525AA61F816}">
      <dgm:prSet/>
      <dgm:spPr/>
      <dgm:t>
        <a:bodyPr/>
        <a:lstStyle/>
        <a:p>
          <a:endParaRPr lang="es-EC"/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/>
            <a:t>Créditos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/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/>
        </a:p>
      </dgm:t>
    </dgm:pt>
    <dgm:pt modelId="{7AFAD916-0B3E-4141-9546-EF644C75C7D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Voluntarios</a:t>
          </a:r>
        </a:p>
      </dgm:t>
    </dgm:pt>
    <dgm:pt modelId="{D1D1B209-31AA-46C8-BA21-F3B9CF8FE9FB}" type="parTrans" cxnId="{1DF5A08E-589B-4D52-8BC8-19AC2BE17C28}">
      <dgm:prSet/>
      <dgm:spPr/>
      <dgm:t>
        <a:bodyPr/>
        <a:lstStyle/>
        <a:p>
          <a:endParaRPr lang="es-EC"/>
        </a:p>
      </dgm:t>
    </dgm:pt>
    <dgm:pt modelId="{3989527C-439F-4CDD-A951-52296F973D86}" type="sibTrans" cxnId="{1DF5A08E-589B-4D52-8BC8-19AC2BE17C28}">
      <dgm:prSet/>
      <dgm:spPr/>
      <dgm:t>
        <a:bodyPr/>
        <a:lstStyle/>
        <a:p>
          <a:endParaRPr lang="es-EC"/>
        </a:p>
      </dgm:t>
    </dgm:pt>
    <dgm:pt modelId="{9E22FAF0-FF7E-4884-94A7-F2B8FFBB5A5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Obligatorios</a:t>
          </a:r>
        </a:p>
      </dgm:t>
    </dgm:pt>
    <dgm:pt modelId="{D5E1256A-7804-4A1B-9CE0-8C476EAC6D6B}" type="parTrans" cxnId="{C09DC830-BD83-4B7C-A407-5B02C3A0986D}">
      <dgm:prSet/>
      <dgm:spPr/>
      <dgm:t>
        <a:bodyPr/>
        <a:lstStyle/>
        <a:p>
          <a:endParaRPr lang="es-EC"/>
        </a:p>
      </dgm:t>
    </dgm:pt>
    <dgm:pt modelId="{08A8FAC0-F035-4478-9763-893CD85C1319}" type="sibTrans" cxnId="{C09DC830-BD83-4B7C-A407-5B02C3A0986D}">
      <dgm:prSet/>
      <dgm:spPr/>
      <dgm:t>
        <a:bodyPr/>
        <a:lstStyle/>
        <a:p>
          <a:endParaRPr lang="es-EC"/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/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/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5"/>
      <dgm:spPr/>
    </dgm:pt>
    <dgm:pt modelId="{81E432F6-3EF7-4549-811C-B578FA37B5ED}" type="pres">
      <dgm:prSet presAssocID="{DC92EE81-E160-409C-8D57-13731F9F37AC}" presName="connTx" presStyleLbl="parChTrans1D2" presStyleIdx="0" presStyleCnt="5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5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25457684-6A6A-46B1-BEFA-440DA349A4E1}" type="pres">
      <dgm:prSet presAssocID="{BC517616-6D60-41B4-A1E9-EF3BB38B7FA6}" presName="conn2-1" presStyleLbl="parChTrans1D3" presStyleIdx="0" presStyleCnt="19"/>
      <dgm:spPr/>
    </dgm:pt>
    <dgm:pt modelId="{BD65CC17-314D-4592-BB6E-D178C94F5A9C}" type="pres">
      <dgm:prSet presAssocID="{BC517616-6D60-41B4-A1E9-EF3BB38B7FA6}" presName="connTx" presStyleLbl="parChTrans1D3" presStyleIdx="0" presStyleCnt="19"/>
      <dgm:spPr/>
    </dgm:pt>
    <dgm:pt modelId="{55C8CA33-082C-4B82-8A53-827A77C4078E}" type="pres">
      <dgm:prSet presAssocID="{7FA6DCDB-7840-414E-A2DC-34707D6C010C}" presName="root2" presStyleCnt="0"/>
      <dgm:spPr/>
    </dgm:pt>
    <dgm:pt modelId="{5BB8511B-BEEB-4D95-9928-1B6F31389179}" type="pres">
      <dgm:prSet presAssocID="{7FA6DCDB-7840-414E-A2DC-34707D6C010C}" presName="LevelTwoTextNode" presStyleLbl="node3" presStyleIdx="0" presStyleCnt="19">
        <dgm:presLayoutVars>
          <dgm:chPref val="3"/>
        </dgm:presLayoutVars>
      </dgm:prSet>
      <dgm:spPr/>
    </dgm:pt>
    <dgm:pt modelId="{7547BC9F-2A72-4AE4-BE3E-5AEEB03D4ECA}" type="pres">
      <dgm:prSet presAssocID="{7FA6DCDB-7840-414E-A2DC-34707D6C010C}" presName="level3hierChild" presStyleCnt="0"/>
      <dgm:spPr/>
    </dgm:pt>
    <dgm:pt modelId="{0BFB8105-4697-4547-9449-F2D6976200F3}" type="pres">
      <dgm:prSet presAssocID="{77DE0F50-91BD-47B0-82F2-905F09486430}" presName="conn2-1" presStyleLbl="parChTrans1D3" presStyleIdx="1" presStyleCnt="19"/>
      <dgm:spPr/>
    </dgm:pt>
    <dgm:pt modelId="{0FF4104E-AE60-4D11-8A99-EF8A73225F34}" type="pres">
      <dgm:prSet presAssocID="{77DE0F50-91BD-47B0-82F2-905F09486430}" presName="connTx" presStyleLbl="parChTrans1D3" presStyleIdx="1" presStyleCnt="19"/>
      <dgm:spPr/>
    </dgm:pt>
    <dgm:pt modelId="{4F1F72D7-F86A-44CA-8AA6-859FE0E5FD94}" type="pres">
      <dgm:prSet presAssocID="{D5CC7BC0-399A-4FA1-9282-8E02243BD9DA}" presName="root2" presStyleCnt="0"/>
      <dgm:spPr/>
    </dgm:pt>
    <dgm:pt modelId="{27B4AF17-3646-481D-A3F4-26A127527259}" type="pres">
      <dgm:prSet presAssocID="{D5CC7BC0-399A-4FA1-9282-8E02243BD9DA}" presName="LevelTwoTextNode" presStyleLbl="node3" presStyleIdx="1" presStyleCnt="19">
        <dgm:presLayoutVars>
          <dgm:chPref val="3"/>
        </dgm:presLayoutVars>
      </dgm:prSet>
      <dgm:spPr/>
    </dgm:pt>
    <dgm:pt modelId="{8FB85D30-54AF-4DBB-839D-B9612212C25D}" type="pres">
      <dgm:prSet presAssocID="{D5CC7BC0-399A-4FA1-9282-8E02243BD9DA}" presName="level3hierChild" presStyleCnt="0"/>
      <dgm:spPr/>
    </dgm:pt>
    <dgm:pt modelId="{22D0EEAC-F1C3-4BAD-B8D4-AFFC576382CC}" type="pres">
      <dgm:prSet presAssocID="{A004AE72-6A2F-4DC1-86AA-9DD6EF4528AF}" presName="conn2-1" presStyleLbl="parChTrans1D3" presStyleIdx="2" presStyleCnt="19"/>
      <dgm:spPr/>
    </dgm:pt>
    <dgm:pt modelId="{D7E8F901-BAA6-4D2C-8C3C-C991500CB493}" type="pres">
      <dgm:prSet presAssocID="{A004AE72-6A2F-4DC1-86AA-9DD6EF4528AF}" presName="connTx" presStyleLbl="parChTrans1D3" presStyleIdx="2" presStyleCnt="19"/>
      <dgm:spPr/>
    </dgm:pt>
    <dgm:pt modelId="{A5377155-182C-41DB-A847-6D0A7A70F8C2}" type="pres">
      <dgm:prSet presAssocID="{08AE5005-3581-4A97-BECF-0CCE44B4D53E}" presName="root2" presStyleCnt="0"/>
      <dgm:spPr/>
    </dgm:pt>
    <dgm:pt modelId="{0647BFC3-B5D7-4EAF-82AD-3EB8CC090092}" type="pres">
      <dgm:prSet presAssocID="{08AE5005-3581-4A97-BECF-0CCE44B4D53E}" presName="LevelTwoTextNode" presStyleLbl="node3" presStyleIdx="2" presStyleCnt="19">
        <dgm:presLayoutVars>
          <dgm:chPref val="3"/>
        </dgm:presLayoutVars>
      </dgm:prSet>
      <dgm:spPr/>
    </dgm:pt>
    <dgm:pt modelId="{476CC316-13E2-4EF5-AE53-5F1A492C1435}" type="pres">
      <dgm:prSet presAssocID="{08AE5005-3581-4A97-BECF-0CCE44B4D53E}" presName="level3hierChild" presStyleCnt="0"/>
      <dgm:spPr/>
    </dgm:pt>
    <dgm:pt modelId="{04620BEB-0EEC-4835-AA29-7DE825A6C113}" type="pres">
      <dgm:prSet presAssocID="{07B6C525-6C33-4AE8-B387-9234D98AC7A5}" presName="conn2-1" presStyleLbl="parChTrans1D3" presStyleIdx="3" presStyleCnt="19"/>
      <dgm:spPr/>
    </dgm:pt>
    <dgm:pt modelId="{467D43A1-A466-4F0B-8178-6DB8BDC76B8C}" type="pres">
      <dgm:prSet presAssocID="{07B6C525-6C33-4AE8-B387-9234D98AC7A5}" presName="connTx" presStyleLbl="parChTrans1D3" presStyleIdx="3" presStyleCnt="19"/>
      <dgm:spPr/>
    </dgm:pt>
    <dgm:pt modelId="{27ADA6B8-28D4-4DC7-8CAE-84C3338FD0E3}" type="pres">
      <dgm:prSet presAssocID="{4ACE4D20-0AD1-48A9-9ACB-1F5C46BC0BDA}" presName="root2" presStyleCnt="0"/>
      <dgm:spPr/>
    </dgm:pt>
    <dgm:pt modelId="{E8145716-6D58-4345-8073-80600F1C9F42}" type="pres">
      <dgm:prSet presAssocID="{4ACE4D20-0AD1-48A9-9ACB-1F5C46BC0BDA}" presName="LevelTwoTextNode" presStyleLbl="node3" presStyleIdx="3" presStyleCnt="19">
        <dgm:presLayoutVars>
          <dgm:chPref val="3"/>
        </dgm:presLayoutVars>
      </dgm:prSet>
      <dgm:spPr/>
    </dgm:pt>
    <dgm:pt modelId="{7FBFB347-9C8B-46DF-B940-6A4AB17487BE}" type="pres">
      <dgm:prSet presAssocID="{4ACE4D20-0AD1-48A9-9ACB-1F5C46BC0BDA}" presName="level3hierChild" presStyleCnt="0"/>
      <dgm:spPr/>
    </dgm:pt>
    <dgm:pt modelId="{F226263A-149C-45EB-8D74-9D5F16BB2DF3}" type="pres">
      <dgm:prSet presAssocID="{C5F0EE40-EBE4-45F5-B1FC-726A9F1B0F73}" presName="conn2-1" presStyleLbl="parChTrans1D3" presStyleIdx="4" presStyleCnt="19"/>
      <dgm:spPr/>
    </dgm:pt>
    <dgm:pt modelId="{ED327FEE-4425-4C58-876D-54DE2191A0F8}" type="pres">
      <dgm:prSet presAssocID="{C5F0EE40-EBE4-45F5-B1FC-726A9F1B0F73}" presName="connTx" presStyleLbl="parChTrans1D3" presStyleIdx="4" presStyleCnt="19"/>
      <dgm:spPr/>
    </dgm:pt>
    <dgm:pt modelId="{36AD5031-8C3A-4BD8-999D-33560AEE625A}" type="pres">
      <dgm:prSet presAssocID="{D703D4E3-80AC-43B7-BB5D-6236C00A0C8E}" presName="root2" presStyleCnt="0"/>
      <dgm:spPr/>
    </dgm:pt>
    <dgm:pt modelId="{A393CB0A-BEF7-4DB8-81E5-1154DE861CF6}" type="pres">
      <dgm:prSet presAssocID="{D703D4E3-80AC-43B7-BB5D-6236C00A0C8E}" presName="LevelTwoTextNode" presStyleLbl="node3" presStyleIdx="4" presStyleCnt="19">
        <dgm:presLayoutVars>
          <dgm:chPref val="3"/>
        </dgm:presLayoutVars>
      </dgm:prSet>
      <dgm:spPr/>
    </dgm:pt>
    <dgm:pt modelId="{D84EBA28-5704-43D6-A124-2721041E2C1B}" type="pres">
      <dgm:prSet presAssocID="{D703D4E3-80AC-43B7-BB5D-6236C00A0C8E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5"/>
      <dgm:spPr/>
    </dgm:pt>
    <dgm:pt modelId="{37CD627C-8293-4029-B114-AA7B7535644E}" type="pres">
      <dgm:prSet presAssocID="{1EAAA8DD-4A75-4985-B423-64C84D4EE993}" presName="connTx" presStyleLbl="parChTrans1D2" presStyleIdx="1" presStyleCnt="5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5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F26F67FB-D19B-4991-9A66-98D479004DA6}" type="pres">
      <dgm:prSet presAssocID="{FEC150FD-CA24-4E50-97F1-E69E41EAECA7}" presName="conn2-1" presStyleLbl="parChTrans1D3" presStyleIdx="5" presStyleCnt="19"/>
      <dgm:spPr/>
    </dgm:pt>
    <dgm:pt modelId="{E7CD85A1-EA1D-49AD-8929-888F2462A542}" type="pres">
      <dgm:prSet presAssocID="{FEC150FD-CA24-4E50-97F1-E69E41EAECA7}" presName="connTx" presStyleLbl="parChTrans1D3" presStyleIdx="5" presStyleCnt="19"/>
      <dgm:spPr/>
    </dgm:pt>
    <dgm:pt modelId="{4C552E5F-8629-4456-97CD-B903644602C8}" type="pres">
      <dgm:prSet presAssocID="{F6D65D99-858C-4491-8350-4E38A536AD21}" presName="root2" presStyleCnt="0"/>
      <dgm:spPr/>
    </dgm:pt>
    <dgm:pt modelId="{B451BF21-E3E7-4DE8-AB73-A070BD52A292}" type="pres">
      <dgm:prSet presAssocID="{F6D65D99-858C-4491-8350-4E38A536AD21}" presName="LevelTwoTextNode" presStyleLbl="node3" presStyleIdx="5" presStyleCnt="19">
        <dgm:presLayoutVars>
          <dgm:chPref val="3"/>
        </dgm:presLayoutVars>
      </dgm:prSet>
      <dgm:spPr/>
    </dgm:pt>
    <dgm:pt modelId="{8B06370F-A2E7-441D-8C0E-10BE11169D5F}" type="pres">
      <dgm:prSet presAssocID="{F6D65D99-858C-4491-8350-4E38A536AD21}" presName="level3hierChild" presStyleCnt="0"/>
      <dgm:spPr/>
    </dgm:pt>
    <dgm:pt modelId="{80CCDF43-4A90-4DB9-90BB-F37BB6A6CE64}" type="pres">
      <dgm:prSet presAssocID="{1088B713-D373-4F76-B98B-B75395D41BA2}" presName="conn2-1" presStyleLbl="parChTrans1D3" presStyleIdx="6" presStyleCnt="19"/>
      <dgm:spPr/>
    </dgm:pt>
    <dgm:pt modelId="{87A0E548-ED5E-4FC4-A2E6-8E63C819DFB2}" type="pres">
      <dgm:prSet presAssocID="{1088B713-D373-4F76-B98B-B75395D41BA2}" presName="connTx" presStyleLbl="parChTrans1D3" presStyleIdx="6" presStyleCnt="19"/>
      <dgm:spPr/>
    </dgm:pt>
    <dgm:pt modelId="{CE97C4D3-826D-4755-A723-B0C4B967AF21}" type="pres">
      <dgm:prSet presAssocID="{BC06D4EA-C00A-455B-A296-90B7D26E50BF}" presName="root2" presStyleCnt="0"/>
      <dgm:spPr/>
    </dgm:pt>
    <dgm:pt modelId="{DDA79D3F-A64C-4EED-8BE6-B172036968B7}" type="pres">
      <dgm:prSet presAssocID="{BC06D4EA-C00A-455B-A296-90B7D26E50BF}" presName="LevelTwoTextNode" presStyleLbl="node3" presStyleIdx="6" presStyleCnt="19">
        <dgm:presLayoutVars>
          <dgm:chPref val="3"/>
        </dgm:presLayoutVars>
      </dgm:prSet>
      <dgm:spPr/>
    </dgm:pt>
    <dgm:pt modelId="{E7059D6D-9F5B-4313-A6C3-F890F15BCA70}" type="pres">
      <dgm:prSet presAssocID="{BC06D4EA-C00A-455B-A296-90B7D26E50BF}" presName="level3hierChild" presStyleCnt="0"/>
      <dgm:spPr/>
    </dgm:pt>
    <dgm:pt modelId="{1727B044-8190-4C0C-A27D-97E6DA4EBBD8}" type="pres">
      <dgm:prSet presAssocID="{AA478AEC-9F15-47FF-B20B-DE5893F051C0}" presName="conn2-1" presStyleLbl="parChTrans1D3" presStyleIdx="7" presStyleCnt="19"/>
      <dgm:spPr/>
    </dgm:pt>
    <dgm:pt modelId="{13757426-925E-45F2-A3A4-857C30C03B09}" type="pres">
      <dgm:prSet presAssocID="{AA478AEC-9F15-47FF-B20B-DE5893F051C0}" presName="connTx" presStyleLbl="parChTrans1D3" presStyleIdx="7" presStyleCnt="19"/>
      <dgm:spPr/>
    </dgm:pt>
    <dgm:pt modelId="{86523948-3737-42B0-904B-C62DA396E976}" type="pres">
      <dgm:prSet presAssocID="{1AB03169-D976-42D7-A273-D4625AE46F9F}" presName="root2" presStyleCnt="0"/>
      <dgm:spPr/>
    </dgm:pt>
    <dgm:pt modelId="{953DE894-07BF-479E-983A-CE5469800A68}" type="pres">
      <dgm:prSet presAssocID="{1AB03169-D976-42D7-A273-D4625AE46F9F}" presName="LevelTwoTextNode" presStyleLbl="node3" presStyleIdx="7" presStyleCnt="19">
        <dgm:presLayoutVars>
          <dgm:chPref val="3"/>
        </dgm:presLayoutVars>
      </dgm:prSet>
      <dgm:spPr/>
    </dgm:pt>
    <dgm:pt modelId="{91DA5869-B56F-4F27-9B93-C1C93A1AEC35}" type="pres">
      <dgm:prSet presAssocID="{1AB03169-D976-42D7-A273-D4625AE46F9F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5"/>
      <dgm:spPr/>
    </dgm:pt>
    <dgm:pt modelId="{CE810C7E-C3EF-4168-95BF-2980E8095076}" type="pres">
      <dgm:prSet presAssocID="{6A43294B-A1CB-4D6F-B453-0FF0E5776867}" presName="connTx" presStyleLbl="parChTrans1D2" presStyleIdx="2" presStyleCnt="5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5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A77A702B-712F-4ECF-ABF5-D128154D2C84}" type="pres">
      <dgm:prSet presAssocID="{D1D1B209-31AA-46C8-BA21-F3B9CF8FE9FB}" presName="conn2-1" presStyleLbl="parChTrans1D3" presStyleIdx="8" presStyleCnt="19"/>
      <dgm:spPr/>
    </dgm:pt>
    <dgm:pt modelId="{8E837C51-8492-4622-B33F-F9A94A9D0EF1}" type="pres">
      <dgm:prSet presAssocID="{D1D1B209-31AA-46C8-BA21-F3B9CF8FE9FB}" presName="connTx" presStyleLbl="parChTrans1D3" presStyleIdx="8" presStyleCnt="19"/>
      <dgm:spPr/>
    </dgm:pt>
    <dgm:pt modelId="{5115C6DC-7E2D-4766-B285-4D1F848A8387}" type="pres">
      <dgm:prSet presAssocID="{7AFAD916-0B3E-4141-9546-EF644C75C7DE}" presName="root2" presStyleCnt="0"/>
      <dgm:spPr/>
    </dgm:pt>
    <dgm:pt modelId="{CFCF47A2-F139-4B47-977C-1611FBA1DAB3}" type="pres">
      <dgm:prSet presAssocID="{7AFAD916-0B3E-4141-9546-EF644C75C7DE}" presName="LevelTwoTextNode" presStyleLbl="node3" presStyleIdx="8" presStyleCnt="19">
        <dgm:presLayoutVars>
          <dgm:chPref val="3"/>
        </dgm:presLayoutVars>
      </dgm:prSet>
      <dgm:spPr/>
    </dgm:pt>
    <dgm:pt modelId="{A8FECCA8-240A-4CF5-A5B6-F41A121490CC}" type="pres">
      <dgm:prSet presAssocID="{7AFAD916-0B3E-4141-9546-EF644C75C7DE}" presName="level3hierChild" presStyleCnt="0"/>
      <dgm:spPr/>
    </dgm:pt>
    <dgm:pt modelId="{051C7EE5-64C2-4B32-9CB4-6E697A8B079C}" type="pres">
      <dgm:prSet presAssocID="{D5E1256A-7804-4A1B-9CE0-8C476EAC6D6B}" presName="conn2-1" presStyleLbl="parChTrans1D3" presStyleIdx="9" presStyleCnt="19"/>
      <dgm:spPr/>
    </dgm:pt>
    <dgm:pt modelId="{BC550C4A-0520-4519-87CB-647D5B9D3481}" type="pres">
      <dgm:prSet presAssocID="{D5E1256A-7804-4A1B-9CE0-8C476EAC6D6B}" presName="connTx" presStyleLbl="parChTrans1D3" presStyleIdx="9" presStyleCnt="19"/>
      <dgm:spPr/>
    </dgm:pt>
    <dgm:pt modelId="{75DEBD15-D3B4-4ABE-B17A-25C3764140F0}" type="pres">
      <dgm:prSet presAssocID="{9E22FAF0-FF7E-4884-94A7-F2B8FFBB5A5E}" presName="root2" presStyleCnt="0"/>
      <dgm:spPr/>
    </dgm:pt>
    <dgm:pt modelId="{8B6A1FEE-6309-4F91-8601-1AC9179B566D}" type="pres">
      <dgm:prSet presAssocID="{9E22FAF0-FF7E-4884-94A7-F2B8FFBB5A5E}" presName="LevelTwoTextNode" presStyleLbl="node3" presStyleIdx="9" presStyleCnt="19">
        <dgm:presLayoutVars>
          <dgm:chPref val="3"/>
        </dgm:presLayoutVars>
      </dgm:prSet>
      <dgm:spPr/>
    </dgm:pt>
    <dgm:pt modelId="{4005D192-E8A0-4C74-BEA9-536ED8C0B21F}" type="pres">
      <dgm:prSet presAssocID="{9E22FAF0-FF7E-4884-94A7-F2B8FFBB5A5E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5"/>
      <dgm:spPr/>
    </dgm:pt>
    <dgm:pt modelId="{B1DAB71E-6E0D-4893-9248-FF2AC3D62576}" type="pres">
      <dgm:prSet presAssocID="{8BE22E42-DB0A-4790-87BD-8B0CEA94CA04}" presName="connTx" presStyleLbl="parChTrans1D2" presStyleIdx="3" presStyleCnt="5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5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35D85E89-8219-4EAD-B131-FFB670BDF21E}" type="pres">
      <dgm:prSet presAssocID="{90CBA59F-7D7C-4C75-9B0F-F5F15E07117F}" presName="conn2-1" presStyleLbl="parChTrans1D3" presStyleIdx="10" presStyleCnt="19"/>
      <dgm:spPr/>
    </dgm:pt>
    <dgm:pt modelId="{D6E620D2-D3BC-436E-AE97-2C6EFEAF5E1D}" type="pres">
      <dgm:prSet presAssocID="{90CBA59F-7D7C-4C75-9B0F-F5F15E07117F}" presName="connTx" presStyleLbl="parChTrans1D3" presStyleIdx="10" presStyleCnt="19"/>
      <dgm:spPr/>
    </dgm:pt>
    <dgm:pt modelId="{DD932453-77D2-4F1D-8BAC-83FF7117FDFB}" type="pres">
      <dgm:prSet presAssocID="{5821FB8A-5877-43A9-875B-26B9C487ACC9}" presName="root2" presStyleCnt="0"/>
      <dgm:spPr/>
    </dgm:pt>
    <dgm:pt modelId="{B933AC5F-4C04-4E26-B56E-83A35B7B75A0}" type="pres">
      <dgm:prSet presAssocID="{5821FB8A-5877-43A9-875B-26B9C487ACC9}" presName="LevelTwoTextNode" presStyleLbl="node3" presStyleIdx="10" presStyleCnt="19">
        <dgm:presLayoutVars>
          <dgm:chPref val="3"/>
        </dgm:presLayoutVars>
      </dgm:prSet>
      <dgm:spPr/>
    </dgm:pt>
    <dgm:pt modelId="{B48A1382-39CB-4CB5-8C31-E2F289ECD9DD}" type="pres">
      <dgm:prSet presAssocID="{5821FB8A-5877-43A9-875B-26B9C487ACC9}" presName="level3hierChild" presStyleCnt="0"/>
      <dgm:spPr/>
    </dgm:pt>
    <dgm:pt modelId="{D039A37C-16E1-46DE-83F2-FE1AFA19E6B5}" type="pres">
      <dgm:prSet presAssocID="{E9C31236-41E3-4D93-86D6-120F41639747}" presName="conn2-1" presStyleLbl="parChTrans1D3" presStyleIdx="11" presStyleCnt="19"/>
      <dgm:spPr/>
    </dgm:pt>
    <dgm:pt modelId="{FD0A644D-9AE4-4AD3-9D44-01D9B0D1AEF9}" type="pres">
      <dgm:prSet presAssocID="{E9C31236-41E3-4D93-86D6-120F41639747}" presName="connTx" presStyleLbl="parChTrans1D3" presStyleIdx="11" presStyleCnt="19"/>
      <dgm:spPr/>
    </dgm:pt>
    <dgm:pt modelId="{7628759A-0DAD-434A-9BAA-5996934D1C13}" type="pres">
      <dgm:prSet presAssocID="{B56DF796-4577-4EAC-93C2-6935751BE25A}" presName="root2" presStyleCnt="0"/>
      <dgm:spPr/>
    </dgm:pt>
    <dgm:pt modelId="{C96BA59C-3D83-4DC3-B99D-FEFB4E6D77F1}" type="pres">
      <dgm:prSet presAssocID="{B56DF796-4577-4EAC-93C2-6935751BE25A}" presName="LevelTwoTextNode" presStyleLbl="node3" presStyleIdx="11" presStyleCnt="19">
        <dgm:presLayoutVars>
          <dgm:chPref val="3"/>
        </dgm:presLayoutVars>
      </dgm:prSet>
      <dgm:spPr/>
    </dgm:pt>
    <dgm:pt modelId="{20E64F1D-B60B-4A91-81D4-735CC5B3AF86}" type="pres">
      <dgm:prSet presAssocID="{B56DF796-4577-4EAC-93C2-6935751BE25A}" presName="level3hierChild" presStyleCnt="0"/>
      <dgm:spPr/>
    </dgm:pt>
    <dgm:pt modelId="{6A1F7B97-5B80-483A-A0C1-E0085B4BB7F9}" type="pres">
      <dgm:prSet presAssocID="{123BE4C2-2740-48F1-A672-BED1CFEF1A55}" presName="conn2-1" presStyleLbl="parChTrans1D3" presStyleIdx="12" presStyleCnt="19"/>
      <dgm:spPr/>
    </dgm:pt>
    <dgm:pt modelId="{FE96766D-0860-4D60-82D6-404DDCCC36A1}" type="pres">
      <dgm:prSet presAssocID="{123BE4C2-2740-48F1-A672-BED1CFEF1A55}" presName="connTx" presStyleLbl="parChTrans1D3" presStyleIdx="12" presStyleCnt="19"/>
      <dgm:spPr/>
    </dgm:pt>
    <dgm:pt modelId="{24669121-45D7-4645-AD60-D92D776EB829}" type="pres">
      <dgm:prSet presAssocID="{9E6C4194-C2AC-49CA-B1BE-485970A30476}" presName="root2" presStyleCnt="0"/>
      <dgm:spPr/>
    </dgm:pt>
    <dgm:pt modelId="{73E2F408-D084-4DE5-AFF5-72C7E2B981C0}" type="pres">
      <dgm:prSet presAssocID="{9E6C4194-C2AC-49CA-B1BE-485970A30476}" presName="LevelTwoTextNode" presStyleLbl="node3" presStyleIdx="12" presStyleCnt="19">
        <dgm:presLayoutVars>
          <dgm:chPref val="3"/>
        </dgm:presLayoutVars>
      </dgm:prSet>
      <dgm:spPr/>
    </dgm:pt>
    <dgm:pt modelId="{CCB0D4D3-F9E9-4375-8C70-A1F5C21AB415}" type="pres">
      <dgm:prSet presAssocID="{9E6C4194-C2AC-49CA-B1BE-485970A30476}" presName="level3hierChild" presStyleCnt="0"/>
      <dgm:spPr/>
    </dgm:pt>
    <dgm:pt modelId="{5E6DA394-939F-4A95-8F6F-3209A3895CB8}" type="pres">
      <dgm:prSet presAssocID="{8D49C22C-79DA-4F3A-AEAD-6714A7BAFF19}" presName="conn2-1" presStyleLbl="parChTrans1D3" presStyleIdx="13" presStyleCnt="19"/>
      <dgm:spPr/>
    </dgm:pt>
    <dgm:pt modelId="{03784CEB-724F-450D-AE6D-EBA3A5A10CF8}" type="pres">
      <dgm:prSet presAssocID="{8D49C22C-79DA-4F3A-AEAD-6714A7BAFF19}" presName="connTx" presStyleLbl="parChTrans1D3" presStyleIdx="13" presStyleCnt="19"/>
      <dgm:spPr/>
    </dgm:pt>
    <dgm:pt modelId="{782BC274-BE1B-4775-9EB8-CC3AC883E186}" type="pres">
      <dgm:prSet presAssocID="{8EC7E3C2-D2EB-4D76-988B-B2A9666017DA}" presName="root2" presStyleCnt="0"/>
      <dgm:spPr/>
    </dgm:pt>
    <dgm:pt modelId="{60E800C2-3ACD-4894-B2D1-02C51C896C2D}" type="pres">
      <dgm:prSet presAssocID="{8EC7E3C2-D2EB-4D76-988B-B2A9666017DA}" presName="LevelTwoTextNode" presStyleLbl="node3" presStyleIdx="13" presStyleCnt="19">
        <dgm:presLayoutVars>
          <dgm:chPref val="3"/>
        </dgm:presLayoutVars>
      </dgm:prSet>
      <dgm:spPr/>
    </dgm:pt>
    <dgm:pt modelId="{11CF5C61-43BE-43D6-9928-B1766E286DF7}" type="pres">
      <dgm:prSet presAssocID="{8EC7E3C2-D2EB-4D76-988B-B2A9666017DA}" presName="level3hierChild" presStyleCnt="0"/>
      <dgm:spPr/>
    </dgm:pt>
    <dgm:pt modelId="{E7448DA2-ABEA-4A21-9757-53D581D7F3FD}" type="pres">
      <dgm:prSet presAssocID="{402FF5D2-6E69-442B-87ED-AF119AB98C9A}" presName="conn2-1" presStyleLbl="parChTrans1D3" presStyleIdx="14" presStyleCnt="19"/>
      <dgm:spPr/>
    </dgm:pt>
    <dgm:pt modelId="{E3D0D3B2-09CA-4905-A15A-B5077E79086E}" type="pres">
      <dgm:prSet presAssocID="{402FF5D2-6E69-442B-87ED-AF119AB98C9A}" presName="connTx" presStyleLbl="parChTrans1D3" presStyleIdx="14" presStyleCnt="19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3" presStyleIdx="14" presStyleCnt="19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606C6F1E-498E-4DDB-A186-9DA9B6E34A4F}" type="pres">
      <dgm:prSet presAssocID="{86C76375-759C-430F-8C04-D9FE85D3E0BB}" presName="conn2-1" presStyleLbl="parChTrans1D2" presStyleIdx="4" presStyleCnt="5"/>
      <dgm:spPr/>
    </dgm:pt>
    <dgm:pt modelId="{B9FDD0DE-38DF-4097-A839-7CA529B0134A}" type="pres">
      <dgm:prSet presAssocID="{86C76375-759C-430F-8C04-D9FE85D3E0BB}" presName="connTx" presStyleLbl="parChTrans1D2" presStyleIdx="4" presStyleCnt="5"/>
      <dgm:spPr/>
    </dgm:pt>
    <dgm:pt modelId="{A8D97131-C10E-4466-8300-288BC14793DB}" type="pres">
      <dgm:prSet presAssocID="{4F28903C-A6C9-4863-BB2A-43AED4B9C37B}" presName="root2" presStyleCnt="0"/>
      <dgm:spPr/>
    </dgm:pt>
    <dgm:pt modelId="{2B29F018-F637-4258-A9C2-9FD5539BC75D}" type="pres">
      <dgm:prSet presAssocID="{4F28903C-A6C9-4863-BB2A-43AED4B9C37B}" presName="LevelTwoTextNode" presStyleLbl="node2" presStyleIdx="4" presStyleCnt="5">
        <dgm:presLayoutVars>
          <dgm:chPref val="3"/>
        </dgm:presLayoutVars>
      </dgm:prSet>
      <dgm:spPr/>
    </dgm:pt>
    <dgm:pt modelId="{3B7213A4-4365-42A4-9122-AFC227A98DB7}" type="pres">
      <dgm:prSet presAssocID="{4F28903C-A6C9-4863-BB2A-43AED4B9C37B}" presName="level3hierChild" presStyleCnt="0"/>
      <dgm:spPr/>
    </dgm:pt>
    <dgm:pt modelId="{48B72B3E-C983-4274-B2B2-70D16748E2BB}" type="pres">
      <dgm:prSet presAssocID="{E2BEE4B6-C1A1-4A2D-A761-968A2D1121C6}" presName="conn2-1" presStyleLbl="parChTrans1D3" presStyleIdx="15" presStyleCnt="19"/>
      <dgm:spPr/>
    </dgm:pt>
    <dgm:pt modelId="{81224C5B-9665-4FC8-9EFA-FD6288EDEDB5}" type="pres">
      <dgm:prSet presAssocID="{E2BEE4B6-C1A1-4A2D-A761-968A2D1121C6}" presName="connTx" presStyleLbl="parChTrans1D3" presStyleIdx="15" presStyleCnt="19"/>
      <dgm:spPr/>
    </dgm:pt>
    <dgm:pt modelId="{FDA53FD6-70AF-4B23-BE89-AFBE2A9E107D}" type="pres">
      <dgm:prSet presAssocID="{69C3C36C-E5CC-4A23-B842-F7ADB4F0B186}" presName="root2" presStyleCnt="0"/>
      <dgm:spPr/>
    </dgm:pt>
    <dgm:pt modelId="{C0937D04-21A0-43F6-85AC-6D62800094D9}" type="pres">
      <dgm:prSet presAssocID="{69C3C36C-E5CC-4A23-B842-F7ADB4F0B186}" presName="LevelTwoTextNode" presStyleLbl="node3" presStyleIdx="15" presStyleCnt="19">
        <dgm:presLayoutVars>
          <dgm:chPref val="3"/>
        </dgm:presLayoutVars>
      </dgm:prSet>
      <dgm:spPr/>
    </dgm:pt>
    <dgm:pt modelId="{02709203-B40D-4D7B-ADE7-8E2697C0EBAF}" type="pres">
      <dgm:prSet presAssocID="{69C3C36C-E5CC-4A23-B842-F7ADB4F0B186}" presName="level3hierChild" presStyleCnt="0"/>
      <dgm:spPr/>
    </dgm:pt>
    <dgm:pt modelId="{31955690-7179-40C4-9E8A-5D70DFC377E7}" type="pres">
      <dgm:prSet presAssocID="{AE0CC12A-8B26-484E-AA07-8C88D1D017AA}" presName="conn2-1" presStyleLbl="parChTrans1D3" presStyleIdx="16" presStyleCnt="19"/>
      <dgm:spPr/>
    </dgm:pt>
    <dgm:pt modelId="{8743B348-BD29-45B2-B1D1-8C789BE77813}" type="pres">
      <dgm:prSet presAssocID="{AE0CC12A-8B26-484E-AA07-8C88D1D017AA}" presName="connTx" presStyleLbl="parChTrans1D3" presStyleIdx="16" presStyleCnt="19"/>
      <dgm:spPr/>
    </dgm:pt>
    <dgm:pt modelId="{8056C56B-24EF-4185-9275-0569200A728F}" type="pres">
      <dgm:prSet presAssocID="{279C189A-06F2-43CF-B5A5-E89F36F848E9}" presName="root2" presStyleCnt="0"/>
      <dgm:spPr/>
    </dgm:pt>
    <dgm:pt modelId="{88E111A6-EFA1-4544-AFA8-6F1120FCE148}" type="pres">
      <dgm:prSet presAssocID="{279C189A-06F2-43CF-B5A5-E89F36F848E9}" presName="LevelTwoTextNode" presStyleLbl="node3" presStyleIdx="16" presStyleCnt="19">
        <dgm:presLayoutVars>
          <dgm:chPref val="3"/>
        </dgm:presLayoutVars>
      </dgm:prSet>
      <dgm:spPr/>
    </dgm:pt>
    <dgm:pt modelId="{00FB6E01-EABA-4DC0-BA31-3D5276C65B3B}" type="pres">
      <dgm:prSet presAssocID="{279C189A-06F2-43CF-B5A5-E89F36F848E9}" presName="level3hierChild" presStyleCnt="0"/>
      <dgm:spPr/>
    </dgm:pt>
    <dgm:pt modelId="{4BC74C6A-A727-4FD8-8A8B-C55AF6E4ED33}" type="pres">
      <dgm:prSet presAssocID="{B8A6E210-3D1F-468B-BD06-85B17F9AB552}" presName="conn2-1" presStyleLbl="parChTrans1D3" presStyleIdx="17" presStyleCnt="19"/>
      <dgm:spPr/>
    </dgm:pt>
    <dgm:pt modelId="{597564EC-E121-4C4E-B452-BC74BFF5A043}" type="pres">
      <dgm:prSet presAssocID="{B8A6E210-3D1F-468B-BD06-85B17F9AB552}" presName="connTx" presStyleLbl="parChTrans1D3" presStyleIdx="17" presStyleCnt="19"/>
      <dgm:spPr/>
    </dgm:pt>
    <dgm:pt modelId="{99B3741D-06AC-448D-820F-32049ACC5E96}" type="pres">
      <dgm:prSet presAssocID="{BF1A8830-6600-4079-9907-EC2B2AFB2113}" presName="root2" presStyleCnt="0"/>
      <dgm:spPr/>
    </dgm:pt>
    <dgm:pt modelId="{B3A16A8D-BDEA-44E5-A062-78715E4B15B6}" type="pres">
      <dgm:prSet presAssocID="{BF1A8830-6600-4079-9907-EC2B2AFB2113}" presName="LevelTwoTextNode" presStyleLbl="node3" presStyleIdx="17" presStyleCnt="19">
        <dgm:presLayoutVars>
          <dgm:chPref val="3"/>
        </dgm:presLayoutVars>
      </dgm:prSet>
      <dgm:spPr/>
    </dgm:pt>
    <dgm:pt modelId="{C1A2CB94-7383-45D5-878E-4DF19BF33A3A}" type="pres">
      <dgm:prSet presAssocID="{BF1A8830-6600-4079-9907-EC2B2AFB2113}" presName="level3hierChild" presStyleCnt="0"/>
      <dgm:spPr/>
    </dgm:pt>
    <dgm:pt modelId="{64F2D9ED-EB2C-4E20-890A-87B6433763BD}" type="pres">
      <dgm:prSet presAssocID="{6E00B489-6825-4F79-AAF6-ADC76498986E}" presName="conn2-1" presStyleLbl="parChTrans1D3" presStyleIdx="18" presStyleCnt="19"/>
      <dgm:spPr/>
    </dgm:pt>
    <dgm:pt modelId="{F1F41947-56D6-4C31-BC5C-EA88A158B7D9}" type="pres">
      <dgm:prSet presAssocID="{6E00B489-6825-4F79-AAF6-ADC76498986E}" presName="connTx" presStyleLbl="parChTrans1D3" presStyleIdx="18" presStyleCnt="19"/>
      <dgm:spPr/>
    </dgm:pt>
    <dgm:pt modelId="{2316CC16-F9B5-4BB3-876F-D05B745B546A}" type="pres">
      <dgm:prSet presAssocID="{663F485F-149A-43CE-90EE-939AFDE4FBE9}" presName="root2" presStyleCnt="0"/>
      <dgm:spPr/>
    </dgm:pt>
    <dgm:pt modelId="{3A573B39-4F88-4D8B-A12B-B314D5D8B0ED}" type="pres">
      <dgm:prSet presAssocID="{663F485F-149A-43CE-90EE-939AFDE4FBE9}" presName="LevelTwoTextNode" presStyleLbl="node3" presStyleIdx="18" presStyleCnt="19">
        <dgm:presLayoutVars>
          <dgm:chPref val="3"/>
        </dgm:presLayoutVars>
      </dgm:prSet>
      <dgm:spPr/>
    </dgm:pt>
    <dgm:pt modelId="{0C536D60-2CE3-4C5A-A031-704DBD62AE87}" type="pres">
      <dgm:prSet presAssocID="{663F485F-149A-43CE-90EE-939AFDE4FBE9}" presName="level3hierChild" presStyleCnt="0"/>
      <dgm:spPr/>
    </dgm:pt>
  </dgm:ptLst>
  <dgm:cxnLst>
    <dgm:cxn modelId="{729ADD01-EF4B-4990-8BF6-7B8000C4F508}" type="presOf" srcId="{7AFAD916-0B3E-4141-9546-EF644C75C7DE}" destId="{CFCF47A2-F139-4B47-977C-1611FBA1DAB3}" srcOrd="0" destOrd="0" presId="urn:microsoft.com/office/officeart/2008/layout/HorizontalMultiLevelHierarchy"/>
    <dgm:cxn modelId="{52A0B708-4F9A-4DAC-9E18-8603E649D022}" type="presOf" srcId="{77DE0F50-91BD-47B0-82F2-905F09486430}" destId="{0FF4104E-AE60-4D11-8A99-EF8A73225F34}" srcOrd="1" destOrd="0" presId="urn:microsoft.com/office/officeart/2008/layout/HorizontalMultiLevelHierarchy"/>
    <dgm:cxn modelId="{348AFB0A-9BF6-4672-AB7F-283A6551FC7C}" srcId="{ED807E35-B5D3-4BCB-9B29-5888EC2127F1}" destId="{07CF0387-B6A7-46F6-8D80-6515DE1A07FD}" srcOrd="4" destOrd="0" parTransId="{402FF5D2-6E69-442B-87ED-AF119AB98C9A}" sibTransId="{FD08B8F3-3B0B-4311-A42C-F673A29231EB}"/>
    <dgm:cxn modelId="{C767710B-2D76-4F6C-B281-D53A8DFEE491}" type="presOf" srcId="{07B6C525-6C33-4AE8-B387-9234D98AC7A5}" destId="{467D43A1-A466-4F0B-8178-6DB8BDC76B8C}" srcOrd="1" destOrd="0" presId="urn:microsoft.com/office/officeart/2008/layout/HorizontalMultiLevelHierarchy"/>
    <dgm:cxn modelId="{E7F7D40F-215F-4CD0-856B-D5B800D5926C}" srcId="{4F28903C-A6C9-4863-BB2A-43AED4B9C37B}" destId="{279C189A-06F2-43CF-B5A5-E89F36F848E9}" srcOrd="1" destOrd="0" parTransId="{AE0CC12A-8B26-484E-AA07-8C88D1D017AA}" sibTransId="{2F241F55-BD09-4D6C-AD8B-C1C4C99D2D16}"/>
    <dgm:cxn modelId="{C48F1510-060D-47B6-9C36-8108FD0AEB84}" type="presOf" srcId="{77DE0F50-91BD-47B0-82F2-905F09486430}" destId="{0BFB8105-4697-4547-9449-F2D6976200F3}" srcOrd="0" destOrd="0" presId="urn:microsoft.com/office/officeart/2008/layout/HorizontalMultiLevelHierarchy"/>
    <dgm:cxn modelId="{E16ADD10-5886-44A1-8222-430F59BF392C}" type="presOf" srcId="{BC517616-6D60-41B4-A1E9-EF3BB38B7FA6}" destId="{25457684-6A6A-46B1-BEFA-440DA349A4E1}" srcOrd="0" destOrd="0" presId="urn:microsoft.com/office/officeart/2008/layout/HorizontalMultiLevelHierarchy"/>
    <dgm:cxn modelId="{FB0AFE12-D9D3-40C3-8AED-19A6D479513D}" type="presOf" srcId="{8D49C22C-79DA-4F3A-AEAD-6714A7BAFF19}" destId="{03784CEB-724F-450D-AE6D-EBA3A5A10CF8}" srcOrd="1" destOrd="0" presId="urn:microsoft.com/office/officeart/2008/layout/HorizontalMultiLevelHierarchy"/>
    <dgm:cxn modelId="{98FF4613-485F-43C3-9AE7-DEC53E1CDA4C}" type="presOf" srcId="{D5E1256A-7804-4A1B-9CE0-8C476EAC6D6B}" destId="{051C7EE5-64C2-4B32-9CB4-6E697A8B079C}" srcOrd="0" destOrd="0" presId="urn:microsoft.com/office/officeart/2008/layout/HorizontalMultiLevelHierarchy"/>
    <dgm:cxn modelId="{CE805C14-39E9-4D66-B8D3-B74090EF9270}" type="presOf" srcId="{663F485F-149A-43CE-90EE-939AFDE4FBE9}" destId="{3A573B39-4F88-4D8B-A12B-B314D5D8B0ED}" srcOrd="0" destOrd="0" presId="urn:microsoft.com/office/officeart/2008/layout/HorizontalMultiLevelHierarchy"/>
    <dgm:cxn modelId="{51C89314-1CB2-4F56-87B8-39D66BD5CCBB}" type="presOf" srcId="{B56DF796-4577-4EAC-93C2-6935751BE25A}" destId="{C96BA59C-3D83-4DC3-B99D-FEFB4E6D77F1}" srcOrd="0" destOrd="0" presId="urn:microsoft.com/office/officeart/2008/layout/HorizontalMultiLevelHierarchy"/>
    <dgm:cxn modelId="{0D245F17-E183-490F-B352-E82681221931}" type="presOf" srcId="{ED807E35-B5D3-4BCB-9B29-5888EC2127F1}" destId="{BEDCAB73-F473-4593-A1D1-34DA9B04C965}" srcOrd="0" destOrd="0" presId="urn:microsoft.com/office/officeart/2008/layout/HorizontalMultiLevelHierarchy"/>
    <dgm:cxn modelId="{5DFF2018-6B42-4ED8-AE35-D12E7177CC1F}" type="presOf" srcId="{D1D1B209-31AA-46C8-BA21-F3B9CF8FE9FB}" destId="{A77A702B-712F-4ECF-ABF5-D128154D2C84}" srcOrd="0" destOrd="0" presId="urn:microsoft.com/office/officeart/2008/layout/HorizontalMultiLevelHierarchy"/>
    <dgm:cxn modelId="{D1AF3919-5502-491E-BBCE-EE8853B6DC0C}" srcId="{4F28903C-A6C9-4863-BB2A-43AED4B9C37B}" destId="{69C3C36C-E5CC-4A23-B842-F7ADB4F0B186}" srcOrd="0" destOrd="0" parTransId="{E2BEE4B6-C1A1-4A2D-A761-968A2D1121C6}" sibTransId="{1C8BB3DB-02C6-41FC-9FC6-D56452A0969D}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5394811B-D190-451D-B61F-9C0E41EB5215}" type="presOf" srcId="{FEC150FD-CA24-4E50-97F1-E69E41EAECA7}" destId="{E7CD85A1-EA1D-49AD-8929-888F2462A542}" srcOrd="1" destOrd="0" presId="urn:microsoft.com/office/officeart/2008/layout/HorizontalMultiLevelHierarchy"/>
    <dgm:cxn modelId="{28B41D1F-296A-46D7-B65B-293F882F5B18}" type="presOf" srcId="{07B6C525-6C33-4AE8-B387-9234D98AC7A5}" destId="{04620BEB-0EEC-4835-AA29-7DE825A6C113}" srcOrd="0" destOrd="0" presId="urn:microsoft.com/office/officeart/2008/layout/HorizontalMultiLevelHierarchy"/>
    <dgm:cxn modelId="{30288E20-39F8-4D6C-97B0-3B5697AEE04B}" type="presOf" srcId="{6A43294B-A1CB-4D6F-B453-0FF0E5776867}" destId="{E43A60A7-9DDF-42B2-A812-4D4F0F75076B}" srcOrd="0" destOrd="0" presId="urn:microsoft.com/office/officeart/2008/layout/HorizontalMultiLevelHierarchy"/>
    <dgm:cxn modelId="{93AAB723-4057-4BE3-B658-5D7F84B4C830}" type="presOf" srcId="{D1D1B209-31AA-46C8-BA21-F3B9CF8FE9FB}" destId="{8E837C51-8492-4622-B33F-F9A94A9D0EF1}" srcOrd="1" destOrd="0" presId="urn:microsoft.com/office/officeart/2008/layout/HorizontalMultiLevelHierarchy"/>
    <dgm:cxn modelId="{2FE09C25-C66D-4EC5-9159-C525AA61F816}" srcId="{4F28903C-A6C9-4863-BB2A-43AED4B9C37B}" destId="{663F485F-149A-43CE-90EE-939AFDE4FBE9}" srcOrd="3" destOrd="0" parTransId="{6E00B489-6825-4F79-AAF6-ADC76498986E}" sibTransId="{696E035A-82D7-4FA9-B49A-563D058019A2}"/>
    <dgm:cxn modelId="{EA0EAE2C-2B44-4196-995F-9CD3A807B025}" type="presOf" srcId="{E2BEE4B6-C1A1-4A2D-A761-968A2D1121C6}" destId="{81224C5B-9665-4FC8-9EFA-FD6288EDEDB5}" srcOrd="1" destOrd="0" presId="urn:microsoft.com/office/officeart/2008/layout/HorizontalMultiLevelHierarchy"/>
    <dgm:cxn modelId="{AEB8F02E-B8EC-45B2-A23C-A943F8742FDE}" srcId="{D386F11A-1804-40C3-B4C6-97A93DDDA638}" destId="{08AE5005-3581-4A97-BECF-0CCE44B4D53E}" srcOrd="2" destOrd="0" parTransId="{A004AE72-6A2F-4DC1-86AA-9DD6EF4528AF}" sibTransId="{ECAF6E8F-2852-43EE-B9C4-41442144A0FC}"/>
    <dgm:cxn modelId="{C09DC830-BD83-4B7C-A407-5B02C3A0986D}" srcId="{8DCCF5A1-F5D2-48CE-BA98-5C85D6801254}" destId="{9E22FAF0-FF7E-4884-94A7-F2B8FFBB5A5E}" srcOrd="1" destOrd="0" parTransId="{D5E1256A-7804-4A1B-9CE0-8C476EAC6D6B}" sibTransId="{08A8FAC0-F035-4478-9763-893CD85C1319}"/>
    <dgm:cxn modelId="{527DCE35-847D-41EC-9BCF-FCFCC20E5C07}" type="presOf" srcId="{123BE4C2-2740-48F1-A672-BED1CFEF1A55}" destId="{FE96766D-0860-4D60-82D6-404DDCCC36A1}" srcOrd="1" destOrd="0" presId="urn:microsoft.com/office/officeart/2008/layout/HorizontalMultiLevelHierarchy"/>
    <dgm:cxn modelId="{406D6C3B-242C-40F5-ADC0-52CA87386D80}" type="presOf" srcId="{26A7866C-CE89-4BAB-B6B8-421B68991845}" destId="{8F7C36BE-E589-4461-8F16-778807C0B166}" srcOrd="0" destOrd="0" presId="urn:microsoft.com/office/officeart/2008/layout/HorizontalMultiLevelHierarchy"/>
    <dgm:cxn modelId="{AB77AF3B-80EA-4340-BF0A-60284FD11939}" type="presOf" srcId="{1EAAA8DD-4A75-4985-B423-64C84D4EE993}" destId="{37CD627C-8293-4029-B114-AA7B7535644E}" srcOrd="1" destOrd="0" presId="urn:microsoft.com/office/officeart/2008/layout/HorizontalMultiLevelHierarchy"/>
    <dgm:cxn modelId="{01B5803E-54D0-4D64-B61C-5CC40BDEEC8B}" type="presOf" srcId="{E9C31236-41E3-4D93-86D6-120F41639747}" destId="{FD0A644D-9AE4-4AD3-9D44-01D9B0D1AEF9}" srcOrd="1" destOrd="0" presId="urn:microsoft.com/office/officeart/2008/layout/HorizontalMultiLevelHierarchy"/>
    <dgm:cxn modelId="{51AF825B-9B3A-4353-A1B2-48084B9EF8D5}" type="presOf" srcId="{8EC7E3C2-D2EB-4D76-988B-B2A9666017DA}" destId="{60E800C2-3ACD-4894-B2D1-02C51C896C2D}" srcOrd="0" destOrd="0" presId="urn:microsoft.com/office/officeart/2008/layout/HorizontalMultiLevelHierarchy"/>
    <dgm:cxn modelId="{5930815E-EF72-4DB9-AF11-54F15257940D}" type="presOf" srcId="{8D49C22C-79DA-4F3A-AEAD-6714A7BAFF19}" destId="{5E6DA394-939F-4A95-8F6F-3209A3895CB8}" srcOrd="0" destOrd="0" presId="urn:microsoft.com/office/officeart/2008/layout/HorizontalMultiLevelHierarchy"/>
    <dgm:cxn modelId="{41EF1B5F-D09D-4F71-8417-C286285C9568}" srcId="{ED807E35-B5D3-4BCB-9B29-5888EC2127F1}" destId="{5821FB8A-5877-43A9-875B-26B9C487ACC9}" srcOrd="0" destOrd="0" parTransId="{90CBA59F-7D7C-4C75-9B0F-F5F15E07117F}" sibTransId="{D3D15590-51C2-44EF-AC9C-F94F0FCCB8B6}"/>
    <dgm:cxn modelId="{4CE03E41-67B3-46A1-BE69-B26C1FC740A2}" type="presOf" srcId="{E9C31236-41E3-4D93-86D6-120F41639747}" destId="{D039A37C-16E1-46DE-83F2-FE1AFA19E6B5}" srcOrd="0" destOrd="0" presId="urn:microsoft.com/office/officeart/2008/layout/HorizontalMultiLevelHierarchy"/>
    <dgm:cxn modelId="{EB1F6241-7541-4583-9940-25F14F4D6A33}" type="presOf" srcId="{8DCCF5A1-F5D2-48CE-BA98-5C85D6801254}" destId="{32ACC1F6-D5B9-4CEA-991A-2E04658BD206}" srcOrd="0" destOrd="0" presId="urn:microsoft.com/office/officeart/2008/layout/HorizontalMultiLevelHierarchy"/>
    <dgm:cxn modelId="{6B174763-38CD-4C5C-8684-B3BD13CDFF3D}" type="presOf" srcId="{AA478AEC-9F15-47FF-B20B-DE5893F051C0}" destId="{1727B044-8190-4C0C-A27D-97E6DA4EBBD8}" srcOrd="0" destOrd="0" presId="urn:microsoft.com/office/officeart/2008/layout/HorizontalMultiLevelHierarchy"/>
    <dgm:cxn modelId="{6B282A65-641E-4798-B811-1AC8F94F44F5}" srcId="{26A7866C-CE89-4BAB-B6B8-421B68991845}" destId="{F6D65D99-858C-4491-8350-4E38A536AD21}" srcOrd="0" destOrd="0" parTransId="{FEC150FD-CA24-4E50-97F1-E69E41EAECA7}" sibTransId="{15769C71-E077-44AB-965F-70D7B581EC38}"/>
    <dgm:cxn modelId="{930B6465-918C-4487-9892-21C123CA0BA4}" srcId="{26A7866C-CE89-4BAB-B6B8-421B68991845}" destId="{1AB03169-D976-42D7-A273-D4625AE46F9F}" srcOrd="2" destOrd="0" parTransId="{AA478AEC-9F15-47FF-B20B-DE5893F051C0}" sibTransId="{0A7E2B11-0161-4336-8CC6-8057E2D42FCF}"/>
    <dgm:cxn modelId="{E3F68E45-2B8E-42DE-94AC-A367AE662C79}" type="presOf" srcId="{E2BEE4B6-C1A1-4A2D-A761-968A2D1121C6}" destId="{48B72B3E-C983-4274-B2B2-70D16748E2BB}" srcOrd="0" destOrd="0" presId="urn:microsoft.com/office/officeart/2008/layout/HorizontalMultiLevelHierarchy"/>
    <dgm:cxn modelId="{AB277568-4156-49F2-B2B3-4DFC2A8AEB98}" type="presOf" srcId="{1088B713-D373-4F76-B98B-B75395D41BA2}" destId="{80CCDF43-4A90-4DB9-90BB-F37BB6A6CE64}" srcOrd="0" destOrd="0" presId="urn:microsoft.com/office/officeart/2008/layout/HorizontalMultiLevelHierarchy"/>
    <dgm:cxn modelId="{4EC9854A-042C-4346-BD6B-0D7065878838}" type="presOf" srcId="{7FA6DCDB-7840-414E-A2DC-34707D6C010C}" destId="{5BB8511B-BEEB-4D95-9928-1B6F31389179}" srcOrd="0" destOrd="0" presId="urn:microsoft.com/office/officeart/2008/layout/HorizontalMultiLevelHierarchy"/>
    <dgm:cxn modelId="{97B3D36B-939A-4999-B9F0-48B5EF509D8F}" type="presOf" srcId="{FEC150FD-CA24-4E50-97F1-E69E41EAECA7}" destId="{F26F67FB-D19B-4991-9A66-98D479004DA6}" srcOrd="0" destOrd="0" presId="urn:microsoft.com/office/officeart/2008/layout/HorizontalMultiLevelHierarchy"/>
    <dgm:cxn modelId="{1C054A4C-FE2D-46FB-B0E2-C91FC85755E0}" srcId="{D386F11A-1804-40C3-B4C6-97A93DDDA638}" destId="{D5CC7BC0-399A-4FA1-9282-8E02243BD9DA}" srcOrd="1" destOrd="0" parTransId="{77DE0F50-91BD-47B0-82F2-905F09486430}" sibTransId="{6B4200AB-22F1-4917-A548-F0CC62565ABB}"/>
    <dgm:cxn modelId="{F4FF426E-457E-4993-AFED-082B0BB262F8}" type="presOf" srcId="{1088B713-D373-4F76-B98B-B75395D41BA2}" destId="{87A0E548-ED5E-4FC4-A2E6-8E63C819DFB2}" srcOrd="1" destOrd="0" presId="urn:microsoft.com/office/officeart/2008/layout/HorizontalMultiLevelHierarchy"/>
    <dgm:cxn modelId="{DCF3A04F-4D1E-4984-A63B-DD682A04E677}" type="presOf" srcId="{1AB03169-D976-42D7-A273-D4625AE46F9F}" destId="{953DE894-07BF-479E-983A-CE5469800A68}" srcOrd="0" destOrd="0" presId="urn:microsoft.com/office/officeart/2008/layout/HorizontalMultiLevelHierarchy"/>
    <dgm:cxn modelId="{5F2FF74F-D640-4AF0-B879-82409B595B23}" type="presOf" srcId="{D5E1256A-7804-4A1B-9CE0-8C476EAC6D6B}" destId="{BC550C4A-0520-4519-87CB-647D5B9D3481}" srcOrd="1" destOrd="0" presId="urn:microsoft.com/office/officeart/2008/layout/HorizontalMultiLevelHierarchy"/>
    <dgm:cxn modelId="{6ED1F450-FC9C-4DED-883C-9AAC36B15A42}" type="presOf" srcId="{6E00B489-6825-4F79-AAF6-ADC76498986E}" destId="{F1F41947-56D6-4C31-BC5C-EA88A158B7D9}" srcOrd="1" destOrd="0" presId="urn:microsoft.com/office/officeart/2008/layout/HorizontalMultiLevelHierarchy"/>
    <dgm:cxn modelId="{76995853-2A4E-42BB-8E68-D87A2A388D94}" type="presOf" srcId="{90CBA59F-7D7C-4C75-9B0F-F5F15E07117F}" destId="{D6E620D2-D3BC-436E-AE97-2C6EFEAF5E1D}" srcOrd="1" destOrd="0" presId="urn:microsoft.com/office/officeart/2008/layout/HorizontalMultiLevelHierarchy"/>
    <dgm:cxn modelId="{81480C74-1CD0-4DC9-BB3B-BE2D1E4C04E8}" type="presOf" srcId="{1EAAA8DD-4A75-4985-B423-64C84D4EE993}" destId="{F31F3F23-7C72-452A-ADC8-1CB2C7B14B46}" srcOrd="0" destOrd="0" presId="urn:microsoft.com/office/officeart/2008/layout/HorizontalMultiLevelHierarchy"/>
    <dgm:cxn modelId="{377A4154-0464-4084-BD65-37CCA231BFBE}" type="presOf" srcId="{BC06D4EA-C00A-455B-A296-90B7D26E50BF}" destId="{DDA79D3F-A64C-4EED-8BE6-B172036968B7}" srcOrd="0" destOrd="0" presId="urn:microsoft.com/office/officeart/2008/layout/HorizontalMultiLevelHierarchy"/>
    <dgm:cxn modelId="{05AA1157-CE4C-4580-A68B-C5415EB0B5AA}" type="presOf" srcId="{A004AE72-6A2F-4DC1-86AA-9DD6EF4528AF}" destId="{D7E8F901-BAA6-4D2C-8C3C-C991500CB493}" srcOrd="1" destOrd="0" presId="urn:microsoft.com/office/officeart/2008/layout/HorizontalMultiLevelHierarchy"/>
    <dgm:cxn modelId="{8B10245A-D88C-4F03-A009-6715C0266A2E}" type="presOf" srcId="{123BE4C2-2740-48F1-A672-BED1CFEF1A55}" destId="{6A1F7B97-5B80-483A-A0C1-E0085B4BB7F9}" srcOrd="0" destOrd="0" presId="urn:microsoft.com/office/officeart/2008/layout/HorizontalMultiLevelHierarchy"/>
    <dgm:cxn modelId="{C348EA80-26EC-42A7-A79E-25B4312BC4F3}" srcId="{F8A4306D-2EA6-4060-9C81-584FC924A72D}" destId="{4F28903C-A6C9-4863-BB2A-43AED4B9C37B}" srcOrd="4" destOrd="0" parTransId="{86C76375-759C-430F-8C04-D9FE85D3E0BB}" sibTransId="{B8DD7159-E45E-49FB-AD54-E66760F599F9}"/>
    <dgm:cxn modelId="{06A0C783-720E-4D17-BB25-F9B252749408}" type="presOf" srcId="{BC517616-6D60-41B4-A1E9-EF3BB38B7FA6}" destId="{BD65CC17-314D-4592-BB6E-D178C94F5A9C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4E731686-F5FC-4DCC-B362-64CE5EFB7DA5}" type="presOf" srcId="{D703D4E3-80AC-43B7-BB5D-6236C00A0C8E}" destId="{A393CB0A-BEF7-4DB8-81E5-1154DE861CF6}" srcOrd="0" destOrd="0" presId="urn:microsoft.com/office/officeart/2008/layout/HorizontalMultiLevelHierarchy"/>
    <dgm:cxn modelId="{7F715586-8543-4983-9FA0-C755C1EFD3F5}" type="presOf" srcId="{DC92EE81-E160-409C-8D57-13731F9F37AC}" destId="{92090F43-5B4E-4749-BCAA-CA724B1D4710}" srcOrd="0" destOrd="0" presId="urn:microsoft.com/office/officeart/2008/layout/HorizontalMultiLevelHierarchy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A4EFA787-CD36-4728-83DB-FEC14EFC6E00}" type="presOf" srcId="{B8A6E210-3D1F-468B-BD06-85B17F9AB552}" destId="{4BC74C6A-A727-4FD8-8A8B-C55AF6E4ED33}" srcOrd="0" destOrd="0" presId="urn:microsoft.com/office/officeart/2008/layout/HorizontalMultiLevelHierarchy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B9ED278B-2887-4FAC-8E86-6D52107D72A3}" type="presOf" srcId="{D5CC7BC0-399A-4FA1-9282-8E02243BD9DA}" destId="{27B4AF17-3646-481D-A3F4-26A127527259}" srcOrd="0" destOrd="0" presId="urn:microsoft.com/office/officeart/2008/layout/HorizontalMultiLevelHierarchy"/>
    <dgm:cxn modelId="{F2A0ED8B-F3E0-40B5-8E8E-CAFF576907D3}" srcId="{4F28903C-A6C9-4863-BB2A-43AED4B9C37B}" destId="{BF1A8830-6600-4079-9907-EC2B2AFB2113}" srcOrd="2" destOrd="0" parTransId="{B8A6E210-3D1F-468B-BD06-85B17F9AB552}" sibTransId="{8F56ABFD-B8FE-40BB-B312-FC16D83CD91F}"/>
    <dgm:cxn modelId="{5EB7DF8D-7BF8-4C6E-BDD6-8100ECD9AA7A}" srcId="{ED807E35-B5D3-4BCB-9B29-5888EC2127F1}" destId="{8EC7E3C2-D2EB-4D76-988B-B2A9666017DA}" srcOrd="3" destOrd="0" parTransId="{8D49C22C-79DA-4F3A-AEAD-6714A7BAFF19}" sibTransId="{464A0BE2-DEF7-417E-9E85-C09FA6EB1044}"/>
    <dgm:cxn modelId="{1DF5A08E-589B-4D52-8BC8-19AC2BE17C28}" srcId="{8DCCF5A1-F5D2-48CE-BA98-5C85D6801254}" destId="{7AFAD916-0B3E-4141-9546-EF644C75C7DE}" srcOrd="0" destOrd="0" parTransId="{D1D1B209-31AA-46C8-BA21-F3B9CF8FE9FB}" sibTransId="{3989527C-439F-4CDD-A951-52296F973D86}"/>
    <dgm:cxn modelId="{F9695B93-2103-40EE-8C6D-7E135B1D0D4F}" type="presOf" srcId="{B8A6E210-3D1F-468B-BD06-85B17F9AB552}" destId="{597564EC-E121-4C4E-B452-BC74BFF5A043}" srcOrd="1" destOrd="0" presId="urn:microsoft.com/office/officeart/2008/layout/HorizontalMultiLevelHierarchy"/>
    <dgm:cxn modelId="{B680BC94-E345-4749-B748-85920F54A2DC}" type="presOf" srcId="{07CF0387-B6A7-46F6-8D80-6515DE1A07FD}" destId="{F79FB1EC-FF45-40C7-BCB6-021087AEF7A4}" srcOrd="0" destOrd="0" presId="urn:microsoft.com/office/officeart/2008/layout/HorizontalMultiLevelHierarchy"/>
    <dgm:cxn modelId="{7B830096-8BDF-412A-BE6E-4DA39A3F5427}" type="presOf" srcId="{9E6C4194-C2AC-49CA-B1BE-485970A30476}" destId="{73E2F408-D084-4DE5-AFF5-72C7E2B981C0}" srcOrd="0" destOrd="0" presId="urn:microsoft.com/office/officeart/2008/layout/HorizontalMultiLevelHierarchy"/>
    <dgm:cxn modelId="{99B37A96-C7E4-4FFE-AE1C-0B928899CCF5}" srcId="{ED807E35-B5D3-4BCB-9B29-5888EC2127F1}" destId="{9E6C4194-C2AC-49CA-B1BE-485970A30476}" srcOrd="2" destOrd="0" parTransId="{123BE4C2-2740-48F1-A672-BED1CFEF1A55}" sibTransId="{9CCDDAAC-1088-4C90-ADDE-D6CCD26B0E7F}"/>
    <dgm:cxn modelId="{C248F599-A223-40A6-AA0B-B7293E740314}" type="presOf" srcId="{AE0CC12A-8B26-484E-AA07-8C88D1D017AA}" destId="{8743B348-BD29-45B2-B1D1-8C789BE77813}" srcOrd="1" destOrd="0" presId="urn:microsoft.com/office/officeart/2008/layout/HorizontalMultiLevelHierarchy"/>
    <dgm:cxn modelId="{BDD785A0-6369-4701-8C5F-03CA08A4220E}" type="presOf" srcId="{AA478AEC-9F15-47FF-B20B-DE5893F051C0}" destId="{13757426-925E-45F2-A3A4-857C30C03B09}" srcOrd="1" destOrd="0" presId="urn:microsoft.com/office/officeart/2008/layout/HorizontalMultiLevelHierarchy"/>
    <dgm:cxn modelId="{EB47E9A0-DE8D-4252-A6F4-8D4855D9105E}" type="presOf" srcId="{279C189A-06F2-43CF-B5A5-E89F36F848E9}" destId="{88E111A6-EFA1-4544-AFA8-6F1120FCE148}" srcOrd="0" destOrd="0" presId="urn:microsoft.com/office/officeart/2008/layout/HorizontalMultiLevelHierarchy"/>
    <dgm:cxn modelId="{9ED79BA5-DB4F-4B82-8DD7-3BDC1EC65150}" type="presOf" srcId="{86C76375-759C-430F-8C04-D9FE85D3E0BB}" destId="{B9FDD0DE-38DF-4097-A839-7CA529B0134A}" srcOrd="1" destOrd="0" presId="urn:microsoft.com/office/officeart/2008/layout/HorizontalMultiLevelHierarchy"/>
    <dgm:cxn modelId="{EB743FA9-2C08-4978-9D09-40B91FA4DFE9}" type="presOf" srcId="{D386F11A-1804-40C3-B4C6-97A93DDDA638}" destId="{B2ADA6F2-50C6-4A88-AAA9-37F38027290A}" srcOrd="0" destOrd="0" presId="urn:microsoft.com/office/officeart/2008/layout/HorizontalMultiLevelHierarchy"/>
    <dgm:cxn modelId="{72C4DCA9-69DE-411B-B9C2-7B74C9048EBC}" srcId="{26A7866C-CE89-4BAB-B6B8-421B68991845}" destId="{BC06D4EA-C00A-455B-A296-90B7D26E50BF}" srcOrd="1" destOrd="0" parTransId="{1088B713-D373-4F76-B98B-B75395D41BA2}" sibTransId="{640074BF-093A-4037-A45A-F35FD66C4B67}"/>
    <dgm:cxn modelId="{E66EEEA9-FF55-4681-B210-A327E56951F3}" type="presOf" srcId="{A004AE72-6A2F-4DC1-86AA-9DD6EF4528AF}" destId="{22D0EEAC-F1C3-4BAD-B8D4-AFFC576382CC}" srcOrd="0" destOrd="0" presId="urn:microsoft.com/office/officeart/2008/layout/HorizontalMultiLevelHierarchy"/>
    <dgm:cxn modelId="{C2B2CEAA-3954-458A-BD28-8C88F6DEEC44}" type="presOf" srcId="{AE0CC12A-8B26-484E-AA07-8C88D1D017AA}" destId="{31955690-7179-40C4-9E8A-5D70DFC377E7}" srcOrd="0" destOrd="0" presId="urn:microsoft.com/office/officeart/2008/layout/HorizontalMultiLevelHierarchy"/>
    <dgm:cxn modelId="{E79EC7AD-F4BE-472C-B324-69743B8261D7}" type="presOf" srcId="{08AE5005-3581-4A97-BECF-0CCE44B4D53E}" destId="{0647BFC3-B5D7-4EAF-82AD-3EB8CC090092}" srcOrd="0" destOrd="0" presId="urn:microsoft.com/office/officeart/2008/layout/HorizontalMultiLevelHierarchy"/>
    <dgm:cxn modelId="{F8DB03AF-B784-48A9-AE53-EF0646F0505B}" srcId="{ED807E35-B5D3-4BCB-9B29-5888EC2127F1}" destId="{B56DF796-4577-4EAC-93C2-6935751BE25A}" srcOrd="1" destOrd="0" parTransId="{E9C31236-41E3-4D93-86D6-120F41639747}" sibTransId="{7891076A-C6C8-4A60-A70F-5BC6A31F5F3B}"/>
    <dgm:cxn modelId="{2CB4F7B0-3B4B-43AA-9F4C-B398AB1BB303}" type="presOf" srcId="{6E00B489-6825-4F79-AAF6-ADC76498986E}" destId="{64F2D9ED-EB2C-4E20-890A-87B6433763BD}" srcOrd="0" destOrd="0" presId="urn:microsoft.com/office/officeart/2008/layout/HorizontalMultiLevelHierarchy"/>
    <dgm:cxn modelId="{3A5B02B3-4C49-46A6-9049-BD3F6D041E60}" type="presOf" srcId="{90CBA59F-7D7C-4C75-9B0F-F5F15E07117F}" destId="{35D85E89-8219-4EAD-B131-FFB670BDF21E}" srcOrd="0" destOrd="0" presId="urn:microsoft.com/office/officeart/2008/layout/HorizontalMultiLevelHierarchy"/>
    <dgm:cxn modelId="{60FBC3B3-CA29-40B6-BBBD-3B5B9C4CCB47}" type="presOf" srcId="{86C76375-759C-430F-8C04-D9FE85D3E0BB}" destId="{606C6F1E-498E-4DDB-A186-9DA9B6E34A4F}" srcOrd="0" destOrd="0" presId="urn:microsoft.com/office/officeart/2008/layout/HorizontalMultiLevelHierarchy"/>
    <dgm:cxn modelId="{59F80DB4-6184-41F9-A751-3A2BDF67415D}" type="presOf" srcId="{8BE22E42-DB0A-4790-87BD-8B0CEA94CA04}" destId="{B1DAB71E-6E0D-4893-9248-FF2AC3D62576}" srcOrd="1" destOrd="0" presId="urn:microsoft.com/office/officeart/2008/layout/HorizontalMultiLevelHierarchy"/>
    <dgm:cxn modelId="{B7D5AFBC-485B-4AA9-B71E-ECBFAD6D8C34}" type="presOf" srcId="{69C3C36C-E5CC-4A23-B842-F7ADB4F0B186}" destId="{C0937D04-21A0-43F6-85AC-6D62800094D9}" srcOrd="0" destOrd="0" presId="urn:microsoft.com/office/officeart/2008/layout/HorizontalMultiLevelHierarchy"/>
    <dgm:cxn modelId="{FA28CEC3-0168-4033-BA85-5D4A9046C14A}" type="presOf" srcId="{BF1A8830-6600-4079-9907-EC2B2AFB2113}" destId="{B3A16A8D-BDEA-44E5-A062-78715E4B15B6}" srcOrd="0" destOrd="0" presId="urn:microsoft.com/office/officeart/2008/layout/HorizontalMultiLevelHierarchy"/>
    <dgm:cxn modelId="{D52191C4-13AC-4A93-85D8-7FC6151E89CC}" type="presOf" srcId="{4F28903C-A6C9-4863-BB2A-43AED4B9C37B}" destId="{2B29F018-F637-4258-A9C2-9FD5539BC75D}" srcOrd="0" destOrd="0" presId="urn:microsoft.com/office/officeart/2008/layout/HorizontalMultiLevelHierarchy"/>
    <dgm:cxn modelId="{5EF803C7-BB0E-44A4-9047-BEC2A65C4AEE}" type="presOf" srcId="{402FF5D2-6E69-442B-87ED-AF119AB98C9A}" destId="{E7448DA2-ABEA-4A21-9757-53D581D7F3FD}" srcOrd="0" destOrd="0" presId="urn:microsoft.com/office/officeart/2008/layout/HorizontalMultiLevelHierarchy"/>
    <dgm:cxn modelId="{91D222C7-D976-46A1-A14D-B04139A3DEC3}" type="presOf" srcId="{4ACE4D20-0AD1-48A9-9ACB-1F5C46BC0BDA}" destId="{E8145716-6D58-4345-8073-80600F1C9F42}" srcOrd="0" destOrd="0" presId="urn:microsoft.com/office/officeart/2008/layout/HorizontalMultiLevelHierarchy"/>
    <dgm:cxn modelId="{D92941C7-9627-4FE5-8135-64B85FE16D2A}" type="presOf" srcId="{F8A4306D-2EA6-4060-9C81-584FC924A72D}" destId="{1A8C8775-11A9-4910-9DB9-4ADDC072442C}" srcOrd="0" destOrd="0" presId="urn:microsoft.com/office/officeart/2008/layout/HorizontalMultiLevelHierarchy"/>
    <dgm:cxn modelId="{7A4077C8-3A1F-4631-8C58-C480E94115A7}" type="presOf" srcId="{DC92EE81-E160-409C-8D57-13731F9F37AC}" destId="{81E432F6-3EF7-4549-811C-B578FA37B5ED}" srcOrd="1" destOrd="0" presId="urn:microsoft.com/office/officeart/2008/layout/HorizontalMultiLevelHierarchy"/>
    <dgm:cxn modelId="{EAB359CA-D8BA-4728-A5BD-50F3B9965CEE}" type="presOf" srcId="{8BE22E42-DB0A-4790-87BD-8B0CEA94CA04}" destId="{FA624BE1-9ACC-4E7D-9F6D-BDD9E6D78BF6}" srcOrd="0" destOrd="0" presId="urn:microsoft.com/office/officeart/2008/layout/HorizontalMultiLevelHierarchy"/>
    <dgm:cxn modelId="{679C18CC-4184-4937-94B9-4974EFF413B9}" type="presOf" srcId="{5821FB8A-5877-43A9-875B-26B9C487ACC9}" destId="{B933AC5F-4C04-4E26-B56E-83A35B7B75A0}" srcOrd="0" destOrd="0" presId="urn:microsoft.com/office/officeart/2008/layout/HorizontalMultiLevelHierarchy"/>
    <dgm:cxn modelId="{049CF7CC-B208-4A72-A5C2-87DD58BA822A}" srcId="{D386F11A-1804-40C3-B4C6-97A93DDDA638}" destId="{4ACE4D20-0AD1-48A9-9ACB-1F5C46BC0BDA}" srcOrd="3" destOrd="0" parTransId="{07B6C525-6C33-4AE8-B387-9234D98AC7A5}" sibTransId="{D43DB4CE-5FDD-4F07-B46D-1A1C7495C161}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61B3ACD6-CD07-4D7B-8A55-A711422362F4}" type="presOf" srcId="{C5F0EE40-EBE4-45F5-B1FC-726A9F1B0F73}" destId="{F226263A-149C-45EB-8D74-9D5F16BB2DF3}" srcOrd="0" destOrd="0" presId="urn:microsoft.com/office/officeart/2008/layout/HorizontalMultiLevelHierarchy"/>
    <dgm:cxn modelId="{5B1ADDDC-8D57-4C34-BD0F-B265BAE1DA0A}" type="presOf" srcId="{9E22FAF0-FF7E-4884-94A7-F2B8FFBB5A5E}" destId="{8B6A1FEE-6309-4F91-8601-1AC9179B566D}" srcOrd="0" destOrd="0" presId="urn:microsoft.com/office/officeart/2008/layout/HorizontalMultiLevelHierarchy"/>
    <dgm:cxn modelId="{A5E3A0DE-3F29-45DF-B3C9-345FA27E2BAE}" srcId="{D386F11A-1804-40C3-B4C6-97A93DDDA638}" destId="{7FA6DCDB-7840-414E-A2DC-34707D6C010C}" srcOrd="0" destOrd="0" parTransId="{BC517616-6D60-41B4-A1E9-EF3BB38B7FA6}" sibTransId="{81C5B1B1-C736-4F61-B4D2-15979B594143}"/>
    <dgm:cxn modelId="{3001B6E0-5A1B-4107-95CB-12E9DCC99663}" srcId="{D386F11A-1804-40C3-B4C6-97A93DDDA638}" destId="{D703D4E3-80AC-43B7-BB5D-6236C00A0C8E}" srcOrd="4" destOrd="0" parTransId="{C5F0EE40-EBE4-45F5-B1FC-726A9F1B0F73}" sibTransId="{AA9F861D-93CE-4011-9A92-B54BA4C37D2E}"/>
    <dgm:cxn modelId="{119070E3-0860-4DEA-99B6-C2F5DC9167F2}" type="presOf" srcId="{402FF5D2-6E69-442B-87ED-AF119AB98C9A}" destId="{E3D0D3B2-09CA-4905-A15A-B5077E79086E}" srcOrd="1" destOrd="0" presId="urn:microsoft.com/office/officeart/2008/layout/HorizontalMultiLevelHierarchy"/>
    <dgm:cxn modelId="{77A099ED-0B97-4E39-B3F5-9B70E329C49B}" type="presOf" srcId="{6A43294B-A1CB-4D6F-B453-0FF0E5776867}" destId="{CE810C7E-C3EF-4168-95BF-2980E8095076}" srcOrd="1" destOrd="0" presId="urn:microsoft.com/office/officeart/2008/layout/HorizontalMultiLevelHierarchy"/>
    <dgm:cxn modelId="{E554D9F6-ED4A-412F-880D-C6029C356670}" type="presOf" srcId="{F6D65D99-858C-4491-8350-4E38A536AD21}" destId="{B451BF21-E3E7-4DE8-AB73-A070BD52A292}" srcOrd="0" destOrd="0" presId="urn:microsoft.com/office/officeart/2008/layout/HorizontalMultiLevelHierarchy"/>
    <dgm:cxn modelId="{00B22EFF-9601-4427-8D2C-A84C5FD31A0B}" type="presOf" srcId="{C5F0EE40-EBE4-45F5-B1FC-726A9F1B0F73}" destId="{ED327FEE-4425-4C58-876D-54DE2191A0F8}" srcOrd="1" destOrd="0" presId="urn:microsoft.com/office/officeart/2008/layout/HorizontalMultiLevelHierarchy"/>
    <dgm:cxn modelId="{9CE30A0E-8A7D-4E33-83F7-65DE40CDD7D8}" type="presParOf" srcId="{AB769FB9-81B7-4D88-8E0E-4605BD1B277C}" destId="{4EC09F46-69D8-4EC8-A3FD-B9943A6C53ED}" srcOrd="0" destOrd="0" presId="urn:microsoft.com/office/officeart/2008/layout/HorizontalMultiLevelHierarchy"/>
    <dgm:cxn modelId="{1C18FAB3-3713-48DB-836F-1BA1AB593C32}" type="presParOf" srcId="{4EC09F46-69D8-4EC8-A3FD-B9943A6C53ED}" destId="{1A8C8775-11A9-4910-9DB9-4ADDC072442C}" srcOrd="0" destOrd="0" presId="urn:microsoft.com/office/officeart/2008/layout/HorizontalMultiLevelHierarchy"/>
    <dgm:cxn modelId="{1CDEEE26-A18A-4827-A99D-25FB0420661B}" type="presParOf" srcId="{4EC09F46-69D8-4EC8-A3FD-B9943A6C53ED}" destId="{15760790-9539-44A9-A52D-58AB584996E5}" srcOrd="1" destOrd="0" presId="urn:microsoft.com/office/officeart/2008/layout/HorizontalMultiLevelHierarchy"/>
    <dgm:cxn modelId="{EC6F8E5C-4293-4E33-8A73-6296097C3178}" type="presParOf" srcId="{15760790-9539-44A9-A52D-58AB584996E5}" destId="{92090F43-5B4E-4749-BCAA-CA724B1D4710}" srcOrd="0" destOrd="0" presId="urn:microsoft.com/office/officeart/2008/layout/HorizontalMultiLevelHierarchy"/>
    <dgm:cxn modelId="{D212CA54-12B2-4FC1-9715-BCA437681C2F}" type="presParOf" srcId="{92090F43-5B4E-4749-BCAA-CA724B1D4710}" destId="{81E432F6-3EF7-4549-811C-B578FA37B5ED}" srcOrd="0" destOrd="0" presId="urn:microsoft.com/office/officeart/2008/layout/HorizontalMultiLevelHierarchy"/>
    <dgm:cxn modelId="{53F39F56-39E9-48B1-9F48-CFD214A4AA65}" type="presParOf" srcId="{15760790-9539-44A9-A52D-58AB584996E5}" destId="{72B2EE92-AB90-4A5C-9510-488C5A769220}" srcOrd="1" destOrd="0" presId="urn:microsoft.com/office/officeart/2008/layout/HorizontalMultiLevelHierarchy"/>
    <dgm:cxn modelId="{D2ABD977-EB5F-4E16-928B-4AAEBA3C1232}" type="presParOf" srcId="{72B2EE92-AB90-4A5C-9510-488C5A769220}" destId="{B2ADA6F2-50C6-4A88-AAA9-37F38027290A}" srcOrd="0" destOrd="0" presId="urn:microsoft.com/office/officeart/2008/layout/HorizontalMultiLevelHierarchy"/>
    <dgm:cxn modelId="{C84ABEB4-2841-43B1-B010-508ABF3DB2DA}" type="presParOf" srcId="{72B2EE92-AB90-4A5C-9510-488C5A769220}" destId="{FCCA6175-AB58-4D81-9EEF-6F7407CF7161}" srcOrd="1" destOrd="0" presId="urn:microsoft.com/office/officeart/2008/layout/HorizontalMultiLevelHierarchy"/>
    <dgm:cxn modelId="{CBECE8D9-1AB3-47F3-A4B0-B3E3F6A220D8}" type="presParOf" srcId="{FCCA6175-AB58-4D81-9EEF-6F7407CF7161}" destId="{25457684-6A6A-46B1-BEFA-440DA349A4E1}" srcOrd="0" destOrd="0" presId="urn:microsoft.com/office/officeart/2008/layout/HorizontalMultiLevelHierarchy"/>
    <dgm:cxn modelId="{D2170C8E-80C8-43DF-B4B7-84C9928C3958}" type="presParOf" srcId="{25457684-6A6A-46B1-BEFA-440DA349A4E1}" destId="{BD65CC17-314D-4592-BB6E-D178C94F5A9C}" srcOrd="0" destOrd="0" presId="urn:microsoft.com/office/officeart/2008/layout/HorizontalMultiLevelHierarchy"/>
    <dgm:cxn modelId="{58C0412F-2DDF-4420-A993-FD43D10082DD}" type="presParOf" srcId="{FCCA6175-AB58-4D81-9EEF-6F7407CF7161}" destId="{55C8CA33-082C-4B82-8A53-827A77C4078E}" srcOrd="1" destOrd="0" presId="urn:microsoft.com/office/officeart/2008/layout/HorizontalMultiLevelHierarchy"/>
    <dgm:cxn modelId="{41866B2B-F7A1-40DF-BD91-BB9F015812D0}" type="presParOf" srcId="{55C8CA33-082C-4B82-8A53-827A77C4078E}" destId="{5BB8511B-BEEB-4D95-9928-1B6F31389179}" srcOrd="0" destOrd="0" presId="urn:microsoft.com/office/officeart/2008/layout/HorizontalMultiLevelHierarchy"/>
    <dgm:cxn modelId="{4D1E211D-9AAF-43E0-9CD5-9238A61360DF}" type="presParOf" srcId="{55C8CA33-082C-4B82-8A53-827A77C4078E}" destId="{7547BC9F-2A72-4AE4-BE3E-5AEEB03D4ECA}" srcOrd="1" destOrd="0" presId="urn:microsoft.com/office/officeart/2008/layout/HorizontalMultiLevelHierarchy"/>
    <dgm:cxn modelId="{303EE882-CB3B-4393-955C-AFBA48623ACF}" type="presParOf" srcId="{FCCA6175-AB58-4D81-9EEF-6F7407CF7161}" destId="{0BFB8105-4697-4547-9449-F2D6976200F3}" srcOrd="2" destOrd="0" presId="urn:microsoft.com/office/officeart/2008/layout/HorizontalMultiLevelHierarchy"/>
    <dgm:cxn modelId="{8ABF81AD-6254-48FC-A53C-C8A79C2AEDD9}" type="presParOf" srcId="{0BFB8105-4697-4547-9449-F2D6976200F3}" destId="{0FF4104E-AE60-4D11-8A99-EF8A73225F34}" srcOrd="0" destOrd="0" presId="urn:microsoft.com/office/officeart/2008/layout/HorizontalMultiLevelHierarchy"/>
    <dgm:cxn modelId="{F6253F39-A24B-4B39-8821-FA899D6067B3}" type="presParOf" srcId="{FCCA6175-AB58-4D81-9EEF-6F7407CF7161}" destId="{4F1F72D7-F86A-44CA-8AA6-859FE0E5FD94}" srcOrd="3" destOrd="0" presId="urn:microsoft.com/office/officeart/2008/layout/HorizontalMultiLevelHierarchy"/>
    <dgm:cxn modelId="{14632EAC-C40C-4901-ACDB-C6C2FA6C06F7}" type="presParOf" srcId="{4F1F72D7-F86A-44CA-8AA6-859FE0E5FD94}" destId="{27B4AF17-3646-481D-A3F4-26A127527259}" srcOrd="0" destOrd="0" presId="urn:microsoft.com/office/officeart/2008/layout/HorizontalMultiLevelHierarchy"/>
    <dgm:cxn modelId="{87A9C08B-BDF5-4B09-BA3F-47CE8676FBDB}" type="presParOf" srcId="{4F1F72D7-F86A-44CA-8AA6-859FE0E5FD94}" destId="{8FB85D30-54AF-4DBB-839D-B9612212C25D}" srcOrd="1" destOrd="0" presId="urn:microsoft.com/office/officeart/2008/layout/HorizontalMultiLevelHierarchy"/>
    <dgm:cxn modelId="{45004833-49A2-4721-A918-EC82DB4CBECD}" type="presParOf" srcId="{FCCA6175-AB58-4D81-9EEF-6F7407CF7161}" destId="{22D0EEAC-F1C3-4BAD-B8D4-AFFC576382CC}" srcOrd="4" destOrd="0" presId="urn:microsoft.com/office/officeart/2008/layout/HorizontalMultiLevelHierarchy"/>
    <dgm:cxn modelId="{27D479C8-24B1-4446-846C-DC07DCE3DE7E}" type="presParOf" srcId="{22D0EEAC-F1C3-4BAD-B8D4-AFFC576382CC}" destId="{D7E8F901-BAA6-4D2C-8C3C-C991500CB493}" srcOrd="0" destOrd="0" presId="urn:microsoft.com/office/officeart/2008/layout/HorizontalMultiLevelHierarchy"/>
    <dgm:cxn modelId="{528FE5DD-63C8-4DFB-B96D-01ACB8800BBA}" type="presParOf" srcId="{FCCA6175-AB58-4D81-9EEF-6F7407CF7161}" destId="{A5377155-182C-41DB-A847-6D0A7A70F8C2}" srcOrd="5" destOrd="0" presId="urn:microsoft.com/office/officeart/2008/layout/HorizontalMultiLevelHierarchy"/>
    <dgm:cxn modelId="{242CE284-8B5C-4E5D-ACFA-C9CE2E4A3689}" type="presParOf" srcId="{A5377155-182C-41DB-A847-6D0A7A70F8C2}" destId="{0647BFC3-B5D7-4EAF-82AD-3EB8CC090092}" srcOrd="0" destOrd="0" presId="urn:microsoft.com/office/officeart/2008/layout/HorizontalMultiLevelHierarchy"/>
    <dgm:cxn modelId="{8BCEB075-AFAD-42FC-AFED-0E9AEBFE2F4A}" type="presParOf" srcId="{A5377155-182C-41DB-A847-6D0A7A70F8C2}" destId="{476CC316-13E2-4EF5-AE53-5F1A492C1435}" srcOrd="1" destOrd="0" presId="urn:microsoft.com/office/officeart/2008/layout/HorizontalMultiLevelHierarchy"/>
    <dgm:cxn modelId="{610B43EF-A4E7-466C-BBBC-CCE4E0B9E18E}" type="presParOf" srcId="{FCCA6175-AB58-4D81-9EEF-6F7407CF7161}" destId="{04620BEB-0EEC-4835-AA29-7DE825A6C113}" srcOrd="6" destOrd="0" presId="urn:microsoft.com/office/officeart/2008/layout/HorizontalMultiLevelHierarchy"/>
    <dgm:cxn modelId="{690EF0EB-7C82-40A7-AB23-8C38C3E5679E}" type="presParOf" srcId="{04620BEB-0EEC-4835-AA29-7DE825A6C113}" destId="{467D43A1-A466-4F0B-8178-6DB8BDC76B8C}" srcOrd="0" destOrd="0" presId="urn:microsoft.com/office/officeart/2008/layout/HorizontalMultiLevelHierarchy"/>
    <dgm:cxn modelId="{5B36D9B4-4039-41DF-8117-510629F8EC40}" type="presParOf" srcId="{FCCA6175-AB58-4D81-9EEF-6F7407CF7161}" destId="{27ADA6B8-28D4-4DC7-8CAE-84C3338FD0E3}" srcOrd="7" destOrd="0" presId="urn:microsoft.com/office/officeart/2008/layout/HorizontalMultiLevelHierarchy"/>
    <dgm:cxn modelId="{056A5636-F1B1-49E3-B22C-9AC1CE54C696}" type="presParOf" srcId="{27ADA6B8-28D4-4DC7-8CAE-84C3338FD0E3}" destId="{E8145716-6D58-4345-8073-80600F1C9F42}" srcOrd="0" destOrd="0" presId="urn:microsoft.com/office/officeart/2008/layout/HorizontalMultiLevelHierarchy"/>
    <dgm:cxn modelId="{0D98E752-E16A-454C-B461-5043276392A4}" type="presParOf" srcId="{27ADA6B8-28D4-4DC7-8CAE-84C3338FD0E3}" destId="{7FBFB347-9C8B-46DF-B940-6A4AB17487BE}" srcOrd="1" destOrd="0" presId="urn:microsoft.com/office/officeart/2008/layout/HorizontalMultiLevelHierarchy"/>
    <dgm:cxn modelId="{069F280D-E20B-43BE-B21D-88E6A983797F}" type="presParOf" srcId="{FCCA6175-AB58-4D81-9EEF-6F7407CF7161}" destId="{F226263A-149C-45EB-8D74-9D5F16BB2DF3}" srcOrd="8" destOrd="0" presId="urn:microsoft.com/office/officeart/2008/layout/HorizontalMultiLevelHierarchy"/>
    <dgm:cxn modelId="{186D33D0-0258-4C28-951C-BE36B147BD21}" type="presParOf" srcId="{F226263A-149C-45EB-8D74-9D5F16BB2DF3}" destId="{ED327FEE-4425-4C58-876D-54DE2191A0F8}" srcOrd="0" destOrd="0" presId="urn:microsoft.com/office/officeart/2008/layout/HorizontalMultiLevelHierarchy"/>
    <dgm:cxn modelId="{494C1E66-6ED1-4C62-A101-DC745B7B836B}" type="presParOf" srcId="{FCCA6175-AB58-4D81-9EEF-6F7407CF7161}" destId="{36AD5031-8C3A-4BD8-999D-33560AEE625A}" srcOrd="9" destOrd="0" presId="urn:microsoft.com/office/officeart/2008/layout/HorizontalMultiLevelHierarchy"/>
    <dgm:cxn modelId="{3C8A951B-C25B-4F62-9235-786B60682016}" type="presParOf" srcId="{36AD5031-8C3A-4BD8-999D-33560AEE625A}" destId="{A393CB0A-BEF7-4DB8-81E5-1154DE861CF6}" srcOrd="0" destOrd="0" presId="urn:microsoft.com/office/officeart/2008/layout/HorizontalMultiLevelHierarchy"/>
    <dgm:cxn modelId="{2A4C93D7-6D32-47C1-9125-E16375598C20}" type="presParOf" srcId="{36AD5031-8C3A-4BD8-999D-33560AEE625A}" destId="{D84EBA28-5704-43D6-A124-2721041E2C1B}" srcOrd="1" destOrd="0" presId="urn:microsoft.com/office/officeart/2008/layout/HorizontalMultiLevelHierarchy"/>
    <dgm:cxn modelId="{B141971F-28EA-4C70-887B-2A8E25D40B39}" type="presParOf" srcId="{15760790-9539-44A9-A52D-58AB584996E5}" destId="{F31F3F23-7C72-452A-ADC8-1CB2C7B14B46}" srcOrd="2" destOrd="0" presId="urn:microsoft.com/office/officeart/2008/layout/HorizontalMultiLevelHierarchy"/>
    <dgm:cxn modelId="{1C868DD1-8399-449C-A21F-6E4912151DD3}" type="presParOf" srcId="{F31F3F23-7C72-452A-ADC8-1CB2C7B14B46}" destId="{37CD627C-8293-4029-B114-AA7B7535644E}" srcOrd="0" destOrd="0" presId="urn:microsoft.com/office/officeart/2008/layout/HorizontalMultiLevelHierarchy"/>
    <dgm:cxn modelId="{F5626481-2EC2-4270-8316-576488FCB800}" type="presParOf" srcId="{15760790-9539-44A9-A52D-58AB584996E5}" destId="{81987734-CB8C-4533-9770-A4DA592EF4DF}" srcOrd="3" destOrd="0" presId="urn:microsoft.com/office/officeart/2008/layout/HorizontalMultiLevelHierarchy"/>
    <dgm:cxn modelId="{06A4A0AD-A4D1-4B3D-817D-AC44831356F5}" type="presParOf" srcId="{81987734-CB8C-4533-9770-A4DA592EF4DF}" destId="{8F7C36BE-E589-4461-8F16-778807C0B166}" srcOrd="0" destOrd="0" presId="urn:microsoft.com/office/officeart/2008/layout/HorizontalMultiLevelHierarchy"/>
    <dgm:cxn modelId="{B32645D7-4E0E-4BF8-8608-232B4D93B38E}" type="presParOf" srcId="{81987734-CB8C-4533-9770-A4DA592EF4DF}" destId="{3820E890-198B-4C85-958B-050818C8959F}" srcOrd="1" destOrd="0" presId="urn:microsoft.com/office/officeart/2008/layout/HorizontalMultiLevelHierarchy"/>
    <dgm:cxn modelId="{942DF914-5F40-4C68-B535-89AB91C3BCCD}" type="presParOf" srcId="{3820E890-198B-4C85-958B-050818C8959F}" destId="{F26F67FB-D19B-4991-9A66-98D479004DA6}" srcOrd="0" destOrd="0" presId="urn:microsoft.com/office/officeart/2008/layout/HorizontalMultiLevelHierarchy"/>
    <dgm:cxn modelId="{B259A3DD-DC98-4CAC-9E2D-113ACFB63FD2}" type="presParOf" srcId="{F26F67FB-D19B-4991-9A66-98D479004DA6}" destId="{E7CD85A1-EA1D-49AD-8929-888F2462A542}" srcOrd="0" destOrd="0" presId="urn:microsoft.com/office/officeart/2008/layout/HorizontalMultiLevelHierarchy"/>
    <dgm:cxn modelId="{0AFB70EC-1A1C-4DCF-BCB8-7417496996A4}" type="presParOf" srcId="{3820E890-198B-4C85-958B-050818C8959F}" destId="{4C552E5F-8629-4456-97CD-B903644602C8}" srcOrd="1" destOrd="0" presId="urn:microsoft.com/office/officeart/2008/layout/HorizontalMultiLevelHierarchy"/>
    <dgm:cxn modelId="{F8752528-1E4C-48BF-B89C-04EBD6CA17AB}" type="presParOf" srcId="{4C552E5F-8629-4456-97CD-B903644602C8}" destId="{B451BF21-E3E7-4DE8-AB73-A070BD52A292}" srcOrd="0" destOrd="0" presId="urn:microsoft.com/office/officeart/2008/layout/HorizontalMultiLevelHierarchy"/>
    <dgm:cxn modelId="{D6D8F975-B27F-4F6F-915F-3A173AE19620}" type="presParOf" srcId="{4C552E5F-8629-4456-97CD-B903644602C8}" destId="{8B06370F-A2E7-441D-8C0E-10BE11169D5F}" srcOrd="1" destOrd="0" presId="urn:microsoft.com/office/officeart/2008/layout/HorizontalMultiLevelHierarchy"/>
    <dgm:cxn modelId="{B695EF86-1BBD-4AC1-982A-313ADA288F95}" type="presParOf" srcId="{3820E890-198B-4C85-958B-050818C8959F}" destId="{80CCDF43-4A90-4DB9-90BB-F37BB6A6CE64}" srcOrd="2" destOrd="0" presId="urn:microsoft.com/office/officeart/2008/layout/HorizontalMultiLevelHierarchy"/>
    <dgm:cxn modelId="{94EC35B0-597C-49A6-85F1-A93DE24AFDC9}" type="presParOf" srcId="{80CCDF43-4A90-4DB9-90BB-F37BB6A6CE64}" destId="{87A0E548-ED5E-4FC4-A2E6-8E63C819DFB2}" srcOrd="0" destOrd="0" presId="urn:microsoft.com/office/officeart/2008/layout/HorizontalMultiLevelHierarchy"/>
    <dgm:cxn modelId="{9B097291-7238-48DB-BDB9-559F3D7130F4}" type="presParOf" srcId="{3820E890-198B-4C85-958B-050818C8959F}" destId="{CE97C4D3-826D-4755-A723-B0C4B967AF21}" srcOrd="3" destOrd="0" presId="urn:microsoft.com/office/officeart/2008/layout/HorizontalMultiLevelHierarchy"/>
    <dgm:cxn modelId="{5DD4B4BD-28D9-4403-9B3E-0F168D9B98B9}" type="presParOf" srcId="{CE97C4D3-826D-4755-A723-B0C4B967AF21}" destId="{DDA79D3F-A64C-4EED-8BE6-B172036968B7}" srcOrd="0" destOrd="0" presId="urn:microsoft.com/office/officeart/2008/layout/HorizontalMultiLevelHierarchy"/>
    <dgm:cxn modelId="{9EC3A830-40C1-44B7-BB56-C722B58A6BD6}" type="presParOf" srcId="{CE97C4D3-826D-4755-A723-B0C4B967AF21}" destId="{E7059D6D-9F5B-4313-A6C3-F890F15BCA70}" srcOrd="1" destOrd="0" presId="urn:microsoft.com/office/officeart/2008/layout/HorizontalMultiLevelHierarchy"/>
    <dgm:cxn modelId="{C315B8FD-8E8E-4585-A2B2-88833384E9EC}" type="presParOf" srcId="{3820E890-198B-4C85-958B-050818C8959F}" destId="{1727B044-8190-4C0C-A27D-97E6DA4EBBD8}" srcOrd="4" destOrd="0" presId="urn:microsoft.com/office/officeart/2008/layout/HorizontalMultiLevelHierarchy"/>
    <dgm:cxn modelId="{4253C04B-21EE-40BB-9E44-1A195D170BE8}" type="presParOf" srcId="{1727B044-8190-4C0C-A27D-97E6DA4EBBD8}" destId="{13757426-925E-45F2-A3A4-857C30C03B09}" srcOrd="0" destOrd="0" presId="urn:microsoft.com/office/officeart/2008/layout/HorizontalMultiLevelHierarchy"/>
    <dgm:cxn modelId="{D5E722B8-8D21-43A1-A617-471B76C6E6E5}" type="presParOf" srcId="{3820E890-198B-4C85-958B-050818C8959F}" destId="{86523948-3737-42B0-904B-C62DA396E976}" srcOrd="5" destOrd="0" presId="urn:microsoft.com/office/officeart/2008/layout/HorizontalMultiLevelHierarchy"/>
    <dgm:cxn modelId="{959FC8C3-9BFB-4699-94F5-E2A9EB1DDACB}" type="presParOf" srcId="{86523948-3737-42B0-904B-C62DA396E976}" destId="{953DE894-07BF-479E-983A-CE5469800A68}" srcOrd="0" destOrd="0" presId="urn:microsoft.com/office/officeart/2008/layout/HorizontalMultiLevelHierarchy"/>
    <dgm:cxn modelId="{A4C62489-A005-4A49-9080-23790078A73E}" type="presParOf" srcId="{86523948-3737-42B0-904B-C62DA396E976}" destId="{91DA5869-B56F-4F27-9B93-C1C93A1AEC35}" srcOrd="1" destOrd="0" presId="urn:microsoft.com/office/officeart/2008/layout/HorizontalMultiLevelHierarchy"/>
    <dgm:cxn modelId="{CA37044A-EFD2-47F3-AFE2-1800F3BD2276}" type="presParOf" srcId="{15760790-9539-44A9-A52D-58AB584996E5}" destId="{E43A60A7-9DDF-42B2-A812-4D4F0F75076B}" srcOrd="4" destOrd="0" presId="urn:microsoft.com/office/officeart/2008/layout/HorizontalMultiLevelHierarchy"/>
    <dgm:cxn modelId="{09D77564-476D-4611-81C5-EE56D97DB722}" type="presParOf" srcId="{E43A60A7-9DDF-42B2-A812-4D4F0F75076B}" destId="{CE810C7E-C3EF-4168-95BF-2980E8095076}" srcOrd="0" destOrd="0" presId="urn:microsoft.com/office/officeart/2008/layout/HorizontalMultiLevelHierarchy"/>
    <dgm:cxn modelId="{622B42E3-4354-4E0F-884E-C4478CEEE946}" type="presParOf" srcId="{15760790-9539-44A9-A52D-58AB584996E5}" destId="{2FDCB53E-1839-42F6-B7BD-BFFEEA57B5F0}" srcOrd="5" destOrd="0" presId="urn:microsoft.com/office/officeart/2008/layout/HorizontalMultiLevelHierarchy"/>
    <dgm:cxn modelId="{AEFED635-5A29-481D-9057-809158E30C6F}" type="presParOf" srcId="{2FDCB53E-1839-42F6-B7BD-BFFEEA57B5F0}" destId="{32ACC1F6-D5B9-4CEA-991A-2E04658BD206}" srcOrd="0" destOrd="0" presId="urn:microsoft.com/office/officeart/2008/layout/HorizontalMultiLevelHierarchy"/>
    <dgm:cxn modelId="{4F6A9847-A4E7-49C0-837C-E82739504073}" type="presParOf" srcId="{2FDCB53E-1839-42F6-B7BD-BFFEEA57B5F0}" destId="{B74E96B9-7929-453A-8253-F93A52E48265}" srcOrd="1" destOrd="0" presId="urn:microsoft.com/office/officeart/2008/layout/HorizontalMultiLevelHierarchy"/>
    <dgm:cxn modelId="{194F0D6D-C73C-409A-B2DC-F5E149106044}" type="presParOf" srcId="{B74E96B9-7929-453A-8253-F93A52E48265}" destId="{A77A702B-712F-4ECF-ABF5-D128154D2C84}" srcOrd="0" destOrd="0" presId="urn:microsoft.com/office/officeart/2008/layout/HorizontalMultiLevelHierarchy"/>
    <dgm:cxn modelId="{1E9E9E31-1321-4F7A-AABE-301245B34876}" type="presParOf" srcId="{A77A702B-712F-4ECF-ABF5-D128154D2C84}" destId="{8E837C51-8492-4622-B33F-F9A94A9D0EF1}" srcOrd="0" destOrd="0" presId="urn:microsoft.com/office/officeart/2008/layout/HorizontalMultiLevelHierarchy"/>
    <dgm:cxn modelId="{158274DA-138F-4819-AAA3-C65B46A2E70D}" type="presParOf" srcId="{B74E96B9-7929-453A-8253-F93A52E48265}" destId="{5115C6DC-7E2D-4766-B285-4D1F848A8387}" srcOrd="1" destOrd="0" presId="urn:microsoft.com/office/officeart/2008/layout/HorizontalMultiLevelHierarchy"/>
    <dgm:cxn modelId="{8988335E-E0FF-4C40-99E8-A864005A7EFF}" type="presParOf" srcId="{5115C6DC-7E2D-4766-B285-4D1F848A8387}" destId="{CFCF47A2-F139-4B47-977C-1611FBA1DAB3}" srcOrd="0" destOrd="0" presId="urn:microsoft.com/office/officeart/2008/layout/HorizontalMultiLevelHierarchy"/>
    <dgm:cxn modelId="{0DAB9AB9-2839-4BA3-A6A8-2AFA02B170A7}" type="presParOf" srcId="{5115C6DC-7E2D-4766-B285-4D1F848A8387}" destId="{A8FECCA8-240A-4CF5-A5B6-F41A121490CC}" srcOrd="1" destOrd="0" presId="urn:microsoft.com/office/officeart/2008/layout/HorizontalMultiLevelHierarchy"/>
    <dgm:cxn modelId="{53DA37A1-709B-432D-87DF-07E6333070E6}" type="presParOf" srcId="{B74E96B9-7929-453A-8253-F93A52E48265}" destId="{051C7EE5-64C2-4B32-9CB4-6E697A8B079C}" srcOrd="2" destOrd="0" presId="urn:microsoft.com/office/officeart/2008/layout/HorizontalMultiLevelHierarchy"/>
    <dgm:cxn modelId="{C6D8A385-28C5-4385-97E3-640BF7D9807B}" type="presParOf" srcId="{051C7EE5-64C2-4B32-9CB4-6E697A8B079C}" destId="{BC550C4A-0520-4519-87CB-647D5B9D3481}" srcOrd="0" destOrd="0" presId="urn:microsoft.com/office/officeart/2008/layout/HorizontalMultiLevelHierarchy"/>
    <dgm:cxn modelId="{9135CC67-2869-4268-BC08-433D6BF3A15B}" type="presParOf" srcId="{B74E96B9-7929-453A-8253-F93A52E48265}" destId="{75DEBD15-D3B4-4ABE-B17A-25C3764140F0}" srcOrd="3" destOrd="0" presId="urn:microsoft.com/office/officeart/2008/layout/HorizontalMultiLevelHierarchy"/>
    <dgm:cxn modelId="{A3306479-30FE-4267-B521-4E0E016BD6DA}" type="presParOf" srcId="{75DEBD15-D3B4-4ABE-B17A-25C3764140F0}" destId="{8B6A1FEE-6309-4F91-8601-1AC9179B566D}" srcOrd="0" destOrd="0" presId="urn:microsoft.com/office/officeart/2008/layout/HorizontalMultiLevelHierarchy"/>
    <dgm:cxn modelId="{86BA57A2-0CFE-4B69-90A5-0F0454F440EF}" type="presParOf" srcId="{75DEBD15-D3B4-4ABE-B17A-25C3764140F0}" destId="{4005D192-E8A0-4C74-BEA9-536ED8C0B21F}" srcOrd="1" destOrd="0" presId="urn:microsoft.com/office/officeart/2008/layout/HorizontalMultiLevelHierarchy"/>
    <dgm:cxn modelId="{C59D0D70-AE16-474F-9669-3FE92CF9DA0F}" type="presParOf" srcId="{15760790-9539-44A9-A52D-58AB584996E5}" destId="{FA624BE1-9ACC-4E7D-9F6D-BDD9E6D78BF6}" srcOrd="6" destOrd="0" presId="urn:microsoft.com/office/officeart/2008/layout/HorizontalMultiLevelHierarchy"/>
    <dgm:cxn modelId="{F68CD11F-17A6-4F0B-81A0-C148B1516F04}" type="presParOf" srcId="{FA624BE1-9ACC-4E7D-9F6D-BDD9E6D78BF6}" destId="{B1DAB71E-6E0D-4893-9248-FF2AC3D62576}" srcOrd="0" destOrd="0" presId="urn:microsoft.com/office/officeart/2008/layout/HorizontalMultiLevelHierarchy"/>
    <dgm:cxn modelId="{0BAECC2D-E32F-401D-ABDD-7DF0A1C102F3}" type="presParOf" srcId="{15760790-9539-44A9-A52D-58AB584996E5}" destId="{39B18842-E86C-4A21-9358-DDBD88C9AE12}" srcOrd="7" destOrd="0" presId="urn:microsoft.com/office/officeart/2008/layout/HorizontalMultiLevelHierarchy"/>
    <dgm:cxn modelId="{8CD01ED6-D520-42A1-8919-37554B30D939}" type="presParOf" srcId="{39B18842-E86C-4A21-9358-DDBD88C9AE12}" destId="{BEDCAB73-F473-4593-A1D1-34DA9B04C965}" srcOrd="0" destOrd="0" presId="urn:microsoft.com/office/officeart/2008/layout/HorizontalMultiLevelHierarchy"/>
    <dgm:cxn modelId="{407E8C42-48BA-4B17-A46D-E455A11A43DE}" type="presParOf" srcId="{39B18842-E86C-4A21-9358-DDBD88C9AE12}" destId="{EC061381-D743-43E7-A907-6CB83D1DEB83}" srcOrd="1" destOrd="0" presId="urn:microsoft.com/office/officeart/2008/layout/HorizontalMultiLevelHierarchy"/>
    <dgm:cxn modelId="{04BF623F-64DD-4837-ADCC-4CEBA351D15B}" type="presParOf" srcId="{EC061381-D743-43E7-A907-6CB83D1DEB83}" destId="{35D85E89-8219-4EAD-B131-FFB670BDF21E}" srcOrd="0" destOrd="0" presId="urn:microsoft.com/office/officeart/2008/layout/HorizontalMultiLevelHierarchy"/>
    <dgm:cxn modelId="{9CDA1F1A-389F-40E2-B1F2-BB66E9B6DB39}" type="presParOf" srcId="{35D85E89-8219-4EAD-B131-FFB670BDF21E}" destId="{D6E620D2-D3BC-436E-AE97-2C6EFEAF5E1D}" srcOrd="0" destOrd="0" presId="urn:microsoft.com/office/officeart/2008/layout/HorizontalMultiLevelHierarchy"/>
    <dgm:cxn modelId="{24640B5E-42D9-4352-89C8-7D7F57D33190}" type="presParOf" srcId="{EC061381-D743-43E7-A907-6CB83D1DEB83}" destId="{DD932453-77D2-4F1D-8BAC-83FF7117FDFB}" srcOrd="1" destOrd="0" presId="urn:microsoft.com/office/officeart/2008/layout/HorizontalMultiLevelHierarchy"/>
    <dgm:cxn modelId="{BA1A6772-1E7D-424C-85BB-584273315A26}" type="presParOf" srcId="{DD932453-77D2-4F1D-8BAC-83FF7117FDFB}" destId="{B933AC5F-4C04-4E26-B56E-83A35B7B75A0}" srcOrd="0" destOrd="0" presId="urn:microsoft.com/office/officeart/2008/layout/HorizontalMultiLevelHierarchy"/>
    <dgm:cxn modelId="{B6F9CB4D-8B35-4077-AF2D-88E691797CC7}" type="presParOf" srcId="{DD932453-77D2-4F1D-8BAC-83FF7117FDFB}" destId="{B48A1382-39CB-4CB5-8C31-E2F289ECD9DD}" srcOrd="1" destOrd="0" presId="urn:microsoft.com/office/officeart/2008/layout/HorizontalMultiLevelHierarchy"/>
    <dgm:cxn modelId="{68AA23B5-2468-425B-A13E-23E1384F648D}" type="presParOf" srcId="{EC061381-D743-43E7-A907-6CB83D1DEB83}" destId="{D039A37C-16E1-46DE-83F2-FE1AFA19E6B5}" srcOrd="2" destOrd="0" presId="urn:microsoft.com/office/officeart/2008/layout/HorizontalMultiLevelHierarchy"/>
    <dgm:cxn modelId="{6BA68B87-04A1-45AC-BD14-AD189261938F}" type="presParOf" srcId="{D039A37C-16E1-46DE-83F2-FE1AFA19E6B5}" destId="{FD0A644D-9AE4-4AD3-9D44-01D9B0D1AEF9}" srcOrd="0" destOrd="0" presId="urn:microsoft.com/office/officeart/2008/layout/HorizontalMultiLevelHierarchy"/>
    <dgm:cxn modelId="{13179016-30D6-4C37-BAF8-7B4F7F3279CC}" type="presParOf" srcId="{EC061381-D743-43E7-A907-6CB83D1DEB83}" destId="{7628759A-0DAD-434A-9BAA-5996934D1C13}" srcOrd="3" destOrd="0" presId="urn:microsoft.com/office/officeart/2008/layout/HorizontalMultiLevelHierarchy"/>
    <dgm:cxn modelId="{BF4EBC9D-40A0-494C-BA8D-2F8F2A55B526}" type="presParOf" srcId="{7628759A-0DAD-434A-9BAA-5996934D1C13}" destId="{C96BA59C-3D83-4DC3-B99D-FEFB4E6D77F1}" srcOrd="0" destOrd="0" presId="urn:microsoft.com/office/officeart/2008/layout/HorizontalMultiLevelHierarchy"/>
    <dgm:cxn modelId="{FF141507-BE3F-43A0-9CB9-024D546F8A09}" type="presParOf" srcId="{7628759A-0DAD-434A-9BAA-5996934D1C13}" destId="{20E64F1D-B60B-4A91-81D4-735CC5B3AF86}" srcOrd="1" destOrd="0" presId="urn:microsoft.com/office/officeart/2008/layout/HorizontalMultiLevelHierarchy"/>
    <dgm:cxn modelId="{5661DC44-360D-497B-ADDB-146AF82BF483}" type="presParOf" srcId="{EC061381-D743-43E7-A907-6CB83D1DEB83}" destId="{6A1F7B97-5B80-483A-A0C1-E0085B4BB7F9}" srcOrd="4" destOrd="0" presId="urn:microsoft.com/office/officeart/2008/layout/HorizontalMultiLevelHierarchy"/>
    <dgm:cxn modelId="{C3F5CA37-2FC9-497A-BCBE-E2227C306F64}" type="presParOf" srcId="{6A1F7B97-5B80-483A-A0C1-E0085B4BB7F9}" destId="{FE96766D-0860-4D60-82D6-404DDCCC36A1}" srcOrd="0" destOrd="0" presId="urn:microsoft.com/office/officeart/2008/layout/HorizontalMultiLevelHierarchy"/>
    <dgm:cxn modelId="{50354B51-AA9C-4810-AC1A-95D075D9BF3E}" type="presParOf" srcId="{EC061381-D743-43E7-A907-6CB83D1DEB83}" destId="{24669121-45D7-4645-AD60-D92D776EB829}" srcOrd="5" destOrd="0" presId="urn:microsoft.com/office/officeart/2008/layout/HorizontalMultiLevelHierarchy"/>
    <dgm:cxn modelId="{39C0802D-6E84-4615-8225-74374E5AF6D6}" type="presParOf" srcId="{24669121-45D7-4645-AD60-D92D776EB829}" destId="{73E2F408-D084-4DE5-AFF5-72C7E2B981C0}" srcOrd="0" destOrd="0" presId="urn:microsoft.com/office/officeart/2008/layout/HorizontalMultiLevelHierarchy"/>
    <dgm:cxn modelId="{1EA19598-E487-422A-9036-8B7CEA7BB6E4}" type="presParOf" srcId="{24669121-45D7-4645-AD60-D92D776EB829}" destId="{CCB0D4D3-F9E9-4375-8C70-A1F5C21AB415}" srcOrd="1" destOrd="0" presId="urn:microsoft.com/office/officeart/2008/layout/HorizontalMultiLevelHierarchy"/>
    <dgm:cxn modelId="{1B8E84F8-E234-46C9-B9B9-9C5B43CED6C2}" type="presParOf" srcId="{EC061381-D743-43E7-A907-6CB83D1DEB83}" destId="{5E6DA394-939F-4A95-8F6F-3209A3895CB8}" srcOrd="6" destOrd="0" presId="urn:microsoft.com/office/officeart/2008/layout/HorizontalMultiLevelHierarchy"/>
    <dgm:cxn modelId="{77AB31D1-6DAF-4A2D-BA50-7AEE46BA9FA9}" type="presParOf" srcId="{5E6DA394-939F-4A95-8F6F-3209A3895CB8}" destId="{03784CEB-724F-450D-AE6D-EBA3A5A10CF8}" srcOrd="0" destOrd="0" presId="urn:microsoft.com/office/officeart/2008/layout/HorizontalMultiLevelHierarchy"/>
    <dgm:cxn modelId="{49107381-39EF-4DA1-8215-841E427B465A}" type="presParOf" srcId="{EC061381-D743-43E7-A907-6CB83D1DEB83}" destId="{782BC274-BE1B-4775-9EB8-CC3AC883E186}" srcOrd="7" destOrd="0" presId="urn:microsoft.com/office/officeart/2008/layout/HorizontalMultiLevelHierarchy"/>
    <dgm:cxn modelId="{40273234-2C64-479B-B2EB-43681351CCB3}" type="presParOf" srcId="{782BC274-BE1B-4775-9EB8-CC3AC883E186}" destId="{60E800C2-3ACD-4894-B2D1-02C51C896C2D}" srcOrd="0" destOrd="0" presId="urn:microsoft.com/office/officeart/2008/layout/HorizontalMultiLevelHierarchy"/>
    <dgm:cxn modelId="{7B4B1594-C9A8-4A26-8767-8ACE91AF1098}" type="presParOf" srcId="{782BC274-BE1B-4775-9EB8-CC3AC883E186}" destId="{11CF5C61-43BE-43D6-9928-B1766E286DF7}" srcOrd="1" destOrd="0" presId="urn:microsoft.com/office/officeart/2008/layout/HorizontalMultiLevelHierarchy"/>
    <dgm:cxn modelId="{0D2DB757-B52B-4AA2-B5A3-D9F9F0AFE278}" type="presParOf" srcId="{EC061381-D743-43E7-A907-6CB83D1DEB83}" destId="{E7448DA2-ABEA-4A21-9757-53D581D7F3FD}" srcOrd="8" destOrd="0" presId="urn:microsoft.com/office/officeart/2008/layout/HorizontalMultiLevelHierarchy"/>
    <dgm:cxn modelId="{77EA767D-1D73-4319-9EA2-4A38D1D1BD1C}" type="presParOf" srcId="{E7448DA2-ABEA-4A21-9757-53D581D7F3FD}" destId="{E3D0D3B2-09CA-4905-A15A-B5077E79086E}" srcOrd="0" destOrd="0" presId="urn:microsoft.com/office/officeart/2008/layout/HorizontalMultiLevelHierarchy"/>
    <dgm:cxn modelId="{7E7E8A84-CD57-428A-8874-1A06AF072524}" type="presParOf" srcId="{EC061381-D743-43E7-A907-6CB83D1DEB83}" destId="{1A5AA4F0-CBA6-4DC1-BA95-294FA49D68E6}" srcOrd="9" destOrd="0" presId="urn:microsoft.com/office/officeart/2008/layout/HorizontalMultiLevelHierarchy"/>
    <dgm:cxn modelId="{42849FCD-8FB5-41B6-B82C-D5A6A2600B10}" type="presParOf" srcId="{1A5AA4F0-CBA6-4DC1-BA95-294FA49D68E6}" destId="{F79FB1EC-FF45-40C7-BCB6-021087AEF7A4}" srcOrd="0" destOrd="0" presId="urn:microsoft.com/office/officeart/2008/layout/HorizontalMultiLevelHierarchy"/>
    <dgm:cxn modelId="{9419C0AF-FBC5-4F9B-AA70-6F6F4ED5EF1F}" type="presParOf" srcId="{1A5AA4F0-CBA6-4DC1-BA95-294FA49D68E6}" destId="{D8836E39-B4A4-4487-81A7-7BAB37E5BE9D}" srcOrd="1" destOrd="0" presId="urn:microsoft.com/office/officeart/2008/layout/HorizontalMultiLevelHierarchy"/>
    <dgm:cxn modelId="{90D8E079-E1D0-4328-A063-3A7B318C5876}" type="presParOf" srcId="{15760790-9539-44A9-A52D-58AB584996E5}" destId="{606C6F1E-498E-4DDB-A186-9DA9B6E34A4F}" srcOrd="8" destOrd="0" presId="urn:microsoft.com/office/officeart/2008/layout/HorizontalMultiLevelHierarchy"/>
    <dgm:cxn modelId="{3153A259-60B9-47FA-89B3-F1AC8F1429C3}" type="presParOf" srcId="{606C6F1E-498E-4DDB-A186-9DA9B6E34A4F}" destId="{B9FDD0DE-38DF-4097-A839-7CA529B0134A}" srcOrd="0" destOrd="0" presId="urn:microsoft.com/office/officeart/2008/layout/HorizontalMultiLevelHierarchy"/>
    <dgm:cxn modelId="{E9981C07-DCC2-4F5F-857D-BABE3B8B788E}" type="presParOf" srcId="{15760790-9539-44A9-A52D-58AB584996E5}" destId="{A8D97131-C10E-4466-8300-288BC14793DB}" srcOrd="9" destOrd="0" presId="urn:microsoft.com/office/officeart/2008/layout/HorizontalMultiLevelHierarchy"/>
    <dgm:cxn modelId="{EAC73625-64A5-482C-8E4D-26B62CBA0595}" type="presParOf" srcId="{A8D97131-C10E-4466-8300-288BC14793DB}" destId="{2B29F018-F637-4258-A9C2-9FD5539BC75D}" srcOrd="0" destOrd="0" presId="urn:microsoft.com/office/officeart/2008/layout/HorizontalMultiLevelHierarchy"/>
    <dgm:cxn modelId="{FE825A2B-10CC-4193-8C11-018D6BF789F5}" type="presParOf" srcId="{A8D97131-C10E-4466-8300-288BC14793DB}" destId="{3B7213A4-4365-42A4-9122-AFC227A98DB7}" srcOrd="1" destOrd="0" presId="urn:microsoft.com/office/officeart/2008/layout/HorizontalMultiLevelHierarchy"/>
    <dgm:cxn modelId="{D56D32DB-D366-43C8-BF2E-E00E2BC4425C}" type="presParOf" srcId="{3B7213A4-4365-42A4-9122-AFC227A98DB7}" destId="{48B72B3E-C983-4274-B2B2-70D16748E2BB}" srcOrd="0" destOrd="0" presId="urn:microsoft.com/office/officeart/2008/layout/HorizontalMultiLevelHierarchy"/>
    <dgm:cxn modelId="{A50F25B3-140C-4D82-A56E-89209343B832}" type="presParOf" srcId="{48B72B3E-C983-4274-B2B2-70D16748E2BB}" destId="{81224C5B-9665-4FC8-9EFA-FD6288EDEDB5}" srcOrd="0" destOrd="0" presId="urn:microsoft.com/office/officeart/2008/layout/HorizontalMultiLevelHierarchy"/>
    <dgm:cxn modelId="{FA960313-E359-4A5F-886A-7E274CA09315}" type="presParOf" srcId="{3B7213A4-4365-42A4-9122-AFC227A98DB7}" destId="{FDA53FD6-70AF-4B23-BE89-AFBE2A9E107D}" srcOrd="1" destOrd="0" presId="urn:microsoft.com/office/officeart/2008/layout/HorizontalMultiLevelHierarchy"/>
    <dgm:cxn modelId="{D0D379AE-DC1F-4D53-9687-8D720F4206FA}" type="presParOf" srcId="{FDA53FD6-70AF-4B23-BE89-AFBE2A9E107D}" destId="{C0937D04-21A0-43F6-85AC-6D62800094D9}" srcOrd="0" destOrd="0" presId="urn:microsoft.com/office/officeart/2008/layout/HorizontalMultiLevelHierarchy"/>
    <dgm:cxn modelId="{DD5E2191-989A-498F-8E69-FD1FBAC531BB}" type="presParOf" srcId="{FDA53FD6-70AF-4B23-BE89-AFBE2A9E107D}" destId="{02709203-B40D-4D7B-ADE7-8E2697C0EBAF}" srcOrd="1" destOrd="0" presId="urn:microsoft.com/office/officeart/2008/layout/HorizontalMultiLevelHierarchy"/>
    <dgm:cxn modelId="{FA599EB5-ED5A-4781-9BFF-A908565F331F}" type="presParOf" srcId="{3B7213A4-4365-42A4-9122-AFC227A98DB7}" destId="{31955690-7179-40C4-9E8A-5D70DFC377E7}" srcOrd="2" destOrd="0" presId="urn:microsoft.com/office/officeart/2008/layout/HorizontalMultiLevelHierarchy"/>
    <dgm:cxn modelId="{BFA5DA2A-03BA-4592-AD2D-4C90AF17EC27}" type="presParOf" srcId="{31955690-7179-40C4-9E8A-5D70DFC377E7}" destId="{8743B348-BD29-45B2-B1D1-8C789BE77813}" srcOrd="0" destOrd="0" presId="urn:microsoft.com/office/officeart/2008/layout/HorizontalMultiLevelHierarchy"/>
    <dgm:cxn modelId="{B8E19270-A064-4D1B-8275-143A7F95A9E4}" type="presParOf" srcId="{3B7213A4-4365-42A4-9122-AFC227A98DB7}" destId="{8056C56B-24EF-4185-9275-0569200A728F}" srcOrd="3" destOrd="0" presId="urn:microsoft.com/office/officeart/2008/layout/HorizontalMultiLevelHierarchy"/>
    <dgm:cxn modelId="{C5499F58-7A97-48D0-BB76-C1CB2AE23787}" type="presParOf" srcId="{8056C56B-24EF-4185-9275-0569200A728F}" destId="{88E111A6-EFA1-4544-AFA8-6F1120FCE148}" srcOrd="0" destOrd="0" presId="urn:microsoft.com/office/officeart/2008/layout/HorizontalMultiLevelHierarchy"/>
    <dgm:cxn modelId="{7ABAD1F5-0ECC-4DA3-A028-58C2DF17F4A2}" type="presParOf" srcId="{8056C56B-24EF-4185-9275-0569200A728F}" destId="{00FB6E01-EABA-4DC0-BA31-3D5276C65B3B}" srcOrd="1" destOrd="0" presId="urn:microsoft.com/office/officeart/2008/layout/HorizontalMultiLevelHierarchy"/>
    <dgm:cxn modelId="{6E5B82DA-7892-4FD9-AEBB-9E06DCC7442C}" type="presParOf" srcId="{3B7213A4-4365-42A4-9122-AFC227A98DB7}" destId="{4BC74C6A-A727-4FD8-8A8B-C55AF6E4ED33}" srcOrd="4" destOrd="0" presId="urn:microsoft.com/office/officeart/2008/layout/HorizontalMultiLevelHierarchy"/>
    <dgm:cxn modelId="{2CEC813B-22FE-4204-AC8D-032157858158}" type="presParOf" srcId="{4BC74C6A-A727-4FD8-8A8B-C55AF6E4ED33}" destId="{597564EC-E121-4C4E-B452-BC74BFF5A043}" srcOrd="0" destOrd="0" presId="urn:microsoft.com/office/officeart/2008/layout/HorizontalMultiLevelHierarchy"/>
    <dgm:cxn modelId="{EC839A88-D4D1-4742-BCCD-B51BBB5937EA}" type="presParOf" srcId="{3B7213A4-4365-42A4-9122-AFC227A98DB7}" destId="{99B3741D-06AC-448D-820F-32049ACC5E96}" srcOrd="5" destOrd="0" presId="urn:microsoft.com/office/officeart/2008/layout/HorizontalMultiLevelHierarchy"/>
    <dgm:cxn modelId="{2D794F0D-AAE9-4D50-8966-8EDACFD0E647}" type="presParOf" srcId="{99B3741D-06AC-448D-820F-32049ACC5E96}" destId="{B3A16A8D-BDEA-44E5-A062-78715E4B15B6}" srcOrd="0" destOrd="0" presId="urn:microsoft.com/office/officeart/2008/layout/HorizontalMultiLevelHierarchy"/>
    <dgm:cxn modelId="{888330B9-7FA9-4A52-95A8-42AFC9F93D5F}" type="presParOf" srcId="{99B3741D-06AC-448D-820F-32049ACC5E96}" destId="{C1A2CB94-7383-45D5-878E-4DF19BF33A3A}" srcOrd="1" destOrd="0" presId="urn:microsoft.com/office/officeart/2008/layout/HorizontalMultiLevelHierarchy"/>
    <dgm:cxn modelId="{F8C5290A-9DA7-4092-8BD4-B3B208B48E0B}" type="presParOf" srcId="{3B7213A4-4365-42A4-9122-AFC227A98DB7}" destId="{64F2D9ED-EB2C-4E20-890A-87B6433763BD}" srcOrd="6" destOrd="0" presId="urn:microsoft.com/office/officeart/2008/layout/HorizontalMultiLevelHierarchy"/>
    <dgm:cxn modelId="{FD119360-1D35-4DA8-820D-99ABA6FABFA2}" type="presParOf" srcId="{64F2D9ED-EB2C-4E20-890A-87B6433763BD}" destId="{F1F41947-56D6-4C31-BC5C-EA88A158B7D9}" srcOrd="0" destOrd="0" presId="urn:microsoft.com/office/officeart/2008/layout/HorizontalMultiLevelHierarchy"/>
    <dgm:cxn modelId="{25547B89-0262-44C3-95C5-9F605918E7B0}" type="presParOf" srcId="{3B7213A4-4365-42A4-9122-AFC227A98DB7}" destId="{2316CC16-F9B5-4BB3-876F-D05B745B546A}" srcOrd="7" destOrd="0" presId="urn:microsoft.com/office/officeart/2008/layout/HorizontalMultiLevelHierarchy"/>
    <dgm:cxn modelId="{8BB434C9-3A91-48C6-BD7A-5A442CC29698}" type="presParOf" srcId="{2316CC16-F9B5-4BB3-876F-D05B745B546A}" destId="{3A573B39-4F88-4D8B-A12B-B314D5D8B0ED}" srcOrd="0" destOrd="0" presId="urn:microsoft.com/office/officeart/2008/layout/HorizontalMultiLevelHierarchy"/>
    <dgm:cxn modelId="{D5C27C09-F034-4AA4-9CFA-2FFAE300EAA5}" type="presParOf" srcId="{2316CC16-F9B5-4BB3-876F-D05B745B546A}" destId="{0C536D60-2CE3-4C5A-A031-704DBD62AE8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Tenencia</a:t>
          </a:r>
          <a:endParaRPr lang="es-EC" dirty="0">
            <a:solidFill>
              <a:schemeClr val="bg1"/>
            </a:solidFill>
          </a:endParaRP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Seguros / Asistencia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Crédito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43C2C9CE-FB6B-4922-B62F-24129D0D74FE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Póliza</a:t>
          </a:r>
        </a:p>
      </dgm:t>
    </dgm:pt>
    <dgm:pt modelId="{062E7DA8-0F4D-4255-95A1-57CEFA146D1D}" type="par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182848E-C2F4-4CEA-ACAA-6EAAFCE1EE4B}" type="sib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B2DB83ED-41AF-4BCB-925B-2B612D563F67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Ahorro Meta</a:t>
          </a:r>
        </a:p>
      </dgm:t>
    </dgm:pt>
    <dgm:pt modelId="{D61E1BDC-FFB4-4FDA-9F8F-A2D38A22FC13}" type="par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5BE9560-3EDF-4CB5-9220-16F25EFEC07F}" type="sib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3A13E15-030F-42B2-A010-CCBD43D5DA6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Banca Virtual / Banca Virtual Empresa</a:t>
          </a:r>
        </a:p>
      </dgm:t>
    </dgm:pt>
    <dgm:pt modelId="{1BFF9B2F-01F0-4194-8B16-72C7004F37AD}" type="par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9858371F-9E0A-4784-A4B7-F1D338663087}" type="sib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DE09034-1577-4615-AE7A-187B4C369A9A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Hipotecario</a:t>
          </a:r>
        </a:p>
      </dgm:t>
    </dgm:pt>
    <dgm:pt modelId="{950148CB-A4C6-463D-AF37-AF261141D0EB}" type="par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F13E3D2-1026-4758-91E6-17B3CBDCA8B8}" type="sib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16B2B0C0-D172-4654-9D99-D2852EC4CFA1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ABF374F2-4CB1-46B4-979A-ECBEBF9BAFA7}" type="parTrans" cxnId="{25547487-328F-440B-BAEB-810D7AD4B2F5}">
      <dgm:prSet/>
      <dgm:spPr/>
      <dgm:t>
        <a:bodyPr/>
        <a:lstStyle/>
        <a:p>
          <a:endParaRPr lang="es-EC"/>
        </a:p>
      </dgm:t>
    </dgm:pt>
    <dgm:pt modelId="{E73ED498-8077-4B2E-A102-0F674DEBEF33}" type="sibTrans" cxnId="{25547487-328F-440B-BAEB-810D7AD4B2F5}">
      <dgm:prSet/>
      <dgm:spPr/>
      <dgm:t>
        <a:bodyPr/>
        <a:lstStyle/>
        <a:p>
          <a:endParaRPr lang="es-EC"/>
        </a:p>
      </dgm:t>
    </dgm:pt>
    <dgm:pt modelId="{7BCB4F2B-2C0E-403F-AF3F-F4997559D7C2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7F110B8-7B2B-427D-86A9-ACF09412107A}" type="parTrans" cxnId="{C614FA9D-7651-4335-8B83-28FF67641906}">
      <dgm:prSet/>
      <dgm:spPr/>
      <dgm:t>
        <a:bodyPr/>
        <a:lstStyle/>
        <a:p>
          <a:endParaRPr lang="es-EC"/>
        </a:p>
      </dgm:t>
    </dgm:pt>
    <dgm:pt modelId="{A428F139-A0A2-4747-896E-814EFD403340}" type="sibTrans" cxnId="{C614FA9D-7651-4335-8B83-28FF67641906}">
      <dgm:prSet/>
      <dgm:spPr/>
      <dgm:t>
        <a:bodyPr/>
        <a:lstStyle/>
        <a:p>
          <a:endParaRPr lang="es-EC"/>
        </a:p>
      </dgm:t>
    </dgm:pt>
    <dgm:pt modelId="{4449019E-5F48-4C4E-BEBB-1DC854A2EBB0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035DED43-4AA7-49AB-88CC-E9BBDECE6F7C}" type="parTrans" cxnId="{0CAA1325-70BB-430E-9F7F-5A8908DCC41B}">
      <dgm:prSet/>
      <dgm:spPr/>
      <dgm:t>
        <a:bodyPr/>
        <a:lstStyle/>
        <a:p>
          <a:endParaRPr lang="es-EC"/>
        </a:p>
      </dgm:t>
    </dgm:pt>
    <dgm:pt modelId="{8929A8A5-0F1E-497B-BC5D-05F6AA0DF934}" type="sibTrans" cxnId="{0CAA1325-70BB-430E-9F7F-5A8908DCC41B}">
      <dgm:prSet/>
      <dgm:spPr/>
      <dgm:t>
        <a:bodyPr/>
        <a:lstStyle/>
        <a:p>
          <a:endParaRPr lang="es-EC"/>
        </a:p>
      </dgm:t>
    </dgm:pt>
    <dgm:pt modelId="{0313EB74-B429-4CB9-95F6-8CFB81B76C68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EE00837F-B3CC-4783-9F8D-A80C3597D639}" type="parTrans" cxnId="{5EF81C63-3E1B-4896-B45B-A6114D3397A0}">
      <dgm:prSet/>
      <dgm:spPr/>
      <dgm:t>
        <a:bodyPr/>
        <a:lstStyle/>
        <a:p>
          <a:endParaRPr lang="es-EC"/>
        </a:p>
      </dgm:t>
    </dgm:pt>
    <dgm:pt modelId="{8E89B44C-C8BC-4ED1-99BF-47794AC7AAFD}" type="sibTrans" cxnId="{5EF81C63-3E1B-4896-B45B-A6114D3397A0}">
      <dgm:prSet/>
      <dgm:spPr/>
      <dgm:t>
        <a:bodyPr/>
        <a:lstStyle/>
        <a:p>
          <a:endParaRPr lang="es-EC"/>
        </a:p>
      </dgm:t>
    </dgm:pt>
    <dgm:pt modelId="{E1E94D8E-E4FD-4240-9ADC-9844FA970D07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9247856C-D1EC-443F-936D-CE12DBB4A1C8}" type="parTrans" cxnId="{575109A1-4D70-41A7-BACB-8349B82E8E8E}">
      <dgm:prSet/>
      <dgm:spPr/>
      <dgm:t>
        <a:bodyPr/>
        <a:lstStyle/>
        <a:p>
          <a:endParaRPr lang="es-EC"/>
        </a:p>
      </dgm:t>
    </dgm:pt>
    <dgm:pt modelId="{EAF3BE1C-EC4A-438E-B22E-A2F621206E3A}" type="sibTrans" cxnId="{575109A1-4D70-41A7-BACB-8349B82E8E8E}">
      <dgm:prSet/>
      <dgm:spPr/>
      <dgm:t>
        <a:bodyPr/>
        <a:lstStyle/>
        <a:p>
          <a:endParaRPr lang="es-EC"/>
        </a:p>
      </dgm:t>
    </dgm:pt>
    <dgm:pt modelId="{A3A1FE8C-7496-49F8-B766-DCCAF30981BE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1</a:t>
          </a:r>
        </a:p>
      </dgm:t>
    </dgm:pt>
    <dgm:pt modelId="{6DA1D3B5-533B-4BAD-A41D-E908CB0F7727}" type="parTrans" cxnId="{D4DCDC2C-2A5A-40B2-8839-5031AA3B5608}">
      <dgm:prSet/>
      <dgm:spPr/>
      <dgm:t>
        <a:bodyPr/>
        <a:lstStyle/>
        <a:p>
          <a:endParaRPr lang="es-EC"/>
        </a:p>
      </dgm:t>
    </dgm:pt>
    <dgm:pt modelId="{D21EB412-8B64-4513-B7A8-9C633DAE8C99}" type="sibTrans" cxnId="{D4DCDC2C-2A5A-40B2-8839-5031AA3B5608}">
      <dgm:prSet/>
      <dgm:spPr/>
      <dgm:t>
        <a:bodyPr/>
        <a:lstStyle/>
        <a:p>
          <a:endParaRPr lang="es-EC"/>
        </a:p>
      </dgm:t>
    </dgm:pt>
    <dgm:pt modelId="{76E5F0B1-562B-42DF-B903-2A7EC2CAB154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05036EF-F2EA-45A3-9758-C6103743FD8A}" type="parTrans" cxnId="{D44F7423-58E9-41A8-B2E5-E98BEC518BD9}">
      <dgm:prSet/>
      <dgm:spPr/>
      <dgm:t>
        <a:bodyPr/>
        <a:lstStyle/>
        <a:p>
          <a:endParaRPr lang="es-EC"/>
        </a:p>
      </dgm:t>
    </dgm:pt>
    <dgm:pt modelId="{75876B1E-75A3-482D-A1C7-0E0B073267C1}" type="sibTrans" cxnId="{D44F7423-58E9-41A8-B2E5-E98BEC518BD9}">
      <dgm:prSet/>
      <dgm:spPr/>
      <dgm:t>
        <a:bodyPr/>
        <a:lstStyle/>
        <a:p>
          <a:endParaRPr lang="es-EC"/>
        </a:p>
      </dgm:t>
    </dgm:pt>
    <dgm:pt modelId="{ADD42954-CA04-4EA9-A532-A2E6D808D922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631E13C-9583-4710-99FD-D736051CB300}" type="parTrans" cxnId="{859750BE-6E47-46F0-BA43-228A01DCDB16}">
      <dgm:prSet/>
      <dgm:spPr/>
      <dgm:t>
        <a:bodyPr/>
        <a:lstStyle/>
        <a:p>
          <a:endParaRPr lang="es-EC"/>
        </a:p>
      </dgm:t>
    </dgm:pt>
    <dgm:pt modelId="{643108D4-99BA-418F-90F5-B80F25249B41}" type="sibTrans" cxnId="{859750BE-6E47-46F0-BA43-228A01DCDB16}">
      <dgm:prSet/>
      <dgm:spPr/>
      <dgm:t>
        <a:bodyPr/>
        <a:lstStyle/>
        <a:p>
          <a:endParaRPr lang="es-EC"/>
        </a:p>
      </dgm:t>
    </dgm:pt>
    <dgm:pt modelId="{267DEB60-AA5D-4877-BFDA-475A8A2CA7E5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A4C417C4-3106-4665-982C-919AD14C2E94}" type="parTrans" cxnId="{18F3E4A2-449A-43FF-9978-D8635F1EA7B7}">
      <dgm:prSet/>
      <dgm:spPr/>
      <dgm:t>
        <a:bodyPr/>
        <a:lstStyle/>
        <a:p>
          <a:endParaRPr lang="es-EC"/>
        </a:p>
      </dgm:t>
    </dgm:pt>
    <dgm:pt modelId="{0327D70D-D201-4E15-95D0-979A3AFF6CA9}" type="sibTrans" cxnId="{18F3E4A2-449A-43FF-9978-D8635F1EA7B7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9"/>
      <dgm:spPr/>
    </dgm:pt>
    <dgm:pt modelId="{81E432F6-3EF7-4549-811C-B578FA37B5ED}" type="pres">
      <dgm:prSet presAssocID="{DC92EE81-E160-409C-8D57-13731F9F37AC}" presName="connTx" presStyleLbl="parChTrans1D2" presStyleIdx="0" presStyleCnt="9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9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4B05A99A-E246-46F2-AB3A-026B7D4A2E61}" type="pres">
      <dgm:prSet presAssocID="{ABF374F2-4CB1-46B4-979A-ECBEBF9BAFA7}" presName="conn2-1" presStyleLbl="parChTrans1D3" presStyleIdx="0" presStyleCnt="9"/>
      <dgm:spPr/>
    </dgm:pt>
    <dgm:pt modelId="{1A1833A3-A14C-49DB-8540-B7B88BCFFCBF}" type="pres">
      <dgm:prSet presAssocID="{ABF374F2-4CB1-46B4-979A-ECBEBF9BAFA7}" presName="connTx" presStyleLbl="parChTrans1D3" presStyleIdx="0" presStyleCnt="9"/>
      <dgm:spPr/>
    </dgm:pt>
    <dgm:pt modelId="{33FB4D3F-7341-45AD-8221-ADB5A751C83D}" type="pres">
      <dgm:prSet presAssocID="{16B2B0C0-D172-4654-9D99-D2852EC4CFA1}" presName="root2" presStyleCnt="0"/>
      <dgm:spPr/>
    </dgm:pt>
    <dgm:pt modelId="{A4C45FEA-92CF-410A-BAE6-F2E78B0126BC}" type="pres">
      <dgm:prSet presAssocID="{16B2B0C0-D172-4654-9D99-D2852EC4CFA1}" presName="LevelTwoTextNode" presStyleLbl="node3" presStyleIdx="0" presStyleCnt="9" custScaleX="42424">
        <dgm:presLayoutVars>
          <dgm:chPref val="3"/>
        </dgm:presLayoutVars>
      </dgm:prSet>
      <dgm:spPr/>
    </dgm:pt>
    <dgm:pt modelId="{02E653AD-846B-40EE-88C1-4A9603228BF4}" type="pres">
      <dgm:prSet presAssocID="{16B2B0C0-D172-4654-9D99-D2852EC4CFA1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9"/>
      <dgm:spPr/>
    </dgm:pt>
    <dgm:pt modelId="{37CD627C-8293-4029-B114-AA7B7535644E}" type="pres">
      <dgm:prSet presAssocID="{1EAAA8DD-4A75-4985-B423-64C84D4EE993}" presName="connTx" presStyleLbl="parChTrans1D2" presStyleIdx="1" presStyleCnt="9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9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AED007FA-37FB-4F86-89CC-6C075822185A}" type="pres">
      <dgm:prSet presAssocID="{17F110B8-7B2B-427D-86A9-ACF09412107A}" presName="conn2-1" presStyleLbl="parChTrans1D3" presStyleIdx="1" presStyleCnt="9"/>
      <dgm:spPr/>
    </dgm:pt>
    <dgm:pt modelId="{4E1697FD-949A-4496-B738-4CCBFEEB4FC9}" type="pres">
      <dgm:prSet presAssocID="{17F110B8-7B2B-427D-86A9-ACF09412107A}" presName="connTx" presStyleLbl="parChTrans1D3" presStyleIdx="1" presStyleCnt="9"/>
      <dgm:spPr/>
    </dgm:pt>
    <dgm:pt modelId="{B309A9B0-A9E6-4D25-B6A7-4C4990A8942E}" type="pres">
      <dgm:prSet presAssocID="{7BCB4F2B-2C0E-403F-AF3F-F4997559D7C2}" presName="root2" presStyleCnt="0"/>
      <dgm:spPr/>
    </dgm:pt>
    <dgm:pt modelId="{1940D8D1-D8D2-44B3-97F1-1DE66184A9F5}" type="pres">
      <dgm:prSet presAssocID="{7BCB4F2B-2C0E-403F-AF3F-F4997559D7C2}" presName="LevelTwoTextNode" presStyleLbl="node3" presStyleIdx="1" presStyleCnt="9" custScaleX="42424">
        <dgm:presLayoutVars>
          <dgm:chPref val="3"/>
        </dgm:presLayoutVars>
      </dgm:prSet>
      <dgm:spPr/>
    </dgm:pt>
    <dgm:pt modelId="{4DC3BA15-DFDF-48F3-9D40-2ACF7FB90C91}" type="pres">
      <dgm:prSet presAssocID="{7BCB4F2B-2C0E-403F-AF3F-F4997559D7C2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9"/>
      <dgm:spPr/>
    </dgm:pt>
    <dgm:pt modelId="{CE810C7E-C3EF-4168-95BF-2980E8095076}" type="pres">
      <dgm:prSet presAssocID="{6A43294B-A1CB-4D6F-B453-0FF0E5776867}" presName="connTx" presStyleLbl="parChTrans1D2" presStyleIdx="2" presStyleCnt="9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9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B2B4A0BD-CC93-4FCA-BF75-A830AFB73DEC}" type="pres">
      <dgm:prSet presAssocID="{035DED43-4AA7-49AB-88CC-E9BBDECE6F7C}" presName="conn2-1" presStyleLbl="parChTrans1D3" presStyleIdx="2" presStyleCnt="9"/>
      <dgm:spPr/>
    </dgm:pt>
    <dgm:pt modelId="{C8CAE5BF-C719-4C4D-9AE0-77BA947CFC9F}" type="pres">
      <dgm:prSet presAssocID="{035DED43-4AA7-49AB-88CC-E9BBDECE6F7C}" presName="connTx" presStyleLbl="parChTrans1D3" presStyleIdx="2" presStyleCnt="9"/>
      <dgm:spPr/>
    </dgm:pt>
    <dgm:pt modelId="{5231981C-03B0-450C-944E-E012795E1ACC}" type="pres">
      <dgm:prSet presAssocID="{4449019E-5F48-4C4E-BEBB-1DC854A2EBB0}" presName="root2" presStyleCnt="0"/>
      <dgm:spPr/>
    </dgm:pt>
    <dgm:pt modelId="{628A2A3E-5D89-4597-B4EF-9A03E6CD111F}" type="pres">
      <dgm:prSet presAssocID="{4449019E-5F48-4C4E-BEBB-1DC854A2EBB0}" presName="LevelTwoTextNode" presStyleLbl="node3" presStyleIdx="2" presStyleCnt="9" custScaleX="42424">
        <dgm:presLayoutVars>
          <dgm:chPref val="3"/>
        </dgm:presLayoutVars>
      </dgm:prSet>
      <dgm:spPr/>
    </dgm:pt>
    <dgm:pt modelId="{2A01DE46-9362-4F1A-AB54-B6FA4E5B9E4B}" type="pres">
      <dgm:prSet presAssocID="{4449019E-5F48-4C4E-BEBB-1DC854A2EBB0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9"/>
      <dgm:spPr/>
    </dgm:pt>
    <dgm:pt modelId="{B1DAB71E-6E0D-4893-9248-FF2AC3D62576}" type="pres">
      <dgm:prSet presAssocID="{8BE22E42-DB0A-4790-87BD-8B0CEA94CA04}" presName="connTx" presStyleLbl="parChTrans1D2" presStyleIdx="3" presStyleCnt="9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9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8CC5F557-42F1-4B0B-AC0D-0C0CBF6ED1B3}" type="pres">
      <dgm:prSet presAssocID="{EE00837F-B3CC-4783-9F8D-A80C3597D639}" presName="conn2-1" presStyleLbl="parChTrans1D3" presStyleIdx="3" presStyleCnt="9"/>
      <dgm:spPr/>
    </dgm:pt>
    <dgm:pt modelId="{E585CA63-65E2-4911-8756-8FE26BB94D1B}" type="pres">
      <dgm:prSet presAssocID="{EE00837F-B3CC-4783-9F8D-A80C3597D639}" presName="connTx" presStyleLbl="parChTrans1D3" presStyleIdx="3" presStyleCnt="9"/>
      <dgm:spPr/>
    </dgm:pt>
    <dgm:pt modelId="{374F112A-1E22-4716-B446-29EF895994F2}" type="pres">
      <dgm:prSet presAssocID="{0313EB74-B429-4CB9-95F6-8CFB81B76C68}" presName="root2" presStyleCnt="0"/>
      <dgm:spPr/>
    </dgm:pt>
    <dgm:pt modelId="{BF0809FD-2D3B-44DC-9B5F-F7279B419970}" type="pres">
      <dgm:prSet presAssocID="{0313EB74-B429-4CB9-95F6-8CFB81B76C68}" presName="LevelTwoTextNode" presStyleLbl="node3" presStyleIdx="3" presStyleCnt="9" custScaleX="42424">
        <dgm:presLayoutVars>
          <dgm:chPref val="3"/>
        </dgm:presLayoutVars>
      </dgm:prSet>
      <dgm:spPr/>
    </dgm:pt>
    <dgm:pt modelId="{0C66CF0C-2C64-4CB0-A1FC-B43CAF637CB7}" type="pres">
      <dgm:prSet presAssocID="{0313EB74-B429-4CB9-95F6-8CFB81B76C68}" presName="level3hierChild" presStyleCnt="0"/>
      <dgm:spPr/>
    </dgm:pt>
    <dgm:pt modelId="{FE9BAB8F-E46F-4F0B-9F5C-E8662C1E6217}" type="pres">
      <dgm:prSet presAssocID="{062E7DA8-0F4D-4255-95A1-57CEFA146D1D}" presName="conn2-1" presStyleLbl="parChTrans1D2" presStyleIdx="4" presStyleCnt="9"/>
      <dgm:spPr/>
    </dgm:pt>
    <dgm:pt modelId="{BF41CCA9-4415-4941-A18B-00E2CD618542}" type="pres">
      <dgm:prSet presAssocID="{062E7DA8-0F4D-4255-95A1-57CEFA146D1D}" presName="connTx" presStyleLbl="parChTrans1D2" presStyleIdx="4" presStyleCnt="9"/>
      <dgm:spPr/>
    </dgm:pt>
    <dgm:pt modelId="{793784E1-95B3-48EF-A4BD-64F431A89F0C}" type="pres">
      <dgm:prSet presAssocID="{43C2C9CE-FB6B-4922-B62F-24129D0D74FE}" presName="root2" presStyleCnt="0"/>
      <dgm:spPr/>
    </dgm:pt>
    <dgm:pt modelId="{DAE82DBF-0D60-41F0-896E-3650DCF6B75A}" type="pres">
      <dgm:prSet presAssocID="{43C2C9CE-FB6B-4922-B62F-24129D0D74FE}" presName="LevelTwoTextNode" presStyleLbl="node2" presStyleIdx="4" presStyleCnt="9">
        <dgm:presLayoutVars>
          <dgm:chPref val="3"/>
        </dgm:presLayoutVars>
      </dgm:prSet>
      <dgm:spPr/>
    </dgm:pt>
    <dgm:pt modelId="{886F5094-6F41-45A7-A523-4206CD241528}" type="pres">
      <dgm:prSet presAssocID="{43C2C9CE-FB6B-4922-B62F-24129D0D74FE}" presName="level3hierChild" presStyleCnt="0"/>
      <dgm:spPr/>
    </dgm:pt>
    <dgm:pt modelId="{242DFC76-2C2F-4E5B-A434-3069E266996F}" type="pres">
      <dgm:prSet presAssocID="{9247856C-D1EC-443F-936D-CE12DBB4A1C8}" presName="conn2-1" presStyleLbl="parChTrans1D3" presStyleIdx="4" presStyleCnt="9"/>
      <dgm:spPr/>
    </dgm:pt>
    <dgm:pt modelId="{74B3A296-039B-4BED-BB61-0FBB83070830}" type="pres">
      <dgm:prSet presAssocID="{9247856C-D1EC-443F-936D-CE12DBB4A1C8}" presName="connTx" presStyleLbl="parChTrans1D3" presStyleIdx="4" presStyleCnt="9"/>
      <dgm:spPr/>
    </dgm:pt>
    <dgm:pt modelId="{E915C2A4-D7E7-4FE9-B6D3-EB9C04A7D83D}" type="pres">
      <dgm:prSet presAssocID="{E1E94D8E-E4FD-4240-9ADC-9844FA970D07}" presName="root2" presStyleCnt="0"/>
      <dgm:spPr/>
    </dgm:pt>
    <dgm:pt modelId="{28608C39-3F6E-4FF4-B46E-25405EEBF80D}" type="pres">
      <dgm:prSet presAssocID="{E1E94D8E-E4FD-4240-9ADC-9844FA970D07}" presName="LevelTwoTextNode" presStyleLbl="node3" presStyleIdx="4" presStyleCnt="9" custScaleX="42424">
        <dgm:presLayoutVars>
          <dgm:chPref val="3"/>
        </dgm:presLayoutVars>
      </dgm:prSet>
      <dgm:spPr/>
    </dgm:pt>
    <dgm:pt modelId="{26160947-2AE9-4FC0-9084-1CB0F9F67213}" type="pres">
      <dgm:prSet presAssocID="{E1E94D8E-E4FD-4240-9ADC-9844FA970D07}" presName="level3hierChild" presStyleCnt="0"/>
      <dgm:spPr/>
    </dgm:pt>
    <dgm:pt modelId="{F7C38909-BE07-464E-834D-BDCFBA258100}" type="pres">
      <dgm:prSet presAssocID="{D61E1BDC-FFB4-4FDA-9F8F-A2D38A22FC13}" presName="conn2-1" presStyleLbl="parChTrans1D2" presStyleIdx="5" presStyleCnt="9"/>
      <dgm:spPr/>
    </dgm:pt>
    <dgm:pt modelId="{2D59348E-CC92-4EDA-8DAB-F0153DE00DFE}" type="pres">
      <dgm:prSet presAssocID="{D61E1BDC-FFB4-4FDA-9F8F-A2D38A22FC13}" presName="connTx" presStyleLbl="parChTrans1D2" presStyleIdx="5" presStyleCnt="9"/>
      <dgm:spPr/>
    </dgm:pt>
    <dgm:pt modelId="{09E3E5F7-6710-42A6-8755-1B392952BE7A}" type="pres">
      <dgm:prSet presAssocID="{B2DB83ED-41AF-4BCB-925B-2B612D563F67}" presName="root2" presStyleCnt="0"/>
      <dgm:spPr/>
    </dgm:pt>
    <dgm:pt modelId="{FDF91A2A-2A66-4C6C-A86A-CDF4326DA8EE}" type="pres">
      <dgm:prSet presAssocID="{B2DB83ED-41AF-4BCB-925B-2B612D563F67}" presName="LevelTwoTextNode" presStyleLbl="node2" presStyleIdx="5" presStyleCnt="9">
        <dgm:presLayoutVars>
          <dgm:chPref val="3"/>
        </dgm:presLayoutVars>
      </dgm:prSet>
      <dgm:spPr/>
    </dgm:pt>
    <dgm:pt modelId="{CF943F71-00A5-4A37-9AA2-340A74FF6AAC}" type="pres">
      <dgm:prSet presAssocID="{B2DB83ED-41AF-4BCB-925B-2B612D563F67}" presName="level3hierChild" presStyleCnt="0"/>
      <dgm:spPr/>
    </dgm:pt>
    <dgm:pt modelId="{23D8B84C-DB91-4AEA-97CC-CAEF5977E10D}" type="pres">
      <dgm:prSet presAssocID="{6DA1D3B5-533B-4BAD-A41D-E908CB0F7727}" presName="conn2-1" presStyleLbl="parChTrans1D3" presStyleIdx="5" presStyleCnt="9"/>
      <dgm:spPr/>
    </dgm:pt>
    <dgm:pt modelId="{7FFF7573-A8D6-42B9-9666-DB5CFBDC6547}" type="pres">
      <dgm:prSet presAssocID="{6DA1D3B5-533B-4BAD-A41D-E908CB0F7727}" presName="connTx" presStyleLbl="parChTrans1D3" presStyleIdx="5" presStyleCnt="9"/>
      <dgm:spPr/>
    </dgm:pt>
    <dgm:pt modelId="{521A8223-8E74-441D-ACBA-482867AB3D23}" type="pres">
      <dgm:prSet presAssocID="{A3A1FE8C-7496-49F8-B766-DCCAF30981BE}" presName="root2" presStyleCnt="0"/>
      <dgm:spPr/>
    </dgm:pt>
    <dgm:pt modelId="{90A1B84C-1E56-49A9-89CD-6FECF2BA6A56}" type="pres">
      <dgm:prSet presAssocID="{A3A1FE8C-7496-49F8-B766-DCCAF30981BE}" presName="LevelTwoTextNode" presStyleLbl="node3" presStyleIdx="5" presStyleCnt="9" custScaleX="42424">
        <dgm:presLayoutVars>
          <dgm:chPref val="3"/>
        </dgm:presLayoutVars>
      </dgm:prSet>
      <dgm:spPr/>
    </dgm:pt>
    <dgm:pt modelId="{D1329FED-B27A-46B6-AE43-3C67A89004F0}" type="pres">
      <dgm:prSet presAssocID="{A3A1FE8C-7496-49F8-B766-DCCAF30981BE}" presName="level3hierChild" presStyleCnt="0"/>
      <dgm:spPr/>
    </dgm:pt>
    <dgm:pt modelId="{EA21B7AA-9486-4067-B349-50CE4D95F9B9}" type="pres">
      <dgm:prSet presAssocID="{950148CB-A4C6-463D-AF37-AF261141D0EB}" presName="conn2-1" presStyleLbl="parChTrans1D2" presStyleIdx="6" presStyleCnt="9"/>
      <dgm:spPr/>
    </dgm:pt>
    <dgm:pt modelId="{46C640A8-4221-49EA-B21F-B4D90F5A805F}" type="pres">
      <dgm:prSet presAssocID="{950148CB-A4C6-463D-AF37-AF261141D0EB}" presName="connTx" presStyleLbl="parChTrans1D2" presStyleIdx="6" presStyleCnt="9"/>
      <dgm:spPr/>
    </dgm:pt>
    <dgm:pt modelId="{CBEFB087-3B44-44CC-8A65-30A263DE3FA7}" type="pres">
      <dgm:prSet presAssocID="{DDE09034-1577-4615-AE7A-187B4C369A9A}" presName="root2" presStyleCnt="0"/>
      <dgm:spPr/>
    </dgm:pt>
    <dgm:pt modelId="{C3BAA938-E657-4B3A-9C99-A24D140B8CBB}" type="pres">
      <dgm:prSet presAssocID="{DDE09034-1577-4615-AE7A-187B4C369A9A}" presName="LevelTwoTextNode" presStyleLbl="node2" presStyleIdx="6" presStyleCnt="9">
        <dgm:presLayoutVars>
          <dgm:chPref val="3"/>
        </dgm:presLayoutVars>
      </dgm:prSet>
      <dgm:spPr/>
    </dgm:pt>
    <dgm:pt modelId="{803DB0ED-84B8-46AD-A2BD-DD3B28A4BD05}" type="pres">
      <dgm:prSet presAssocID="{DDE09034-1577-4615-AE7A-187B4C369A9A}" presName="level3hierChild" presStyleCnt="0"/>
      <dgm:spPr/>
    </dgm:pt>
    <dgm:pt modelId="{BDCFE27E-26F6-4FD4-8AE4-8BC51FEBD9BF}" type="pres">
      <dgm:prSet presAssocID="{105036EF-F2EA-45A3-9758-C6103743FD8A}" presName="conn2-1" presStyleLbl="parChTrans1D3" presStyleIdx="6" presStyleCnt="9"/>
      <dgm:spPr/>
    </dgm:pt>
    <dgm:pt modelId="{BE53E4A3-A7BA-474B-AAD8-631FD88E8582}" type="pres">
      <dgm:prSet presAssocID="{105036EF-F2EA-45A3-9758-C6103743FD8A}" presName="connTx" presStyleLbl="parChTrans1D3" presStyleIdx="6" presStyleCnt="9"/>
      <dgm:spPr/>
    </dgm:pt>
    <dgm:pt modelId="{7CFB584A-284A-463D-8F4D-F9C229B8245A}" type="pres">
      <dgm:prSet presAssocID="{76E5F0B1-562B-42DF-B903-2A7EC2CAB154}" presName="root2" presStyleCnt="0"/>
      <dgm:spPr/>
    </dgm:pt>
    <dgm:pt modelId="{F8F523A0-50B5-49B0-870A-BBD6A436C9F3}" type="pres">
      <dgm:prSet presAssocID="{76E5F0B1-562B-42DF-B903-2A7EC2CAB154}" presName="LevelTwoTextNode" presStyleLbl="node3" presStyleIdx="6" presStyleCnt="9" custScaleX="42424">
        <dgm:presLayoutVars>
          <dgm:chPref val="3"/>
        </dgm:presLayoutVars>
      </dgm:prSet>
      <dgm:spPr/>
    </dgm:pt>
    <dgm:pt modelId="{A265BCA6-A9E8-4BB4-BF49-1AA28A2546EF}" type="pres">
      <dgm:prSet presAssocID="{76E5F0B1-562B-42DF-B903-2A7EC2CAB154}" presName="level3hierChild" presStyleCnt="0"/>
      <dgm:spPr/>
    </dgm:pt>
    <dgm:pt modelId="{E7448DA2-ABEA-4A21-9757-53D581D7F3FD}" type="pres">
      <dgm:prSet presAssocID="{402FF5D2-6E69-442B-87ED-AF119AB98C9A}" presName="conn2-1" presStyleLbl="parChTrans1D2" presStyleIdx="7" presStyleCnt="9"/>
      <dgm:spPr/>
    </dgm:pt>
    <dgm:pt modelId="{E3D0D3B2-09CA-4905-A15A-B5077E79086E}" type="pres">
      <dgm:prSet presAssocID="{402FF5D2-6E69-442B-87ED-AF119AB98C9A}" presName="connTx" presStyleLbl="parChTrans1D2" presStyleIdx="7" presStyleCnt="9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2" presStyleIdx="7" presStyleCnt="9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0D8E187A-7BFB-4E86-8920-897B6EBBCC7D}" type="pres">
      <dgm:prSet presAssocID="{1631E13C-9583-4710-99FD-D736051CB300}" presName="conn2-1" presStyleLbl="parChTrans1D3" presStyleIdx="7" presStyleCnt="9"/>
      <dgm:spPr/>
    </dgm:pt>
    <dgm:pt modelId="{8DCBB455-9808-4CB7-8DB9-5E8D68607B45}" type="pres">
      <dgm:prSet presAssocID="{1631E13C-9583-4710-99FD-D736051CB300}" presName="connTx" presStyleLbl="parChTrans1D3" presStyleIdx="7" presStyleCnt="9"/>
      <dgm:spPr/>
    </dgm:pt>
    <dgm:pt modelId="{6D16900C-6DB7-48C3-A7D0-561CAEE972C0}" type="pres">
      <dgm:prSet presAssocID="{ADD42954-CA04-4EA9-A532-A2E6D808D922}" presName="root2" presStyleCnt="0"/>
      <dgm:spPr/>
    </dgm:pt>
    <dgm:pt modelId="{676AE3D0-5F4C-4EE7-B7E9-D1E6FBA3729D}" type="pres">
      <dgm:prSet presAssocID="{ADD42954-CA04-4EA9-A532-A2E6D808D922}" presName="LevelTwoTextNode" presStyleLbl="node3" presStyleIdx="7" presStyleCnt="9" custScaleX="42424">
        <dgm:presLayoutVars>
          <dgm:chPref val="3"/>
        </dgm:presLayoutVars>
      </dgm:prSet>
      <dgm:spPr/>
    </dgm:pt>
    <dgm:pt modelId="{5E927D94-D12B-44F7-9F08-27A62E0A8AEC}" type="pres">
      <dgm:prSet presAssocID="{ADD42954-CA04-4EA9-A532-A2E6D808D922}" presName="level3hierChild" presStyleCnt="0"/>
      <dgm:spPr/>
    </dgm:pt>
    <dgm:pt modelId="{88664CCB-9214-4D82-86B3-EFDDCFEAF4FB}" type="pres">
      <dgm:prSet presAssocID="{1BFF9B2F-01F0-4194-8B16-72C7004F37AD}" presName="conn2-1" presStyleLbl="parChTrans1D2" presStyleIdx="8" presStyleCnt="9"/>
      <dgm:spPr/>
    </dgm:pt>
    <dgm:pt modelId="{EE83F653-B2FA-4D4B-85D3-D5575E7023AC}" type="pres">
      <dgm:prSet presAssocID="{1BFF9B2F-01F0-4194-8B16-72C7004F37AD}" presName="connTx" presStyleLbl="parChTrans1D2" presStyleIdx="8" presStyleCnt="9"/>
      <dgm:spPr/>
    </dgm:pt>
    <dgm:pt modelId="{9F7A3BE1-8606-43FD-B7EE-7A3DFB935645}" type="pres">
      <dgm:prSet presAssocID="{63A13E15-030F-42B2-A010-CCBD43D5DA68}" presName="root2" presStyleCnt="0"/>
      <dgm:spPr/>
    </dgm:pt>
    <dgm:pt modelId="{93341C07-B5F1-4CC7-BB14-0920D0E784AE}" type="pres">
      <dgm:prSet presAssocID="{63A13E15-030F-42B2-A010-CCBD43D5DA68}" presName="LevelTwoTextNode" presStyleLbl="node2" presStyleIdx="8" presStyleCnt="9">
        <dgm:presLayoutVars>
          <dgm:chPref val="3"/>
        </dgm:presLayoutVars>
      </dgm:prSet>
      <dgm:spPr/>
    </dgm:pt>
    <dgm:pt modelId="{6D0F1497-A2DD-48C8-9967-E8CCD380CFE3}" type="pres">
      <dgm:prSet presAssocID="{63A13E15-030F-42B2-A010-CCBD43D5DA68}" presName="level3hierChild" presStyleCnt="0"/>
      <dgm:spPr/>
    </dgm:pt>
    <dgm:pt modelId="{35E7EF1D-6146-4506-8EDE-65ACDE987B1F}" type="pres">
      <dgm:prSet presAssocID="{A4C417C4-3106-4665-982C-919AD14C2E94}" presName="conn2-1" presStyleLbl="parChTrans1D3" presStyleIdx="8" presStyleCnt="9"/>
      <dgm:spPr/>
    </dgm:pt>
    <dgm:pt modelId="{1C84CC54-3924-4BEC-8A67-8AE6C71DC410}" type="pres">
      <dgm:prSet presAssocID="{A4C417C4-3106-4665-982C-919AD14C2E94}" presName="connTx" presStyleLbl="parChTrans1D3" presStyleIdx="8" presStyleCnt="9"/>
      <dgm:spPr/>
    </dgm:pt>
    <dgm:pt modelId="{69C64E1E-D40F-4B48-9D22-81718089A58F}" type="pres">
      <dgm:prSet presAssocID="{267DEB60-AA5D-4877-BFDA-475A8A2CA7E5}" presName="root2" presStyleCnt="0"/>
      <dgm:spPr/>
    </dgm:pt>
    <dgm:pt modelId="{64157383-8302-466E-B954-AC5434009D24}" type="pres">
      <dgm:prSet presAssocID="{267DEB60-AA5D-4877-BFDA-475A8A2CA7E5}" presName="LevelTwoTextNode" presStyleLbl="node3" presStyleIdx="8" presStyleCnt="9" custScaleX="42424">
        <dgm:presLayoutVars>
          <dgm:chPref val="3"/>
        </dgm:presLayoutVars>
      </dgm:prSet>
      <dgm:spPr/>
    </dgm:pt>
    <dgm:pt modelId="{B6C93CC5-B961-4E3E-81AA-3CA24892CC14}" type="pres">
      <dgm:prSet presAssocID="{267DEB60-AA5D-4877-BFDA-475A8A2CA7E5}" presName="level3hierChild" presStyleCnt="0"/>
      <dgm:spPr/>
    </dgm:pt>
  </dgm:ptLst>
  <dgm:cxnLst>
    <dgm:cxn modelId="{6734E301-4BB8-4293-980C-0BCB01C3A229}" type="presOf" srcId="{ABF374F2-4CB1-46B4-979A-ECBEBF9BAFA7}" destId="{4B05A99A-E246-46F2-AB3A-026B7D4A2E61}" srcOrd="0" destOrd="0" presId="urn:microsoft.com/office/officeart/2008/layout/HorizontalMultiLevelHierarchy"/>
    <dgm:cxn modelId="{8267B205-9E75-4E38-90C1-FAFC1235EE0E}" type="presOf" srcId="{63A13E15-030F-42B2-A010-CCBD43D5DA68}" destId="{93341C07-B5F1-4CC7-BB14-0920D0E784AE}" srcOrd="0" destOrd="0" presId="urn:microsoft.com/office/officeart/2008/layout/HorizontalMultiLevelHierarchy"/>
    <dgm:cxn modelId="{40B10C0A-0ADE-4790-BDA8-FC153F53AEC3}" type="presOf" srcId="{062E7DA8-0F4D-4255-95A1-57CEFA146D1D}" destId="{BF41CCA9-4415-4941-A18B-00E2CD618542}" srcOrd="1" destOrd="0" presId="urn:microsoft.com/office/officeart/2008/layout/HorizontalMultiLevelHierarchy"/>
    <dgm:cxn modelId="{348AFB0A-9BF6-4672-AB7F-283A6551FC7C}" srcId="{F8A4306D-2EA6-4060-9C81-584FC924A72D}" destId="{07CF0387-B6A7-46F6-8D80-6515DE1A07FD}" srcOrd="7" destOrd="0" parTransId="{402FF5D2-6E69-442B-87ED-AF119AB98C9A}" sibTransId="{FD08B8F3-3B0B-4311-A42C-F673A29231EB}"/>
    <dgm:cxn modelId="{57F2350C-0264-48F1-9060-E8085306639D}" type="presOf" srcId="{A3A1FE8C-7496-49F8-B766-DCCAF30981BE}" destId="{90A1B84C-1E56-49A9-89CD-6FECF2BA6A56}" srcOrd="0" destOrd="0" presId="urn:microsoft.com/office/officeart/2008/layout/HorizontalMultiLevelHierarchy"/>
    <dgm:cxn modelId="{EE2FC10D-C558-4DA7-8CFC-527DCA5952B5}" type="presOf" srcId="{D386F11A-1804-40C3-B4C6-97A93DDDA638}" destId="{B2ADA6F2-50C6-4A88-AAA9-37F38027290A}" srcOrd="0" destOrd="0" presId="urn:microsoft.com/office/officeart/2008/layout/HorizontalMultiLevelHierarchy"/>
    <dgm:cxn modelId="{9D2F9212-63AD-41CA-BB93-C92B66DD35BF}" type="presOf" srcId="{ED807E35-B5D3-4BCB-9B29-5888EC2127F1}" destId="{BEDCAB73-F473-4593-A1D1-34DA9B04C965}" srcOrd="0" destOrd="0" presId="urn:microsoft.com/office/officeart/2008/layout/HorizontalMultiLevelHierarchy"/>
    <dgm:cxn modelId="{E8151D16-C9A2-4B11-8457-1B121F2554F2}" type="presOf" srcId="{EE00837F-B3CC-4783-9F8D-A80C3597D639}" destId="{8CC5F557-42F1-4B0B-AC0D-0C0CBF6ED1B3}" srcOrd="0" destOrd="0" presId="urn:microsoft.com/office/officeart/2008/layout/HorizontalMultiLevelHierarchy"/>
    <dgm:cxn modelId="{E26D7718-FB10-4351-83E5-CC20E9847B7D}" type="presOf" srcId="{E1E94D8E-E4FD-4240-9ADC-9844FA970D07}" destId="{28608C39-3F6E-4FF4-B46E-25405EEBF80D}" srcOrd="0" destOrd="0" presId="urn:microsoft.com/office/officeart/2008/layout/HorizontalMultiLevelHierarchy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D44F7423-58E9-41A8-B2E5-E98BEC518BD9}" srcId="{DDE09034-1577-4615-AE7A-187B4C369A9A}" destId="{76E5F0B1-562B-42DF-B903-2A7EC2CAB154}" srcOrd="0" destOrd="0" parTransId="{105036EF-F2EA-45A3-9758-C6103743FD8A}" sibTransId="{75876B1E-75A3-482D-A1C7-0E0B073267C1}"/>
    <dgm:cxn modelId="{0CAA1325-70BB-430E-9F7F-5A8908DCC41B}" srcId="{8DCCF5A1-F5D2-48CE-BA98-5C85D6801254}" destId="{4449019E-5F48-4C4E-BEBB-1DC854A2EBB0}" srcOrd="0" destOrd="0" parTransId="{035DED43-4AA7-49AB-88CC-E9BBDECE6F7C}" sibTransId="{8929A8A5-0F1E-497B-BC5D-05F6AA0DF934}"/>
    <dgm:cxn modelId="{A8C7402A-044C-468D-8C72-3A578ABB2DC7}" type="presOf" srcId="{B2DB83ED-41AF-4BCB-925B-2B612D563F67}" destId="{FDF91A2A-2A66-4C6C-A86A-CDF4326DA8EE}" srcOrd="0" destOrd="0" presId="urn:microsoft.com/office/officeart/2008/layout/HorizontalMultiLevelHierarchy"/>
    <dgm:cxn modelId="{E2A1812B-B566-4452-A318-F257D9710E98}" type="presOf" srcId="{402FF5D2-6E69-442B-87ED-AF119AB98C9A}" destId="{E7448DA2-ABEA-4A21-9757-53D581D7F3FD}" srcOrd="0" destOrd="0" presId="urn:microsoft.com/office/officeart/2008/layout/HorizontalMultiLevelHierarchy"/>
    <dgm:cxn modelId="{D4DCDC2C-2A5A-40B2-8839-5031AA3B5608}" srcId="{B2DB83ED-41AF-4BCB-925B-2B612D563F67}" destId="{A3A1FE8C-7496-49F8-B766-DCCAF30981BE}" srcOrd="0" destOrd="0" parTransId="{6DA1D3B5-533B-4BAD-A41D-E908CB0F7727}" sibTransId="{D21EB412-8B64-4513-B7A8-9C633DAE8C99}"/>
    <dgm:cxn modelId="{FC2E4A2E-A600-409F-A458-65134D010CC1}" type="presOf" srcId="{43C2C9CE-FB6B-4922-B62F-24129D0D74FE}" destId="{DAE82DBF-0D60-41F0-896E-3650DCF6B75A}" srcOrd="0" destOrd="0" presId="urn:microsoft.com/office/officeart/2008/layout/HorizontalMultiLevelHierarchy"/>
    <dgm:cxn modelId="{9F6CEF37-E626-4422-9423-1D58FA58B9FF}" type="presOf" srcId="{0313EB74-B429-4CB9-95F6-8CFB81B76C68}" destId="{BF0809FD-2D3B-44DC-9B5F-F7279B419970}" srcOrd="0" destOrd="0" presId="urn:microsoft.com/office/officeart/2008/layout/HorizontalMultiLevelHierarchy"/>
    <dgm:cxn modelId="{C30B923B-CC88-4AE9-9706-CBFE5E144BA6}" type="presOf" srcId="{A4C417C4-3106-4665-982C-919AD14C2E94}" destId="{1C84CC54-3924-4BEC-8A67-8AE6C71DC410}" srcOrd="1" destOrd="0" presId="urn:microsoft.com/office/officeart/2008/layout/HorizontalMultiLevelHierarchy"/>
    <dgm:cxn modelId="{193EF03B-CD1C-4D83-B6C6-56AE4C6008AF}" type="presOf" srcId="{6A43294B-A1CB-4D6F-B453-0FF0E5776867}" destId="{E43A60A7-9DDF-42B2-A812-4D4F0F75076B}" srcOrd="0" destOrd="0" presId="urn:microsoft.com/office/officeart/2008/layout/HorizontalMultiLevelHierarchy"/>
    <dgm:cxn modelId="{723FE93D-4D6D-4C84-98D5-301250841560}" type="presOf" srcId="{26A7866C-CE89-4BAB-B6B8-421B68991845}" destId="{8F7C36BE-E589-4461-8F16-778807C0B166}" srcOrd="0" destOrd="0" presId="urn:microsoft.com/office/officeart/2008/layout/HorizontalMultiLevelHierarchy"/>
    <dgm:cxn modelId="{D7974D62-14DF-4F36-97A8-7FD0BCE6B98A}" type="presOf" srcId="{6A43294B-A1CB-4D6F-B453-0FF0E5776867}" destId="{CE810C7E-C3EF-4168-95BF-2980E8095076}" srcOrd="1" destOrd="0" presId="urn:microsoft.com/office/officeart/2008/layout/HorizontalMultiLevelHierarchy"/>
    <dgm:cxn modelId="{5EF81C63-3E1B-4896-B45B-A6114D3397A0}" srcId="{ED807E35-B5D3-4BCB-9B29-5888EC2127F1}" destId="{0313EB74-B429-4CB9-95F6-8CFB81B76C68}" srcOrd="0" destOrd="0" parTransId="{EE00837F-B3CC-4783-9F8D-A80C3597D639}" sibTransId="{8E89B44C-C8BC-4ED1-99BF-47794AC7AAFD}"/>
    <dgm:cxn modelId="{A1275F63-C6EC-4E26-9CCE-284BB42C9DDB}" type="presOf" srcId="{4449019E-5F48-4C4E-BEBB-1DC854A2EBB0}" destId="{628A2A3E-5D89-4597-B4EF-9A03E6CD111F}" srcOrd="0" destOrd="0" presId="urn:microsoft.com/office/officeart/2008/layout/HorizontalMultiLevelHierarchy"/>
    <dgm:cxn modelId="{6D0B1764-2348-41AA-B082-CA80DE6AEDBE}" type="presOf" srcId="{1631E13C-9583-4710-99FD-D736051CB300}" destId="{0D8E187A-7BFB-4E86-8920-897B6EBBCC7D}" srcOrd="0" destOrd="0" presId="urn:microsoft.com/office/officeart/2008/layout/HorizontalMultiLevelHierarchy"/>
    <dgm:cxn modelId="{F6B50C68-0E61-4F29-98F3-B40CCABF8045}" type="presOf" srcId="{D61E1BDC-FFB4-4FDA-9F8F-A2D38A22FC13}" destId="{F7C38909-BE07-464E-834D-BDCFBA258100}" srcOrd="0" destOrd="0" presId="urn:microsoft.com/office/officeart/2008/layout/HorizontalMultiLevelHierarchy"/>
    <dgm:cxn modelId="{2AB5EE6C-B8AB-41A6-B3BE-D215F75DCB44}" type="presOf" srcId="{1EAAA8DD-4A75-4985-B423-64C84D4EE993}" destId="{F31F3F23-7C72-452A-ADC8-1CB2C7B14B46}" srcOrd="0" destOrd="0" presId="urn:microsoft.com/office/officeart/2008/layout/HorizontalMultiLevelHierarchy"/>
    <dgm:cxn modelId="{F310356D-3B3C-456D-8AD5-F17A33EAE54D}" type="presOf" srcId="{EE00837F-B3CC-4783-9F8D-A80C3597D639}" destId="{E585CA63-65E2-4911-8756-8FE26BB94D1B}" srcOrd="1" destOrd="0" presId="urn:microsoft.com/office/officeart/2008/layout/HorizontalMultiLevelHierarchy"/>
    <dgm:cxn modelId="{69A92C50-D700-4841-9C49-03D003D13360}" type="presOf" srcId="{76E5F0B1-562B-42DF-B903-2A7EC2CAB154}" destId="{F8F523A0-50B5-49B0-870A-BBD6A436C9F3}" srcOrd="0" destOrd="0" presId="urn:microsoft.com/office/officeart/2008/layout/HorizontalMultiLevelHierarchy"/>
    <dgm:cxn modelId="{2CF88850-9BC5-4115-AE83-CABFB2B620CD}" type="presOf" srcId="{9247856C-D1EC-443F-936D-CE12DBB4A1C8}" destId="{74B3A296-039B-4BED-BB61-0FBB83070830}" srcOrd="1" destOrd="0" presId="urn:microsoft.com/office/officeart/2008/layout/HorizontalMultiLevelHierarchy"/>
    <dgm:cxn modelId="{6DCDCC51-5E5D-4A4A-B5A2-71B78E5B4A8B}" type="presOf" srcId="{DC92EE81-E160-409C-8D57-13731F9F37AC}" destId="{92090F43-5B4E-4749-BCAA-CA724B1D4710}" srcOrd="0" destOrd="0" presId="urn:microsoft.com/office/officeart/2008/layout/HorizontalMultiLevelHierarchy"/>
    <dgm:cxn modelId="{074EB156-5AB6-44C8-AB72-3BA600AAC3E4}" type="presOf" srcId="{ABF374F2-4CB1-46B4-979A-ECBEBF9BAFA7}" destId="{1A1833A3-A14C-49DB-8540-B7B88BCFFCBF}" srcOrd="1" destOrd="0" presId="urn:microsoft.com/office/officeart/2008/layout/HorizontalMultiLevelHierarchy"/>
    <dgm:cxn modelId="{AB133C77-2053-4F76-AC99-86AB4116D5BF}" type="presOf" srcId="{402FF5D2-6E69-442B-87ED-AF119AB98C9A}" destId="{E3D0D3B2-09CA-4905-A15A-B5077E79086E}" srcOrd="1" destOrd="0" presId="urn:microsoft.com/office/officeart/2008/layout/HorizontalMultiLevelHierarchy"/>
    <dgm:cxn modelId="{542D937A-938C-4DB0-B972-3F40A91878D6}" type="presOf" srcId="{1BFF9B2F-01F0-4194-8B16-72C7004F37AD}" destId="{88664CCB-9214-4D82-86B3-EFDDCFEAF4FB}" srcOrd="0" destOrd="0" presId="urn:microsoft.com/office/officeart/2008/layout/HorizontalMultiLevelHierarchy"/>
    <dgm:cxn modelId="{2C140F7B-8976-42BD-92BA-B8453F78D9BC}" type="presOf" srcId="{950148CB-A4C6-463D-AF37-AF261141D0EB}" destId="{EA21B7AA-9486-4067-B349-50CE4D95F9B9}" srcOrd="0" destOrd="0" presId="urn:microsoft.com/office/officeart/2008/layout/HorizontalMultiLevelHierarchy"/>
    <dgm:cxn modelId="{B17A017C-25A3-47F2-A7CB-D1D3DB65D53C}" type="presOf" srcId="{6DA1D3B5-533B-4BAD-A41D-E908CB0F7727}" destId="{7FFF7573-A8D6-42B9-9666-DB5CFBDC6547}" srcOrd="1" destOrd="0" presId="urn:microsoft.com/office/officeart/2008/layout/HorizontalMultiLevelHierarchy"/>
    <dgm:cxn modelId="{14D5CB7D-DE59-47D5-98A3-A0030F4D162C}" type="presOf" srcId="{17F110B8-7B2B-427D-86A9-ACF09412107A}" destId="{AED007FA-37FB-4F86-89CC-6C075822185A}" srcOrd="0" destOrd="0" presId="urn:microsoft.com/office/officeart/2008/layout/HorizontalMultiLevelHierarchy"/>
    <dgm:cxn modelId="{1985267E-BBDF-4DD1-903A-029C64EF01E0}" type="presOf" srcId="{105036EF-F2EA-45A3-9758-C6103743FD8A}" destId="{BDCFE27E-26F6-4FD4-8AE4-8BC51FEBD9BF}" srcOrd="0" destOrd="0" presId="urn:microsoft.com/office/officeart/2008/layout/HorizontalMultiLevelHierarchy"/>
    <dgm:cxn modelId="{56B29680-23D2-49AC-9C8A-0900BA6DFEC5}" type="presOf" srcId="{950148CB-A4C6-463D-AF37-AF261141D0EB}" destId="{46C640A8-4221-49EA-B21F-B4D90F5A805F}" srcOrd="1" destOrd="0" presId="urn:microsoft.com/office/officeart/2008/layout/HorizontalMultiLevelHierarchy"/>
    <dgm:cxn modelId="{DBC2D482-3890-4FD0-BC82-E728DC1A4D08}" type="presOf" srcId="{17F110B8-7B2B-427D-86A9-ACF09412107A}" destId="{4E1697FD-949A-4496-B738-4CCBFEEB4FC9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25547487-328F-440B-BAEB-810D7AD4B2F5}" srcId="{D386F11A-1804-40C3-B4C6-97A93DDDA638}" destId="{16B2B0C0-D172-4654-9D99-D2852EC4CFA1}" srcOrd="0" destOrd="0" parTransId="{ABF374F2-4CB1-46B4-979A-ECBEBF9BAFA7}" sibTransId="{E73ED498-8077-4B2E-A102-0F674DEBEF33}"/>
    <dgm:cxn modelId="{FC94F788-27C8-4D2C-83C3-BDD656919302}" type="presOf" srcId="{8DCCF5A1-F5D2-48CE-BA98-5C85D6801254}" destId="{32ACC1F6-D5B9-4CEA-991A-2E04658BD206}" srcOrd="0" destOrd="0" presId="urn:microsoft.com/office/officeart/2008/layout/HorizontalMultiLevelHierarchy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76342C96-360F-4CB8-828D-D634430183E8}" type="presOf" srcId="{1631E13C-9583-4710-99FD-D736051CB300}" destId="{8DCBB455-9808-4CB7-8DB9-5E8D68607B45}" srcOrd="1" destOrd="0" presId="urn:microsoft.com/office/officeart/2008/layout/HorizontalMultiLevelHierarchy"/>
    <dgm:cxn modelId="{C614FA9D-7651-4335-8B83-28FF67641906}" srcId="{26A7866C-CE89-4BAB-B6B8-421B68991845}" destId="{7BCB4F2B-2C0E-403F-AF3F-F4997559D7C2}" srcOrd="0" destOrd="0" parTransId="{17F110B8-7B2B-427D-86A9-ACF09412107A}" sibTransId="{A428F139-A0A2-4747-896E-814EFD403340}"/>
    <dgm:cxn modelId="{575109A1-4D70-41A7-BACB-8349B82E8E8E}" srcId="{43C2C9CE-FB6B-4922-B62F-24129D0D74FE}" destId="{E1E94D8E-E4FD-4240-9ADC-9844FA970D07}" srcOrd="0" destOrd="0" parTransId="{9247856C-D1EC-443F-936D-CE12DBB4A1C8}" sibTransId="{EAF3BE1C-EC4A-438E-B22E-A2F621206E3A}"/>
    <dgm:cxn modelId="{18F3E4A2-449A-43FF-9978-D8635F1EA7B7}" srcId="{63A13E15-030F-42B2-A010-CCBD43D5DA68}" destId="{267DEB60-AA5D-4877-BFDA-475A8A2CA7E5}" srcOrd="0" destOrd="0" parTransId="{A4C417C4-3106-4665-982C-919AD14C2E94}" sibTransId="{0327D70D-D201-4E15-95D0-979A3AFF6CA9}"/>
    <dgm:cxn modelId="{8DAAB9A8-7EA2-4E18-9FA6-12844812420D}" type="presOf" srcId="{8BE22E42-DB0A-4790-87BD-8B0CEA94CA04}" destId="{FA624BE1-9ACC-4E7D-9F6D-BDD9E6D78BF6}" srcOrd="0" destOrd="0" presId="urn:microsoft.com/office/officeart/2008/layout/HorizontalMultiLevelHierarchy"/>
    <dgm:cxn modelId="{286415A9-9462-424C-AA2E-0986DF59C7C2}" type="presOf" srcId="{DDE09034-1577-4615-AE7A-187B4C369A9A}" destId="{C3BAA938-E657-4B3A-9C99-A24D140B8CBB}" srcOrd="0" destOrd="0" presId="urn:microsoft.com/office/officeart/2008/layout/HorizontalMultiLevelHierarchy"/>
    <dgm:cxn modelId="{413221B1-C1E0-48BB-901E-95C5E6D2D899}" srcId="{F8A4306D-2EA6-4060-9C81-584FC924A72D}" destId="{43C2C9CE-FB6B-4922-B62F-24129D0D74FE}" srcOrd="4" destOrd="0" parTransId="{062E7DA8-0F4D-4255-95A1-57CEFA146D1D}" sibTransId="{C182848E-C2F4-4CEA-ACAA-6EAAFCE1EE4B}"/>
    <dgm:cxn modelId="{459E47B1-A19A-4BDF-B812-5D0DBBC9482C}" type="presOf" srcId="{1BFF9B2F-01F0-4194-8B16-72C7004F37AD}" destId="{EE83F653-B2FA-4D4B-85D3-D5575E7023AC}" srcOrd="1" destOrd="0" presId="urn:microsoft.com/office/officeart/2008/layout/HorizontalMultiLevelHierarchy"/>
    <dgm:cxn modelId="{93B2F0B2-0089-4280-B11A-14701559CB8A}" type="presOf" srcId="{7BCB4F2B-2C0E-403F-AF3F-F4997559D7C2}" destId="{1940D8D1-D8D2-44B3-97F1-1DE66184A9F5}" srcOrd="0" destOrd="0" presId="urn:microsoft.com/office/officeart/2008/layout/HorizontalMultiLevelHierarchy"/>
    <dgm:cxn modelId="{16F906BA-16A6-465F-B147-7B0836C756F1}" type="presOf" srcId="{062E7DA8-0F4D-4255-95A1-57CEFA146D1D}" destId="{FE9BAB8F-E46F-4F0B-9F5C-E8662C1E6217}" srcOrd="0" destOrd="0" presId="urn:microsoft.com/office/officeart/2008/layout/HorizontalMultiLevelHierarchy"/>
    <dgm:cxn modelId="{E42E87BA-CA4C-4C57-B07B-58C144A87EF3}" type="presOf" srcId="{6DA1D3B5-533B-4BAD-A41D-E908CB0F7727}" destId="{23D8B84C-DB91-4AEA-97CC-CAEF5977E10D}" srcOrd="0" destOrd="0" presId="urn:microsoft.com/office/officeart/2008/layout/HorizontalMultiLevelHierarchy"/>
    <dgm:cxn modelId="{859750BE-6E47-46F0-BA43-228A01DCDB16}" srcId="{07CF0387-B6A7-46F6-8D80-6515DE1A07FD}" destId="{ADD42954-CA04-4EA9-A532-A2E6D808D922}" srcOrd="0" destOrd="0" parTransId="{1631E13C-9583-4710-99FD-D736051CB300}" sibTransId="{643108D4-99BA-418F-90F5-B80F25249B41}"/>
    <dgm:cxn modelId="{58F0F8C2-D226-42E1-9AA8-217CF130F388}" srcId="{F8A4306D-2EA6-4060-9C81-584FC924A72D}" destId="{63A13E15-030F-42B2-A010-CCBD43D5DA68}" srcOrd="8" destOrd="0" parTransId="{1BFF9B2F-01F0-4194-8B16-72C7004F37AD}" sibTransId="{9858371F-9E0A-4784-A4B7-F1D338663087}"/>
    <dgm:cxn modelId="{40963EC9-9E96-48BF-812D-1DEE1997C060}" type="presOf" srcId="{035DED43-4AA7-49AB-88CC-E9BBDECE6F7C}" destId="{B2B4A0BD-CC93-4FCA-BF75-A830AFB73DEC}" srcOrd="0" destOrd="0" presId="urn:microsoft.com/office/officeart/2008/layout/HorizontalMultiLevelHierarchy"/>
    <dgm:cxn modelId="{04D4F7CB-760D-4BE3-BB37-8BE98B2C86F6}" type="presOf" srcId="{D61E1BDC-FFB4-4FDA-9F8F-A2D38A22FC13}" destId="{2D59348E-CC92-4EDA-8DAB-F0153DE00DFE}" srcOrd="1" destOrd="0" presId="urn:microsoft.com/office/officeart/2008/layout/HorizontalMultiLevelHierarchy"/>
    <dgm:cxn modelId="{16A721D3-A98B-48A4-9464-9FAE21286991}" type="presOf" srcId="{267DEB60-AA5D-4877-BFDA-475A8A2CA7E5}" destId="{64157383-8302-466E-B954-AC5434009D24}" srcOrd="0" destOrd="0" presId="urn:microsoft.com/office/officeart/2008/layout/HorizontalMultiLevelHierarchy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54278CD8-4397-4099-8F50-EFE573D5200E}" srcId="{F8A4306D-2EA6-4060-9C81-584FC924A72D}" destId="{B2DB83ED-41AF-4BCB-925B-2B612D563F67}" srcOrd="5" destOrd="0" parTransId="{D61E1BDC-FFB4-4FDA-9F8F-A2D38A22FC13}" sibTransId="{C5BE9560-3EDF-4CB5-9220-16F25EFEC07F}"/>
    <dgm:cxn modelId="{0EA539DA-06CC-4DE5-A5E7-7AD5FDA1B6E7}" type="presOf" srcId="{035DED43-4AA7-49AB-88CC-E9BBDECE6F7C}" destId="{C8CAE5BF-C719-4C4D-9AE0-77BA947CFC9F}" srcOrd="1" destOrd="0" presId="urn:microsoft.com/office/officeart/2008/layout/HorizontalMultiLevelHierarchy"/>
    <dgm:cxn modelId="{B36701DE-BD29-4010-BC7B-F6BE7793A986}" type="presOf" srcId="{A4C417C4-3106-4665-982C-919AD14C2E94}" destId="{35E7EF1D-6146-4506-8EDE-65ACDE987B1F}" srcOrd="0" destOrd="0" presId="urn:microsoft.com/office/officeart/2008/layout/HorizontalMultiLevelHierarchy"/>
    <dgm:cxn modelId="{6561F8E1-D882-4E41-BC44-BE69CAD5A47D}" type="presOf" srcId="{16B2B0C0-D172-4654-9D99-D2852EC4CFA1}" destId="{A4C45FEA-92CF-410A-BAE6-F2E78B0126BC}" srcOrd="0" destOrd="0" presId="urn:microsoft.com/office/officeart/2008/layout/HorizontalMultiLevelHierarchy"/>
    <dgm:cxn modelId="{ED8E81E2-672B-431C-A7DC-7F20F14B943C}" type="presOf" srcId="{ADD42954-CA04-4EA9-A532-A2E6D808D922}" destId="{676AE3D0-5F4C-4EE7-B7E9-D1E6FBA3729D}" srcOrd="0" destOrd="0" presId="urn:microsoft.com/office/officeart/2008/layout/HorizontalMultiLevelHierarchy"/>
    <dgm:cxn modelId="{B483B0E5-4974-49A9-A623-202599691862}" type="presOf" srcId="{1EAAA8DD-4A75-4985-B423-64C84D4EE993}" destId="{37CD627C-8293-4029-B114-AA7B7535644E}" srcOrd="1" destOrd="0" presId="urn:microsoft.com/office/officeart/2008/layout/HorizontalMultiLevelHierarchy"/>
    <dgm:cxn modelId="{5A401BEB-0D9F-4E85-A0C2-35A8EF39B9A9}" type="presOf" srcId="{105036EF-F2EA-45A3-9758-C6103743FD8A}" destId="{BE53E4A3-A7BA-474B-AAD8-631FD88E8582}" srcOrd="1" destOrd="0" presId="urn:microsoft.com/office/officeart/2008/layout/HorizontalMultiLevelHierarchy"/>
    <dgm:cxn modelId="{5F3735F0-6475-456F-8B6B-5BF17E80E139}" type="presOf" srcId="{9247856C-D1EC-443F-936D-CE12DBB4A1C8}" destId="{242DFC76-2C2F-4E5B-A434-3069E266996F}" srcOrd="0" destOrd="0" presId="urn:microsoft.com/office/officeart/2008/layout/HorizontalMultiLevelHierarchy"/>
    <dgm:cxn modelId="{90ACA8F1-75A4-4D9D-9A1A-4DE332DF7290}" srcId="{F8A4306D-2EA6-4060-9C81-584FC924A72D}" destId="{DDE09034-1577-4615-AE7A-187B4C369A9A}" srcOrd="6" destOrd="0" parTransId="{950148CB-A4C6-463D-AF37-AF261141D0EB}" sibTransId="{AF13E3D2-1026-4758-91E6-17B3CBDCA8B8}"/>
    <dgm:cxn modelId="{8F3368F5-F41B-4556-9C6D-DF069942DA84}" type="presOf" srcId="{07CF0387-B6A7-46F6-8D80-6515DE1A07FD}" destId="{F79FB1EC-FF45-40C7-BCB6-021087AEF7A4}" srcOrd="0" destOrd="0" presId="urn:microsoft.com/office/officeart/2008/layout/HorizontalMultiLevelHierarchy"/>
    <dgm:cxn modelId="{0784DBFA-D68E-4161-989A-37699ABFE704}" type="presOf" srcId="{8BE22E42-DB0A-4790-87BD-8B0CEA94CA04}" destId="{B1DAB71E-6E0D-4893-9248-FF2AC3D62576}" srcOrd="1" destOrd="0" presId="urn:microsoft.com/office/officeart/2008/layout/HorizontalMultiLevelHierarchy"/>
    <dgm:cxn modelId="{0AF3A6FB-F530-48B3-ABA1-B971A6D1AFA4}" type="presOf" srcId="{F8A4306D-2EA6-4060-9C81-584FC924A72D}" destId="{1A8C8775-11A9-4910-9DB9-4ADDC072442C}" srcOrd="0" destOrd="0" presId="urn:microsoft.com/office/officeart/2008/layout/HorizontalMultiLevelHierarchy"/>
    <dgm:cxn modelId="{486BDEFB-0292-4910-B218-9FD3F4D4D8FC}" type="presOf" srcId="{DC92EE81-E160-409C-8D57-13731F9F37AC}" destId="{81E432F6-3EF7-4549-811C-B578FA37B5ED}" srcOrd="1" destOrd="0" presId="urn:microsoft.com/office/officeart/2008/layout/HorizontalMultiLevelHierarchy"/>
    <dgm:cxn modelId="{CFE2B65B-86AA-4E3A-88F2-F13AD24FC2BB}" type="presParOf" srcId="{AB769FB9-81B7-4D88-8E0E-4605BD1B277C}" destId="{4EC09F46-69D8-4EC8-A3FD-B9943A6C53ED}" srcOrd="0" destOrd="0" presId="urn:microsoft.com/office/officeart/2008/layout/HorizontalMultiLevelHierarchy"/>
    <dgm:cxn modelId="{D0D39961-E81F-43E0-848D-6E3883E5C7F0}" type="presParOf" srcId="{4EC09F46-69D8-4EC8-A3FD-B9943A6C53ED}" destId="{1A8C8775-11A9-4910-9DB9-4ADDC072442C}" srcOrd="0" destOrd="0" presId="urn:microsoft.com/office/officeart/2008/layout/HorizontalMultiLevelHierarchy"/>
    <dgm:cxn modelId="{45C2B896-E73A-42BD-91F7-465753C899EC}" type="presParOf" srcId="{4EC09F46-69D8-4EC8-A3FD-B9943A6C53ED}" destId="{15760790-9539-44A9-A52D-58AB584996E5}" srcOrd="1" destOrd="0" presId="urn:microsoft.com/office/officeart/2008/layout/HorizontalMultiLevelHierarchy"/>
    <dgm:cxn modelId="{54AF2780-3CF3-4430-B35B-162FA3D5EF2B}" type="presParOf" srcId="{15760790-9539-44A9-A52D-58AB584996E5}" destId="{92090F43-5B4E-4749-BCAA-CA724B1D4710}" srcOrd="0" destOrd="0" presId="urn:microsoft.com/office/officeart/2008/layout/HorizontalMultiLevelHierarchy"/>
    <dgm:cxn modelId="{82D3F34F-A37B-404A-B2E4-9C94B5CAE127}" type="presParOf" srcId="{92090F43-5B4E-4749-BCAA-CA724B1D4710}" destId="{81E432F6-3EF7-4549-811C-B578FA37B5ED}" srcOrd="0" destOrd="0" presId="urn:microsoft.com/office/officeart/2008/layout/HorizontalMultiLevelHierarchy"/>
    <dgm:cxn modelId="{976C58F1-F60C-4A3B-9EF1-20F012813726}" type="presParOf" srcId="{15760790-9539-44A9-A52D-58AB584996E5}" destId="{72B2EE92-AB90-4A5C-9510-488C5A769220}" srcOrd="1" destOrd="0" presId="urn:microsoft.com/office/officeart/2008/layout/HorizontalMultiLevelHierarchy"/>
    <dgm:cxn modelId="{BABF0B55-9D85-4297-B0E3-C289D4ADD617}" type="presParOf" srcId="{72B2EE92-AB90-4A5C-9510-488C5A769220}" destId="{B2ADA6F2-50C6-4A88-AAA9-37F38027290A}" srcOrd="0" destOrd="0" presId="urn:microsoft.com/office/officeart/2008/layout/HorizontalMultiLevelHierarchy"/>
    <dgm:cxn modelId="{4FC91912-9639-48D3-A8A3-37B8E8611284}" type="presParOf" srcId="{72B2EE92-AB90-4A5C-9510-488C5A769220}" destId="{FCCA6175-AB58-4D81-9EEF-6F7407CF7161}" srcOrd="1" destOrd="0" presId="urn:microsoft.com/office/officeart/2008/layout/HorizontalMultiLevelHierarchy"/>
    <dgm:cxn modelId="{BF918AB0-BDEF-48B6-90C4-DDAADC1A60D8}" type="presParOf" srcId="{FCCA6175-AB58-4D81-9EEF-6F7407CF7161}" destId="{4B05A99A-E246-46F2-AB3A-026B7D4A2E61}" srcOrd="0" destOrd="0" presId="urn:microsoft.com/office/officeart/2008/layout/HorizontalMultiLevelHierarchy"/>
    <dgm:cxn modelId="{873D587E-E709-4A7B-B811-80AF1C572E66}" type="presParOf" srcId="{4B05A99A-E246-46F2-AB3A-026B7D4A2E61}" destId="{1A1833A3-A14C-49DB-8540-B7B88BCFFCBF}" srcOrd="0" destOrd="0" presId="urn:microsoft.com/office/officeart/2008/layout/HorizontalMultiLevelHierarchy"/>
    <dgm:cxn modelId="{31C06BE5-D4F8-414F-9C80-F0D6B94A876C}" type="presParOf" srcId="{FCCA6175-AB58-4D81-9EEF-6F7407CF7161}" destId="{33FB4D3F-7341-45AD-8221-ADB5A751C83D}" srcOrd="1" destOrd="0" presId="urn:microsoft.com/office/officeart/2008/layout/HorizontalMultiLevelHierarchy"/>
    <dgm:cxn modelId="{86C91FD9-FD4B-4614-B4AE-483AE2B8CD54}" type="presParOf" srcId="{33FB4D3F-7341-45AD-8221-ADB5A751C83D}" destId="{A4C45FEA-92CF-410A-BAE6-F2E78B0126BC}" srcOrd="0" destOrd="0" presId="urn:microsoft.com/office/officeart/2008/layout/HorizontalMultiLevelHierarchy"/>
    <dgm:cxn modelId="{DEDA4AF3-7C6B-4A3C-9700-6A035A0BFD74}" type="presParOf" srcId="{33FB4D3F-7341-45AD-8221-ADB5A751C83D}" destId="{02E653AD-846B-40EE-88C1-4A9603228BF4}" srcOrd="1" destOrd="0" presId="urn:microsoft.com/office/officeart/2008/layout/HorizontalMultiLevelHierarchy"/>
    <dgm:cxn modelId="{7E15AC51-1DD0-470F-B7CF-8C7FFF68AFE4}" type="presParOf" srcId="{15760790-9539-44A9-A52D-58AB584996E5}" destId="{F31F3F23-7C72-452A-ADC8-1CB2C7B14B46}" srcOrd="2" destOrd="0" presId="urn:microsoft.com/office/officeart/2008/layout/HorizontalMultiLevelHierarchy"/>
    <dgm:cxn modelId="{7B759357-7D9E-4D98-B698-5AADF5FF04A5}" type="presParOf" srcId="{F31F3F23-7C72-452A-ADC8-1CB2C7B14B46}" destId="{37CD627C-8293-4029-B114-AA7B7535644E}" srcOrd="0" destOrd="0" presId="urn:microsoft.com/office/officeart/2008/layout/HorizontalMultiLevelHierarchy"/>
    <dgm:cxn modelId="{78B78E70-112C-497E-87AA-543416FDE9E6}" type="presParOf" srcId="{15760790-9539-44A9-A52D-58AB584996E5}" destId="{81987734-CB8C-4533-9770-A4DA592EF4DF}" srcOrd="3" destOrd="0" presId="urn:microsoft.com/office/officeart/2008/layout/HorizontalMultiLevelHierarchy"/>
    <dgm:cxn modelId="{76254943-9F08-426A-A46C-E6D74A5C660F}" type="presParOf" srcId="{81987734-CB8C-4533-9770-A4DA592EF4DF}" destId="{8F7C36BE-E589-4461-8F16-778807C0B166}" srcOrd="0" destOrd="0" presId="urn:microsoft.com/office/officeart/2008/layout/HorizontalMultiLevelHierarchy"/>
    <dgm:cxn modelId="{90DD9C3E-307A-4207-839C-FE259FE7B326}" type="presParOf" srcId="{81987734-CB8C-4533-9770-A4DA592EF4DF}" destId="{3820E890-198B-4C85-958B-050818C8959F}" srcOrd="1" destOrd="0" presId="urn:microsoft.com/office/officeart/2008/layout/HorizontalMultiLevelHierarchy"/>
    <dgm:cxn modelId="{331A633B-CE63-4ECF-933E-89B9B0C0B259}" type="presParOf" srcId="{3820E890-198B-4C85-958B-050818C8959F}" destId="{AED007FA-37FB-4F86-89CC-6C075822185A}" srcOrd="0" destOrd="0" presId="urn:microsoft.com/office/officeart/2008/layout/HorizontalMultiLevelHierarchy"/>
    <dgm:cxn modelId="{DB73C536-6EAB-41C8-A86B-8453410A4F6D}" type="presParOf" srcId="{AED007FA-37FB-4F86-89CC-6C075822185A}" destId="{4E1697FD-949A-4496-B738-4CCBFEEB4FC9}" srcOrd="0" destOrd="0" presId="urn:microsoft.com/office/officeart/2008/layout/HorizontalMultiLevelHierarchy"/>
    <dgm:cxn modelId="{6BAC378B-6C14-4DE4-AB47-F3590B7771A4}" type="presParOf" srcId="{3820E890-198B-4C85-958B-050818C8959F}" destId="{B309A9B0-A9E6-4D25-B6A7-4C4990A8942E}" srcOrd="1" destOrd="0" presId="urn:microsoft.com/office/officeart/2008/layout/HorizontalMultiLevelHierarchy"/>
    <dgm:cxn modelId="{CECC40AA-4402-4C04-85E8-463C3E75330B}" type="presParOf" srcId="{B309A9B0-A9E6-4D25-B6A7-4C4990A8942E}" destId="{1940D8D1-D8D2-44B3-97F1-1DE66184A9F5}" srcOrd="0" destOrd="0" presId="urn:microsoft.com/office/officeart/2008/layout/HorizontalMultiLevelHierarchy"/>
    <dgm:cxn modelId="{59BE8958-FF2E-4174-AF89-5098CF5951FE}" type="presParOf" srcId="{B309A9B0-A9E6-4D25-B6A7-4C4990A8942E}" destId="{4DC3BA15-DFDF-48F3-9D40-2ACF7FB90C91}" srcOrd="1" destOrd="0" presId="urn:microsoft.com/office/officeart/2008/layout/HorizontalMultiLevelHierarchy"/>
    <dgm:cxn modelId="{7AB3264E-37C6-440F-AB1D-D13EE3D31B62}" type="presParOf" srcId="{15760790-9539-44A9-A52D-58AB584996E5}" destId="{E43A60A7-9DDF-42B2-A812-4D4F0F75076B}" srcOrd="4" destOrd="0" presId="urn:microsoft.com/office/officeart/2008/layout/HorizontalMultiLevelHierarchy"/>
    <dgm:cxn modelId="{460181F4-BC64-4087-9341-DB554186A217}" type="presParOf" srcId="{E43A60A7-9DDF-42B2-A812-4D4F0F75076B}" destId="{CE810C7E-C3EF-4168-95BF-2980E8095076}" srcOrd="0" destOrd="0" presId="urn:microsoft.com/office/officeart/2008/layout/HorizontalMultiLevelHierarchy"/>
    <dgm:cxn modelId="{6BAA7A6C-397C-4D89-B755-40EA0F54E3E0}" type="presParOf" srcId="{15760790-9539-44A9-A52D-58AB584996E5}" destId="{2FDCB53E-1839-42F6-B7BD-BFFEEA57B5F0}" srcOrd="5" destOrd="0" presId="urn:microsoft.com/office/officeart/2008/layout/HorizontalMultiLevelHierarchy"/>
    <dgm:cxn modelId="{34A87517-8F9A-402E-8A50-4F9D50419F0D}" type="presParOf" srcId="{2FDCB53E-1839-42F6-B7BD-BFFEEA57B5F0}" destId="{32ACC1F6-D5B9-4CEA-991A-2E04658BD206}" srcOrd="0" destOrd="0" presId="urn:microsoft.com/office/officeart/2008/layout/HorizontalMultiLevelHierarchy"/>
    <dgm:cxn modelId="{73CF88C9-665C-48DF-8322-A086F355E7F9}" type="presParOf" srcId="{2FDCB53E-1839-42F6-B7BD-BFFEEA57B5F0}" destId="{B74E96B9-7929-453A-8253-F93A52E48265}" srcOrd="1" destOrd="0" presId="urn:microsoft.com/office/officeart/2008/layout/HorizontalMultiLevelHierarchy"/>
    <dgm:cxn modelId="{226A7BE6-3AB9-4AB7-B33B-2EDB072B5F3D}" type="presParOf" srcId="{B74E96B9-7929-453A-8253-F93A52E48265}" destId="{B2B4A0BD-CC93-4FCA-BF75-A830AFB73DEC}" srcOrd="0" destOrd="0" presId="urn:microsoft.com/office/officeart/2008/layout/HorizontalMultiLevelHierarchy"/>
    <dgm:cxn modelId="{AC8D1DC4-23F4-48CC-AE97-4BEF23B6FCD6}" type="presParOf" srcId="{B2B4A0BD-CC93-4FCA-BF75-A830AFB73DEC}" destId="{C8CAE5BF-C719-4C4D-9AE0-77BA947CFC9F}" srcOrd="0" destOrd="0" presId="urn:microsoft.com/office/officeart/2008/layout/HorizontalMultiLevelHierarchy"/>
    <dgm:cxn modelId="{8105C0E7-9572-4362-ADE6-A85A8E57789E}" type="presParOf" srcId="{B74E96B9-7929-453A-8253-F93A52E48265}" destId="{5231981C-03B0-450C-944E-E012795E1ACC}" srcOrd="1" destOrd="0" presId="urn:microsoft.com/office/officeart/2008/layout/HorizontalMultiLevelHierarchy"/>
    <dgm:cxn modelId="{7A8F61D7-0FD4-4517-9D7B-93C30BF8CC10}" type="presParOf" srcId="{5231981C-03B0-450C-944E-E012795E1ACC}" destId="{628A2A3E-5D89-4597-B4EF-9A03E6CD111F}" srcOrd="0" destOrd="0" presId="urn:microsoft.com/office/officeart/2008/layout/HorizontalMultiLevelHierarchy"/>
    <dgm:cxn modelId="{3DE6E39D-8B5E-438B-92AC-F46AA874B38F}" type="presParOf" srcId="{5231981C-03B0-450C-944E-E012795E1ACC}" destId="{2A01DE46-9362-4F1A-AB54-B6FA4E5B9E4B}" srcOrd="1" destOrd="0" presId="urn:microsoft.com/office/officeart/2008/layout/HorizontalMultiLevelHierarchy"/>
    <dgm:cxn modelId="{18B5D213-4921-4FDC-9834-3F0859A9D94A}" type="presParOf" srcId="{15760790-9539-44A9-A52D-58AB584996E5}" destId="{FA624BE1-9ACC-4E7D-9F6D-BDD9E6D78BF6}" srcOrd="6" destOrd="0" presId="urn:microsoft.com/office/officeart/2008/layout/HorizontalMultiLevelHierarchy"/>
    <dgm:cxn modelId="{5DB540A2-2C2B-4C69-8022-89BCC4EA0C41}" type="presParOf" srcId="{FA624BE1-9ACC-4E7D-9F6D-BDD9E6D78BF6}" destId="{B1DAB71E-6E0D-4893-9248-FF2AC3D62576}" srcOrd="0" destOrd="0" presId="urn:microsoft.com/office/officeart/2008/layout/HorizontalMultiLevelHierarchy"/>
    <dgm:cxn modelId="{B34C3F67-2CC6-4D61-9BDF-D5A8B947372B}" type="presParOf" srcId="{15760790-9539-44A9-A52D-58AB584996E5}" destId="{39B18842-E86C-4A21-9358-DDBD88C9AE12}" srcOrd="7" destOrd="0" presId="urn:microsoft.com/office/officeart/2008/layout/HorizontalMultiLevelHierarchy"/>
    <dgm:cxn modelId="{EDAAF27E-59E0-46A6-B5FC-B086D11F69CC}" type="presParOf" srcId="{39B18842-E86C-4A21-9358-DDBD88C9AE12}" destId="{BEDCAB73-F473-4593-A1D1-34DA9B04C965}" srcOrd="0" destOrd="0" presId="urn:microsoft.com/office/officeart/2008/layout/HorizontalMultiLevelHierarchy"/>
    <dgm:cxn modelId="{713832A7-9CCF-4F0C-9CAF-DB7069419BAD}" type="presParOf" srcId="{39B18842-E86C-4A21-9358-DDBD88C9AE12}" destId="{EC061381-D743-43E7-A907-6CB83D1DEB83}" srcOrd="1" destOrd="0" presId="urn:microsoft.com/office/officeart/2008/layout/HorizontalMultiLevelHierarchy"/>
    <dgm:cxn modelId="{EE3D2654-6CCA-454F-B152-223CD155D6FD}" type="presParOf" srcId="{EC061381-D743-43E7-A907-6CB83D1DEB83}" destId="{8CC5F557-42F1-4B0B-AC0D-0C0CBF6ED1B3}" srcOrd="0" destOrd="0" presId="urn:microsoft.com/office/officeart/2008/layout/HorizontalMultiLevelHierarchy"/>
    <dgm:cxn modelId="{702DCD3C-92EB-4B81-86E1-D7A25231416F}" type="presParOf" srcId="{8CC5F557-42F1-4B0B-AC0D-0C0CBF6ED1B3}" destId="{E585CA63-65E2-4911-8756-8FE26BB94D1B}" srcOrd="0" destOrd="0" presId="urn:microsoft.com/office/officeart/2008/layout/HorizontalMultiLevelHierarchy"/>
    <dgm:cxn modelId="{7B169FD2-99F9-4427-93B9-4693120B1948}" type="presParOf" srcId="{EC061381-D743-43E7-A907-6CB83D1DEB83}" destId="{374F112A-1E22-4716-B446-29EF895994F2}" srcOrd="1" destOrd="0" presId="urn:microsoft.com/office/officeart/2008/layout/HorizontalMultiLevelHierarchy"/>
    <dgm:cxn modelId="{B9EF9B0D-7FFE-4092-BC8A-3ED7AEC4943C}" type="presParOf" srcId="{374F112A-1E22-4716-B446-29EF895994F2}" destId="{BF0809FD-2D3B-44DC-9B5F-F7279B419970}" srcOrd="0" destOrd="0" presId="urn:microsoft.com/office/officeart/2008/layout/HorizontalMultiLevelHierarchy"/>
    <dgm:cxn modelId="{4C29A23F-192C-4991-A129-1063EBCF0DBE}" type="presParOf" srcId="{374F112A-1E22-4716-B446-29EF895994F2}" destId="{0C66CF0C-2C64-4CB0-A1FC-B43CAF637CB7}" srcOrd="1" destOrd="0" presId="urn:microsoft.com/office/officeart/2008/layout/HorizontalMultiLevelHierarchy"/>
    <dgm:cxn modelId="{988C64EB-4606-47FC-828A-5A528B376802}" type="presParOf" srcId="{15760790-9539-44A9-A52D-58AB584996E5}" destId="{FE9BAB8F-E46F-4F0B-9F5C-E8662C1E6217}" srcOrd="8" destOrd="0" presId="urn:microsoft.com/office/officeart/2008/layout/HorizontalMultiLevelHierarchy"/>
    <dgm:cxn modelId="{316A7C19-5C31-4B04-A310-3F20E4ADF639}" type="presParOf" srcId="{FE9BAB8F-E46F-4F0B-9F5C-E8662C1E6217}" destId="{BF41CCA9-4415-4941-A18B-00E2CD618542}" srcOrd="0" destOrd="0" presId="urn:microsoft.com/office/officeart/2008/layout/HorizontalMultiLevelHierarchy"/>
    <dgm:cxn modelId="{B9B673DC-C9F1-4E7A-9248-29F81438A301}" type="presParOf" srcId="{15760790-9539-44A9-A52D-58AB584996E5}" destId="{793784E1-95B3-48EF-A4BD-64F431A89F0C}" srcOrd="9" destOrd="0" presId="urn:microsoft.com/office/officeart/2008/layout/HorizontalMultiLevelHierarchy"/>
    <dgm:cxn modelId="{3E873165-AE8C-4BDC-880A-41DA61FB22BA}" type="presParOf" srcId="{793784E1-95B3-48EF-A4BD-64F431A89F0C}" destId="{DAE82DBF-0D60-41F0-896E-3650DCF6B75A}" srcOrd="0" destOrd="0" presId="urn:microsoft.com/office/officeart/2008/layout/HorizontalMultiLevelHierarchy"/>
    <dgm:cxn modelId="{B40795F3-2DC2-4E33-A8A8-6400D7CC8B26}" type="presParOf" srcId="{793784E1-95B3-48EF-A4BD-64F431A89F0C}" destId="{886F5094-6F41-45A7-A523-4206CD241528}" srcOrd="1" destOrd="0" presId="urn:microsoft.com/office/officeart/2008/layout/HorizontalMultiLevelHierarchy"/>
    <dgm:cxn modelId="{F69872F8-45E8-4F3A-9D21-CF39FA8FE224}" type="presParOf" srcId="{886F5094-6F41-45A7-A523-4206CD241528}" destId="{242DFC76-2C2F-4E5B-A434-3069E266996F}" srcOrd="0" destOrd="0" presId="urn:microsoft.com/office/officeart/2008/layout/HorizontalMultiLevelHierarchy"/>
    <dgm:cxn modelId="{F43EF928-BDCC-4656-97AD-566D7BDD85E2}" type="presParOf" srcId="{242DFC76-2C2F-4E5B-A434-3069E266996F}" destId="{74B3A296-039B-4BED-BB61-0FBB83070830}" srcOrd="0" destOrd="0" presId="urn:microsoft.com/office/officeart/2008/layout/HorizontalMultiLevelHierarchy"/>
    <dgm:cxn modelId="{501A9DCF-F3CF-4F9D-819B-F6814AB6B4D6}" type="presParOf" srcId="{886F5094-6F41-45A7-A523-4206CD241528}" destId="{E915C2A4-D7E7-4FE9-B6D3-EB9C04A7D83D}" srcOrd="1" destOrd="0" presId="urn:microsoft.com/office/officeart/2008/layout/HorizontalMultiLevelHierarchy"/>
    <dgm:cxn modelId="{70AA7C77-1F37-4E50-B0E5-B0E4558B32BA}" type="presParOf" srcId="{E915C2A4-D7E7-4FE9-B6D3-EB9C04A7D83D}" destId="{28608C39-3F6E-4FF4-B46E-25405EEBF80D}" srcOrd="0" destOrd="0" presId="urn:microsoft.com/office/officeart/2008/layout/HorizontalMultiLevelHierarchy"/>
    <dgm:cxn modelId="{BF0AEB96-2CDA-469A-9FFC-9DA789CC8E3E}" type="presParOf" srcId="{E915C2A4-D7E7-4FE9-B6D3-EB9C04A7D83D}" destId="{26160947-2AE9-4FC0-9084-1CB0F9F67213}" srcOrd="1" destOrd="0" presId="urn:microsoft.com/office/officeart/2008/layout/HorizontalMultiLevelHierarchy"/>
    <dgm:cxn modelId="{5CA40F30-618C-40E8-865F-7BF69E28D077}" type="presParOf" srcId="{15760790-9539-44A9-A52D-58AB584996E5}" destId="{F7C38909-BE07-464E-834D-BDCFBA258100}" srcOrd="10" destOrd="0" presId="urn:microsoft.com/office/officeart/2008/layout/HorizontalMultiLevelHierarchy"/>
    <dgm:cxn modelId="{8035E667-56B8-4562-BCAC-33D9055A2BE7}" type="presParOf" srcId="{F7C38909-BE07-464E-834D-BDCFBA258100}" destId="{2D59348E-CC92-4EDA-8DAB-F0153DE00DFE}" srcOrd="0" destOrd="0" presId="urn:microsoft.com/office/officeart/2008/layout/HorizontalMultiLevelHierarchy"/>
    <dgm:cxn modelId="{EAF04F71-DD10-4A41-B818-3160F38EBF7B}" type="presParOf" srcId="{15760790-9539-44A9-A52D-58AB584996E5}" destId="{09E3E5F7-6710-42A6-8755-1B392952BE7A}" srcOrd="11" destOrd="0" presId="urn:microsoft.com/office/officeart/2008/layout/HorizontalMultiLevelHierarchy"/>
    <dgm:cxn modelId="{9F719C7C-D897-4740-862B-C79B99C0D561}" type="presParOf" srcId="{09E3E5F7-6710-42A6-8755-1B392952BE7A}" destId="{FDF91A2A-2A66-4C6C-A86A-CDF4326DA8EE}" srcOrd="0" destOrd="0" presId="urn:microsoft.com/office/officeart/2008/layout/HorizontalMultiLevelHierarchy"/>
    <dgm:cxn modelId="{FD7E149A-37C4-4308-997E-F67B23F595E9}" type="presParOf" srcId="{09E3E5F7-6710-42A6-8755-1B392952BE7A}" destId="{CF943F71-00A5-4A37-9AA2-340A74FF6AAC}" srcOrd="1" destOrd="0" presId="urn:microsoft.com/office/officeart/2008/layout/HorizontalMultiLevelHierarchy"/>
    <dgm:cxn modelId="{9D880257-D3FE-46BB-9ED8-2937EFD9658D}" type="presParOf" srcId="{CF943F71-00A5-4A37-9AA2-340A74FF6AAC}" destId="{23D8B84C-DB91-4AEA-97CC-CAEF5977E10D}" srcOrd="0" destOrd="0" presId="urn:microsoft.com/office/officeart/2008/layout/HorizontalMultiLevelHierarchy"/>
    <dgm:cxn modelId="{E9912B87-A726-4C64-A0F1-E0B40D8E97AB}" type="presParOf" srcId="{23D8B84C-DB91-4AEA-97CC-CAEF5977E10D}" destId="{7FFF7573-A8D6-42B9-9666-DB5CFBDC6547}" srcOrd="0" destOrd="0" presId="urn:microsoft.com/office/officeart/2008/layout/HorizontalMultiLevelHierarchy"/>
    <dgm:cxn modelId="{20C49B45-741B-4A2A-85FB-0B75CC6EB5E3}" type="presParOf" srcId="{CF943F71-00A5-4A37-9AA2-340A74FF6AAC}" destId="{521A8223-8E74-441D-ACBA-482867AB3D23}" srcOrd="1" destOrd="0" presId="urn:microsoft.com/office/officeart/2008/layout/HorizontalMultiLevelHierarchy"/>
    <dgm:cxn modelId="{6CA00F95-5BA9-4D16-8AB2-BE85B8C761E6}" type="presParOf" srcId="{521A8223-8E74-441D-ACBA-482867AB3D23}" destId="{90A1B84C-1E56-49A9-89CD-6FECF2BA6A56}" srcOrd="0" destOrd="0" presId="urn:microsoft.com/office/officeart/2008/layout/HorizontalMultiLevelHierarchy"/>
    <dgm:cxn modelId="{399DEE8F-15D9-4A22-B1F3-9E21F1BD55D6}" type="presParOf" srcId="{521A8223-8E74-441D-ACBA-482867AB3D23}" destId="{D1329FED-B27A-46B6-AE43-3C67A89004F0}" srcOrd="1" destOrd="0" presId="urn:microsoft.com/office/officeart/2008/layout/HorizontalMultiLevelHierarchy"/>
    <dgm:cxn modelId="{AB3BF631-B0AE-422E-8FDC-3E6C787E7CD1}" type="presParOf" srcId="{15760790-9539-44A9-A52D-58AB584996E5}" destId="{EA21B7AA-9486-4067-B349-50CE4D95F9B9}" srcOrd="12" destOrd="0" presId="urn:microsoft.com/office/officeart/2008/layout/HorizontalMultiLevelHierarchy"/>
    <dgm:cxn modelId="{FAB9CC3A-2AE5-4CFF-873C-1C2914C96D2D}" type="presParOf" srcId="{EA21B7AA-9486-4067-B349-50CE4D95F9B9}" destId="{46C640A8-4221-49EA-B21F-B4D90F5A805F}" srcOrd="0" destOrd="0" presId="urn:microsoft.com/office/officeart/2008/layout/HorizontalMultiLevelHierarchy"/>
    <dgm:cxn modelId="{65D54325-A7F5-4D0A-B58F-DEB2D151366E}" type="presParOf" srcId="{15760790-9539-44A9-A52D-58AB584996E5}" destId="{CBEFB087-3B44-44CC-8A65-30A263DE3FA7}" srcOrd="13" destOrd="0" presId="urn:microsoft.com/office/officeart/2008/layout/HorizontalMultiLevelHierarchy"/>
    <dgm:cxn modelId="{B7EEC979-8E7F-465B-B17C-7C002CF015DE}" type="presParOf" srcId="{CBEFB087-3B44-44CC-8A65-30A263DE3FA7}" destId="{C3BAA938-E657-4B3A-9C99-A24D140B8CBB}" srcOrd="0" destOrd="0" presId="urn:microsoft.com/office/officeart/2008/layout/HorizontalMultiLevelHierarchy"/>
    <dgm:cxn modelId="{8BFDC1C4-41D6-4A11-9E42-80EAA74E172B}" type="presParOf" srcId="{CBEFB087-3B44-44CC-8A65-30A263DE3FA7}" destId="{803DB0ED-84B8-46AD-A2BD-DD3B28A4BD05}" srcOrd="1" destOrd="0" presId="urn:microsoft.com/office/officeart/2008/layout/HorizontalMultiLevelHierarchy"/>
    <dgm:cxn modelId="{E2C7B044-1222-43CF-8CEF-7AEA9245CAFD}" type="presParOf" srcId="{803DB0ED-84B8-46AD-A2BD-DD3B28A4BD05}" destId="{BDCFE27E-26F6-4FD4-8AE4-8BC51FEBD9BF}" srcOrd="0" destOrd="0" presId="urn:microsoft.com/office/officeart/2008/layout/HorizontalMultiLevelHierarchy"/>
    <dgm:cxn modelId="{877A9BB2-5BDF-4B40-B798-C9EE63C73F6A}" type="presParOf" srcId="{BDCFE27E-26F6-4FD4-8AE4-8BC51FEBD9BF}" destId="{BE53E4A3-A7BA-474B-AAD8-631FD88E8582}" srcOrd="0" destOrd="0" presId="urn:microsoft.com/office/officeart/2008/layout/HorizontalMultiLevelHierarchy"/>
    <dgm:cxn modelId="{EBCB51FC-6094-4AEC-B9AA-6A4C255A7B25}" type="presParOf" srcId="{803DB0ED-84B8-46AD-A2BD-DD3B28A4BD05}" destId="{7CFB584A-284A-463D-8F4D-F9C229B8245A}" srcOrd="1" destOrd="0" presId="urn:microsoft.com/office/officeart/2008/layout/HorizontalMultiLevelHierarchy"/>
    <dgm:cxn modelId="{3071CEB4-9E7E-47B4-BBC2-A77943D16CD7}" type="presParOf" srcId="{7CFB584A-284A-463D-8F4D-F9C229B8245A}" destId="{F8F523A0-50B5-49B0-870A-BBD6A436C9F3}" srcOrd="0" destOrd="0" presId="urn:microsoft.com/office/officeart/2008/layout/HorizontalMultiLevelHierarchy"/>
    <dgm:cxn modelId="{F8C1B382-7BBA-4D46-BC40-35E2DAE101BF}" type="presParOf" srcId="{7CFB584A-284A-463D-8F4D-F9C229B8245A}" destId="{A265BCA6-A9E8-4BB4-BF49-1AA28A2546EF}" srcOrd="1" destOrd="0" presId="urn:microsoft.com/office/officeart/2008/layout/HorizontalMultiLevelHierarchy"/>
    <dgm:cxn modelId="{95EF7CD3-2D88-459E-9044-A4BE8002F78A}" type="presParOf" srcId="{15760790-9539-44A9-A52D-58AB584996E5}" destId="{E7448DA2-ABEA-4A21-9757-53D581D7F3FD}" srcOrd="14" destOrd="0" presId="urn:microsoft.com/office/officeart/2008/layout/HorizontalMultiLevelHierarchy"/>
    <dgm:cxn modelId="{C7982213-612E-4E57-89FE-A7BADACD52BA}" type="presParOf" srcId="{E7448DA2-ABEA-4A21-9757-53D581D7F3FD}" destId="{E3D0D3B2-09CA-4905-A15A-B5077E79086E}" srcOrd="0" destOrd="0" presId="urn:microsoft.com/office/officeart/2008/layout/HorizontalMultiLevelHierarchy"/>
    <dgm:cxn modelId="{7531DEBD-FFCD-4605-947F-27938CD77455}" type="presParOf" srcId="{15760790-9539-44A9-A52D-58AB584996E5}" destId="{1A5AA4F0-CBA6-4DC1-BA95-294FA49D68E6}" srcOrd="15" destOrd="0" presId="urn:microsoft.com/office/officeart/2008/layout/HorizontalMultiLevelHierarchy"/>
    <dgm:cxn modelId="{90E1D2C8-BDD3-4234-B6DE-44EC3B9D0F81}" type="presParOf" srcId="{1A5AA4F0-CBA6-4DC1-BA95-294FA49D68E6}" destId="{F79FB1EC-FF45-40C7-BCB6-021087AEF7A4}" srcOrd="0" destOrd="0" presId="urn:microsoft.com/office/officeart/2008/layout/HorizontalMultiLevelHierarchy"/>
    <dgm:cxn modelId="{62A2045D-ECDC-4E77-9A4F-1A037F510C52}" type="presParOf" srcId="{1A5AA4F0-CBA6-4DC1-BA95-294FA49D68E6}" destId="{D8836E39-B4A4-4487-81A7-7BAB37E5BE9D}" srcOrd="1" destOrd="0" presId="urn:microsoft.com/office/officeart/2008/layout/HorizontalMultiLevelHierarchy"/>
    <dgm:cxn modelId="{3D69FF9A-490D-4634-A599-59BCF2E54341}" type="presParOf" srcId="{D8836E39-B4A4-4487-81A7-7BAB37E5BE9D}" destId="{0D8E187A-7BFB-4E86-8920-897B6EBBCC7D}" srcOrd="0" destOrd="0" presId="urn:microsoft.com/office/officeart/2008/layout/HorizontalMultiLevelHierarchy"/>
    <dgm:cxn modelId="{B1703D0B-7AF5-4862-B455-73DB88909B99}" type="presParOf" srcId="{0D8E187A-7BFB-4E86-8920-897B6EBBCC7D}" destId="{8DCBB455-9808-4CB7-8DB9-5E8D68607B45}" srcOrd="0" destOrd="0" presId="urn:microsoft.com/office/officeart/2008/layout/HorizontalMultiLevelHierarchy"/>
    <dgm:cxn modelId="{A2925561-BCFB-4163-A02D-66C49CCA801F}" type="presParOf" srcId="{D8836E39-B4A4-4487-81A7-7BAB37E5BE9D}" destId="{6D16900C-6DB7-48C3-A7D0-561CAEE972C0}" srcOrd="1" destOrd="0" presId="urn:microsoft.com/office/officeart/2008/layout/HorizontalMultiLevelHierarchy"/>
    <dgm:cxn modelId="{07B84585-FC88-43B2-A4E9-96C5A44F1B28}" type="presParOf" srcId="{6D16900C-6DB7-48C3-A7D0-561CAEE972C0}" destId="{676AE3D0-5F4C-4EE7-B7E9-D1E6FBA3729D}" srcOrd="0" destOrd="0" presId="urn:microsoft.com/office/officeart/2008/layout/HorizontalMultiLevelHierarchy"/>
    <dgm:cxn modelId="{D6A2566D-AED1-4C26-BC10-C9B45E01F058}" type="presParOf" srcId="{6D16900C-6DB7-48C3-A7D0-561CAEE972C0}" destId="{5E927D94-D12B-44F7-9F08-27A62E0A8AEC}" srcOrd="1" destOrd="0" presId="urn:microsoft.com/office/officeart/2008/layout/HorizontalMultiLevelHierarchy"/>
    <dgm:cxn modelId="{A860C4EE-CBAE-4D07-81B6-BE839ECDEB46}" type="presParOf" srcId="{15760790-9539-44A9-A52D-58AB584996E5}" destId="{88664CCB-9214-4D82-86B3-EFDDCFEAF4FB}" srcOrd="16" destOrd="0" presId="urn:microsoft.com/office/officeart/2008/layout/HorizontalMultiLevelHierarchy"/>
    <dgm:cxn modelId="{FD807C35-309C-4BB0-9DF6-CFA16576E6F7}" type="presParOf" srcId="{88664CCB-9214-4D82-86B3-EFDDCFEAF4FB}" destId="{EE83F653-B2FA-4D4B-85D3-D5575E7023AC}" srcOrd="0" destOrd="0" presId="urn:microsoft.com/office/officeart/2008/layout/HorizontalMultiLevelHierarchy"/>
    <dgm:cxn modelId="{1DE63412-E6EC-4A36-81CB-DC749D3C2BE0}" type="presParOf" srcId="{15760790-9539-44A9-A52D-58AB584996E5}" destId="{9F7A3BE1-8606-43FD-B7EE-7A3DFB935645}" srcOrd="17" destOrd="0" presId="urn:microsoft.com/office/officeart/2008/layout/HorizontalMultiLevelHierarchy"/>
    <dgm:cxn modelId="{8F132370-6A5D-4DBD-A19C-5883990E7ADE}" type="presParOf" srcId="{9F7A3BE1-8606-43FD-B7EE-7A3DFB935645}" destId="{93341C07-B5F1-4CC7-BB14-0920D0E784AE}" srcOrd="0" destOrd="0" presId="urn:microsoft.com/office/officeart/2008/layout/HorizontalMultiLevelHierarchy"/>
    <dgm:cxn modelId="{72C82EC4-C2AC-4E2C-AEB3-20A10BF74CAD}" type="presParOf" srcId="{9F7A3BE1-8606-43FD-B7EE-7A3DFB935645}" destId="{6D0F1497-A2DD-48C8-9967-E8CCD380CFE3}" srcOrd="1" destOrd="0" presId="urn:microsoft.com/office/officeart/2008/layout/HorizontalMultiLevelHierarchy"/>
    <dgm:cxn modelId="{5B55D798-F699-4470-82FE-2C5A271F9B4B}" type="presParOf" srcId="{6D0F1497-A2DD-48C8-9967-E8CCD380CFE3}" destId="{35E7EF1D-6146-4506-8EDE-65ACDE987B1F}" srcOrd="0" destOrd="0" presId="urn:microsoft.com/office/officeart/2008/layout/HorizontalMultiLevelHierarchy"/>
    <dgm:cxn modelId="{32BD0822-4675-4299-9BA7-7D9947AA422C}" type="presParOf" srcId="{35E7EF1D-6146-4506-8EDE-65ACDE987B1F}" destId="{1C84CC54-3924-4BEC-8A67-8AE6C71DC410}" srcOrd="0" destOrd="0" presId="urn:microsoft.com/office/officeart/2008/layout/HorizontalMultiLevelHierarchy"/>
    <dgm:cxn modelId="{41EF524F-CC3E-4968-B748-1A17D8B591A3}" type="presParOf" srcId="{6D0F1497-A2DD-48C8-9967-E8CCD380CFE3}" destId="{69C64E1E-D40F-4B48-9D22-81718089A58F}" srcOrd="1" destOrd="0" presId="urn:microsoft.com/office/officeart/2008/layout/HorizontalMultiLevelHierarchy"/>
    <dgm:cxn modelId="{E5129D36-16A9-434C-AB07-64947639FB89}" type="presParOf" srcId="{69C64E1E-D40F-4B48-9D22-81718089A58F}" destId="{64157383-8302-466E-B954-AC5434009D24}" srcOrd="0" destOrd="0" presId="urn:microsoft.com/office/officeart/2008/layout/HorizontalMultiLevelHierarchy"/>
    <dgm:cxn modelId="{79DB3776-0C95-4C77-ADD7-6B887D614FB2}" type="presParOf" srcId="{69C64E1E-D40F-4B48-9D22-81718089A58F}" destId="{B6C93CC5-B961-4E3E-81AA-3CA24892CC1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Tenencia</a:t>
          </a:r>
          <a:endParaRPr lang="es-EC" dirty="0">
            <a:solidFill>
              <a:schemeClr val="bg1"/>
            </a:solidFill>
          </a:endParaRP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Seguros / Asistencia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Crédito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43C2C9CE-FB6B-4922-B62F-24129D0D74FE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Póliza</a:t>
          </a:r>
        </a:p>
      </dgm:t>
    </dgm:pt>
    <dgm:pt modelId="{062E7DA8-0F4D-4255-95A1-57CEFA146D1D}" type="par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182848E-C2F4-4CEA-ACAA-6EAAFCE1EE4B}" type="sib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B2DB83ED-41AF-4BCB-925B-2B612D563F67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Ahorro Meta</a:t>
          </a:r>
        </a:p>
      </dgm:t>
    </dgm:pt>
    <dgm:pt modelId="{D61E1BDC-FFB4-4FDA-9F8F-A2D38A22FC13}" type="par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5BE9560-3EDF-4CB5-9220-16F25EFEC07F}" type="sib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DE09034-1577-4615-AE7A-187B4C369A9A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Hipotecario</a:t>
          </a:r>
        </a:p>
      </dgm:t>
    </dgm:pt>
    <dgm:pt modelId="{950148CB-A4C6-463D-AF37-AF261141D0EB}" type="par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F13E3D2-1026-4758-91E6-17B3CBDCA8B8}" type="sib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16B2B0C0-D172-4654-9D99-D2852EC4CFA1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ABF374F2-4CB1-46B4-979A-ECBEBF9BAFA7}" type="parTrans" cxnId="{25547487-328F-440B-BAEB-810D7AD4B2F5}">
      <dgm:prSet/>
      <dgm:spPr/>
      <dgm:t>
        <a:bodyPr/>
        <a:lstStyle/>
        <a:p>
          <a:endParaRPr lang="es-EC"/>
        </a:p>
      </dgm:t>
    </dgm:pt>
    <dgm:pt modelId="{E73ED498-8077-4B2E-A102-0F674DEBEF33}" type="sibTrans" cxnId="{25547487-328F-440B-BAEB-810D7AD4B2F5}">
      <dgm:prSet/>
      <dgm:spPr/>
      <dgm:t>
        <a:bodyPr/>
        <a:lstStyle/>
        <a:p>
          <a:endParaRPr lang="es-EC"/>
        </a:p>
      </dgm:t>
    </dgm:pt>
    <dgm:pt modelId="{7BCB4F2B-2C0E-403F-AF3F-F4997559D7C2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7F110B8-7B2B-427D-86A9-ACF09412107A}" type="parTrans" cxnId="{C614FA9D-7651-4335-8B83-28FF67641906}">
      <dgm:prSet/>
      <dgm:spPr/>
      <dgm:t>
        <a:bodyPr/>
        <a:lstStyle/>
        <a:p>
          <a:endParaRPr lang="es-EC"/>
        </a:p>
      </dgm:t>
    </dgm:pt>
    <dgm:pt modelId="{A428F139-A0A2-4747-896E-814EFD403340}" type="sibTrans" cxnId="{C614FA9D-7651-4335-8B83-28FF67641906}">
      <dgm:prSet/>
      <dgm:spPr/>
      <dgm:t>
        <a:bodyPr/>
        <a:lstStyle/>
        <a:p>
          <a:endParaRPr lang="es-EC"/>
        </a:p>
      </dgm:t>
    </dgm:pt>
    <dgm:pt modelId="{4449019E-5F48-4C4E-BEBB-1DC854A2EBB0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035DED43-4AA7-49AB-88CC-E9BBDECE6F7C}" type="parTrans" cxnId="{0CAA1325-70BB-430E-9F7F-5A8908DCC41B}">
      <dgm:prSet/>
      <dgm:spPr/>
      <dgm:t>
        <a:bodyPr/>
        <a:lstStyle/>
        <a:p>
          <a:endParaRPr lang="es-EC"/>
        </a:p>
      </dgm:t>
    </dgm:pt>
    <dgm:pt modelId="{8929A8A5-0F1E-497B-BC5D-05F6AA0DF934}" type="sibTrans" cxnId="{0CAA1325-70BB-430E-9F7F-5A8908DCC41B}">
      <dgm:prSet/>
      <dgm:spPr/>
      <dgm:t>
        <a:bodyPr/>
        <a:lstStyle/>
        <a:p>
          <a:endParaRPr lang="es-EC"/>
        </a:p>
      </dgm:t>
    </dgm:pt>
    <dgm:pt modelId="{0313EB74-B429-4CB9-95F6-8CFB81B76C68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EE00837F-B3CC-4783-9F8D-A80C3597D639}" type="parTrans" cxnId="{5EF81C63-3E1B-4896-B45B-A6114D3397A0}">
      <dgm:prSet/>
      <dgm:spPr/>
      <dgm:t>
        <a:bodyPr/>
        <a:lstStyle/>
        <a:p>
          <a:endParaRPr lang="es-EC"/>
        </a:p>
      </dgm:t>
    </dgm:pt>
    <dgm:pt modelId="{8E89B44C-C8BC-4ED1-99BF-47794AC7AAFD}" type="sibTrans" cxnId="{5EF81C63-3E1B-4896-B45B-A6114D3397A0}">
      <dgm:prSet/>
      <dgm:spPr/>
      <dgm:t>
        <a:bodyPr/>
        <a:lstStyle/>
        <a:p>
          <a:endParaRPr lang="es-EC"/>
        </a:p>
      </dgm:t>
    </dgm:pt>
    <dgm:pt modelId="{E1E94D8E-E4FD-4240-9ADC-9844FA970D07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9247856C-D1EC-443F-936D-CE12DBB4A1C8}" type="parTrans" cxnId="{575109A1-4D70-41A7-BACB-8349B82E8E8E}">
      <dgm:prSet/>
      <dgm:spPr/>
      <dgm:t>
        <a:bodyPr/>
        <a:lstStyle/>
        <a:p>
          <a:endParaRPr lang="es-EC"/>
        </a:p>
      </dgm:t>
    </dgm:pt>
    <dgm:pt modelId="{EAF3BE1C-EC4A-438E-B22E-A2F621206E3A}" type="sibTrans" cxnId="{575109A1-4D70-41A7-BACB-8349B82E8E8E}">
      <dgm:prSet/>
      <dgm:spPr/>
      <dgm:t>
        <a:bodyPr/>
        <a:lstStyle/>
        <a:p>
          <a:endParaRPr lang="es-EC"/>
        </a:p>
      </dgm:t>
    </dgm:pt>
    <dgm:pt modelId="{A3A1FE8C-7496-49F8-B766-DCCAF30981BE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1</a:t>
          </a:r>
        </a:p>
      </dgm:t>
    </dgm:pt>
    <dgm:pt modelId="{6DA1D3B5-533B-4BAD-A41D-E908CB0F7727}" type="parTrans" cxnId="{D4DCDC2C-2A5A-40B2-8839-5031AA3B5608}">
      <dgm:prSet/>
      <dgm:spPr/>
      <dgm:t>
        <a:bodyPr/>
        <a:lstStyle/>
        <a:p>
          <a:endParaRPr lang="es-EC"/>
        </a:p>
      </dgm:t>
    </dgm:pt>
    <dgm:pt modelId="{D21EB412-8B64-4513-B7A8-9C633DAE8C99}" type="sibTrans" cxnId="{D4DCDC2C-2A5A-40B2-8839-5031AA3B5608}">
      <dgm:prSet/>
      <dgm:spPr/>
      <dgm:t>
        <a:bodyPr/>
        <a:lstStyle/>
        <a:p>
          <a:endParaRPr lang="es-EC"/>
        </a:p>
      </dgm:t>
    </dgm:pt>
    <dgm:pt modelId="{76E5F0B1-562B-42DF-B903-2A7EC2CAB154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05036EF-F2EA-45A3-9758-C6103743FD8A}" type="parTrans" cxnId="{D44F7423-58E9-41A8-B2E5-E98BEC518BD9}">
      <dgm:prSet/>
      <dgm:spPr/>
      <dgm:t>
        <a:bodyPr/>
        <a:lstStyle/>
        <a:p>
          <a:endParaRPr lang="es-EC"/>
        </a:p>
      </dgm:t>
    </dgm:pt>
    <dgm:pt modelId="{75876B1E-75A3-482D-A1C7-0E0B073267C1}" type="sibTrans" cxnId="{D44F7423-58E9-41A8-B2E5-E98BEC518BD9}">
      <dgm:prSet/>
      <dgm:spPr/>
      <dgm:t>
        <a:bodyPr/>
        <a:lstStyle/>
        <a:p>
          <a:endParaRPr lang="es-EC"/>
        </a:p>
      </dgm:t>
    </dgm:pt>
    <dgm:pt modelId="{ADD42954-CA04-4EA9-A532-A2E6D808D922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631E13C-9583-4710-99FD-D736051CB300}" type="parTrans" cxnId="{859750BE-6E47-46F0-BA43-228A01DCDB16}">
      <dgm:prSet/>
      <dgm:spPr/>
      <dgm:t>
        <a:bodyPr/>
        <a:lstStyle/>
        <a:p>
          <a:endParaRPr lang="es-EC"/>
        </a:p>
      </dgm:t>
    </dgm:pt>
    <dgm:pt modelId="{643108D4-99BA-418F-90F5-B80F25249B41}" type="sibTrans" cxnId="{859750BE-6E47-46F0-BA43-228A01DCDB16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8"/>
      <dgm:spPr/>
    </dgm:pt>
    <dgm:pt modelId="{81E432F6-3EF7-4549-811C-B578FA37B5ED}" type="pres">
      <dgm:prSet presAssocID="{DC92EE81-E160-409C-8D57-13731F9F37AC}" presName="connTx" presStyleLbl="parChTrans1D2" presStyleIdx="0" presStyleCnt="8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8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4B05A99A-E246-46F2-AB3A-026B7D4A2E61}" type="pres">
      <dgm:prSet presAssocID="{ABF374F2-4CB1-46B4-979A-ECBEBF9BAFA7}" presName="conn2-1" presStyleLbl="parChTrans1D3" presStyleIdx="0" presStyleCnt="8"/>
      <dgm:spPr/>
    </dgm:pt>
    <dgm:pt modelId="{1A1833A3-A14C-49DB-8540-B7B88BCFFCBF}" type="pres">
      <dgm:prSet presAssocID="{ABF374F2-4CB1-46B4-979A-ECBEBF9BAFA7}" presName="connTx" presStyleLbl="parChTrans1D3" presStyleIdx="0" presStyleCnt="8"/>
      <dgm:spPr/>
    </dgm:pt>
    <dgm:pt modelId="{33FB4D3F-7341-45AD-8221-ADB5A751C83D}" type="pres">
      <dgm:prSet presAssocID="{16B2B0C0-D172-4654-9D99-D2852EC4CFA1}" presName="root2" presStyleCnt="0"/>
      <dgm:spPr/>
    </dgm:pt>
    <dgm:pt modelId="{A4C45FEA-92CF-410A-BAE6-F2E78B0126BC}" type="pres">
      <dgm:prSet presAssocID="{16B2B0C0-D172-4654-9D99-D2852EC4CFA1}" presName="LevelTwoTextNode" presStyleLbl="node3" presStyleIdx="0" presStyleCnt="8" custScaleX="42424">
        <dgm:presLayoutVars>
          <dgm:chPref val="3"/>
        </dgm:presLayoutVars>
      </dgm:prSet>
      <dgm:spPr/>
    </dgm:pt>
    <dgm:pt modelId="{02E653AD-846B-40EE-88C1-4A9603228BF4}" type="pres">
      <dgm:prSet presAssocID="{16B2B0C0-D172-4654-9D99-D2852EC4CFA1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8"/>
      <dgm:spPr/>
    </dgm:pt>
    <dgm:pt modelId="{37CD627C-8293-4029-B114-AA7B7535644E}" type="pres">
      <dgm:prSet presAssocID="{1EAAA8DD-4A75-4985-B423-64C84D4EE993}" presName="connTx" presStyleLbl="parChTrans1D2" presStyleIdx="1" presStyleCnt="8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8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AED007FA-37FB-4F86-89CC-6C075822185A}" type="pres">
      <dgm:prSet presAssocID="{17F110B8-7B2B-427D-86A9-ACF09412107A}" presName="conn2-1" presStyleLbl="parChTrans1D3" presStyleIdx="1" presStyleCnt="8"/>
      <dgm:spPr/>
    </dgm:pt>
    <dgm:pt modelId="{4E1697FD-949A-4496-B738-4CCBFEEB4FC9}" type="pres">
      <dgm:prSet presAssocID="{17F110B8-7B2B-427D-86A9-ACF09412107A}" presName="connTx" presStyleLbl="parChTrans1D3" presStyleIdx="1" presStyleCnt="8"/>
      <dgm:spPr/>
    </dgm:pt>
    <dgm:pt modelId="{B309A9B0-A9E6-4D25-B6A7-4C4990A8942E}" type="pres">
      <dgm:prSet presAssocID="{7BCB4F2B-2C0E-403F-AF3F-F4997559D7C2}" presName="root2" presStyleCnt="0"/>
      <dgm:spPr/>
    </dgm:pt>
    <dgm:pt modelId="{1940D8D1-D8D2-44B3-97F1-1DE66184A9F5}" type="pres">
      <dgm:prSet presAssocID="{7BCB4F2B-2C0E-403F-AF3F-F4997559D7C2}" presName="LevelTwoTextNode" presStyleLbl="node3" presStyleIdx="1" presStyleCnt="8" custScaleX="42424">
        <dgm:presLayoutVars>
          <dgm:chPref val="3"/>
        </dgm:presLayoutVars>
      </dgm:prSet>
      <dgm:spPr/>
    </dgm:pt>
    <dgm:pt modelId="{4DC3BA15-DFDF-48F3-9D40-2ACF7FB90C91}" type="pres">
      <dgm:prSet presAssocID="{7BCB4F2B-2C0E-403F-AF3F-F4997559D7C2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8"/>
      <dgm:spPr/>
    </dgm:pt>
    <dgm:pt modelId="{CE810C7E-C3EF-4168-95BF-2980E8095076}" type="pres">
      <dgm:prSet presAssocID="{6A43294B-A1CB-4D6F-B453-0FF0E5776867}" presName="connTx" presStyleLbl="parChTrans1D2" presStyleIdx="2" presStyleCnt="8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8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B2B4A0BD-CC93-4FCA-BF75-A830AFB73DEC}" type="pres">
      <dgm:prSet presAssocID="{035DED43-4AA7-49AB-88CC-E9BBDECE6F7C}" presName="conn2-1" presStyleLbl="parChTrans1D3" presStyleIdx="2" presStyleCnt="8"/>
      <dgm:spPr/>
    </dgm:pt>
    <dgm:pt modelId="{C8CAE5BF-C719-4C4D-9AE0-77BA947CFC9F}" type="pres">
      <dgm:prSet presAssocID="{035DED43-4AA7-49AB-88CC-E9BBDECE6F7C}" presName="connTx" presStyleLbl="parChTrans1D3" presStyleIdx="2" presStyleCnt="8"/>
      <dgm:spPr/>
    </dgm:pt>
    <dgm:pt modelId="{5231981C-03B0-450C-944E-E012795E1ACC}" type="pres">
      <dgm:prSet presAssocID="{4449019E-5F48-4C4E-BEBB-1DC854A2EBB0}" presName="root2" presStyleCnt="0"/>
      <dgm:spPr/>
    </dgm:pt>
    <dgm:pt modelId="{628A2A3E-5D89-4597-B4EF-9A03E6CD111F}" type="pres">
      <dgm:prSet presAssocID="{4449019E-5F48-4C4E-BEBB-1DC854A2EBB0}" presName="LevelTwoTextNode" presStyleLbl="node3" presStyleIdx="2" presStyleCnt="8" custScaleX="42424">
        <dgm:presLayoutVars>
          <dgm:chPref val="3"/>
        </dgm:presLayoutVars>
      </dgm:prSet>
      <dgm:spPr/>
    </dgm:pt>
    <dgm:pt modelId="{2A01DE46-9362-4F1A-AB54-B6FA4E5B9E4B}" type="pres">
      <dgm:prSet presAssocID="{4449019E-5F48-4C4E-BEBB-1DC854A2EBB0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8"/>
      <dgm:spPr/>
    </dgm:pt>
    <dgm:pt modelId="{B1DAB71E-6E0D-4893-9248-FF2AC3D62576}" type="pres">
      <dgm:prSet presAssocID="{8BE22E42-DB0A-4790-87BD-8B0CEA94CA04}" presName="connTx" presStyleLbl="parChTrans1D2" presStyleIdx="3" presStyleCnt="8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8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8CC5F557-42F1-4B0B-AC0D-0C0CBF6ED1B3}" type="pres">
      <dgm:prSet presAssocID="{EE00837F-B3CC-4783-9F8D-A80C3597D639}" presName="conn2-1" presStyleLbl="parChTrans1D3" presStyleIdx="3" presStyleCnt="8"/>
      <dgm:spPr/>
    </dgm:pt>
    <dgm:pt modelId="{E585CA63-65E2-4911-8756-8FE26BB94D1B}" type="pres">
      <dgm:prSet presAssocID="{EE00837F-B3CC-4783-9F8D-A80C3597D639}" presName="connTx" presStyleLbl="parChTrans1D3" presStyleIdx="3" presStyleCnt="8"/>
      <dgm:spPr/>
    </dgm:pt>
    <dgm:pt modelId="{374F112A-1E22-4716-B446-29EF895994F2}" type="pres">
      <dgm:prSet presAssocID="{0313EB74-B429-4CB9-95F6-8CFB81B76C68}" presName="root2" presStyleCnt="0"/>
      <dgm:spPr/>
    </dgm:pt>
    <dgm:pt modelId="{BF0809FD-2D3B-44DC-9B5F-F7279B419970}" type="pres">
      <dgm:prSet presAssocID="{0313EB74-B429-4CB9-95F6-8CFB81B76C68}" presName="LevelTwoTextNode" presStyleLbl="node3" presStyleIdx="3" presStyleCnt="8" custScaleX="42424">
        <dgm:presLayoutVars>
          <dgm:chPref val="3"/>
        </dgm:presLayoutVars>
      </dgm:prSet>
      <dgm:spPr/>
    </dgm:pt>
    <dgm:pt modelId="{0C66CF0C-2C64-4CB0-A1FC-B43CAF637CB7}" type="pres">
      <dgm:prSet presAssocID="{0313EB74-B429-4CB9-95F6-8CFB81B76C68}" presName="level3hierChild" presStyleCnt="0"/>
      <dgm:spPr/>
    </dgm:pt>
    <dgm:pt modelId="{FE9BAB8F-E46F-4F0B-9F5C-E8662C1E6217}" type="pres">
      <dgm:prSet presAssocID="{062E7DA8-0F4D-4255-95A1-57CEFA146D1D}" presName="conn2-1" presStyleLbl="parChTrans1D2" presStyleIdx="4" presStyleCnt="8"/>
      <dgm:spPr/>
    </dgm:pt>
    <dgm:pt modelId="{BF41CCA9-4415-4941-A18B-00E2CD618542}" type="pres">
      <dgm:prSet presAssocID="{062E7DA8-0F4D-4255-95A1-57CEFA146D1D}" presName="connTx" presStyleLbl="parChTrans1D2" presStyleIdx="4" presStyleCnt="8"/>
      <dgm:spPr/>
    </dgm:pt>
    <dgm:pt modelId="{793784E1-95B3-48EF-A4BD-64F431A89F0C}" type="pres">
      <dgm:prSet presAssocID="{43C2C9CE-FB6B-4922-B62F-24129D0D74FE}" presName="root2" presStyleCnt="0"/>
      <dgm:spPr/>
    </dgm:pt>
    <dgm:pt modelId="{DAE82DBF-0D60-41F0-896E-3650DCF6B75A}" type="pres">
      <dgm:prSet presAssocID="{43C2C9CE-FB6B-4922-B62F-24129D0D74FE}" presName="LevelTwoTextNode" presStyleLbl="node2" presStyleIdx="4" presStyleCnt="8">
        <dgm:presLayoutVars>
          <dgm:chPref val="3"/>
        </dgm:presLayoutVars>
      </dgm:prSet>
      <dgm:spPr/>
    </dgm:pt>
    <dgm:pt modelId="{886F5094-6F41-45A7-A523-4206CD241528}" type="pres">
      <dgm:prSet presAssocID="{43C2C9CE-FB6B-4922-B62F-24129D0D74FE}" presName="level3hierChild" presStyleCnt="0"/>
      <dgm:spPr/>
    </dgm:pt>
    <dgm:pt modelId="{242DFC76-2C2F-4E5B-A434-3069E266996F}" type="pres">
      <dgm:prSet presAssocID="{9247856C-D1EC-443F-936D-CE12DBB4A1C8}" presName="conn2-1" presStyleLbl="parChTrans1D3" presStyleIdx="4" presStyleCnt="8"/>
      <dgm:spPr/>
    </dgm:pt>
    <dgm:pt modelId="{74B3A296-039B-4BED-BB61-0FBB83070830}" type="pres">
      <dgm:prSet presAssocID="{9247856C-D1EC-443F-936D-CE12DBB4A1C8}" presName="connTx" presStyleLbl="parChTrans1D3" presStyleIdx="4" presStyleCnt="8"/>
      <dgm:spPr/>
    </dgm:pt>
    <dgm:pt modelId="{E915C2A4-D7E7-4FE9-B6D3-EB9C04A7D83D}" type="pres">
      <dgm:prSet presAssocID="{E1E94D8E-E4FD-4240-9ADC-9844FA970D07}" presName="root2" presStyleCnt="0"/>
      <dgm:spPr/>
    </dgm:pt>
    <dgm:pt modelId="{28608C39-3F6E-4FF4-B46E-25405EEBF80D}" type="pres">
      <dgm:prSet presAssocID="{E1E94D8E-E4FD-4240-9ADC-9844FA970D07}" presName="LevelTwoTextNode" presStyleLbl="node3" presStyleIdx="4" presStyleCnt="8" custScaleX="42424">
        <dgm:presLayoutVars>
          <dgm:chPref val="3"/>
        </dgm:presLayoutVars>
      </dgm:prSet>
      <dgm:spPr/>
    </dgm:pt>
    <dgm:pt modelId="{26160947-2AE9-4FC0-9084-1CB0F9F67213}" type="pres">
      <dgm:prSet presAssocID="{E1E94D8E-E4FD-4240-9ADC-9844FA970D07}" presName="level3hierChild" presStyleCnt="0"/>
      <dgm:spPr/>
    </dgm:pt>
    <dgm:pt modelId="{F7C38909-BE07-464E-834D-BDCFBA258100}" type="pres">
      <dgm:prSet presAssocID="{D61E1BDC-FFB4-4FDA-9F8F-A2D38A22FC13}" presName="conn2-1" presStyleLbl="parChTrans1D2" presStyleIdx="5" presStyleCnt="8"/>
      <dgm:spPr/>
    </dgm:pt>
    <dgm:pt modelId="{2D59348E-CC92-4EDA-8DAB-F0153DE00DFE}" type="pres">
      <dgm:prSet presAssocID="{D61E1BDC-FFB4-4FDA-9F8F-A2D38A22FC13}" presName="connTx" presStyleLbl="parChTrans1D2" presStyleIdx="5" presStyleCnt="8"/>
      <dgm:spPr/>
    </dgm:pt>
    <dgm:pt modelId="{09E3E5F7-6710-42A6-8755-1B392952BE7A}" type="pres">
      <dgm:prSet presAssocID="{B2DB83ED-41AF-4BCB-925B-2B612D563F67}" presName="root2" presStyleCnt="0"/>
      <dgm:spPr/>
    </dgm:pt>
    <dgm:pt modelId="{FDF91A2A-2A66-4C6C-A86A-CDF4326DA8EE}" type="pres">
      <dgm:prSet presAssocID="{B2DB83ED-41AF-4BCB-925B-2B612D563F67}" presName="LevelTwoTextNode" presStyleLbl="node2" presStyleIdx="5" presStyleCnt="8">
        <dgm:presLayoutVars>
          <dgm:chPref val="3"/>
        </dgm:presLayoutVars>
      </dgm:prSet>
      <dgm:spPr/>
    </dgm:pt>
    <dgm:pt modelId="{CF943F71-00A5-4A37-9AA2-340A74FF6AAC}" type="pres">
      <dgm:prSet presAssocID="{B2DB83ED-41AF-4BCB-925B-2B612D563F67}" presName="level3hierChild" presStyleCnt="0"/>
      <dgm:spPr/>
    </dgm:pt>
    <dgm:pt modelId="{23D8B84C-DB91-4AEA-97CC-CAEF5977E10D}" type="pres">
      <dgm:prSet presAssocID="{6DA1D3B5-533B-4BAD-A41D-E908CB0F7727}" presName="conn2-1" presStyleLbl="parChTrans1D3" presStyleIdx="5" presStyleCnt="8"/>
      <dgm:spPr/>
    </dgm:pt>
    <dgm:pt modelId="{7FFF7573-A8D6-42B9-9666-DB5CFBDC6547}" type="pres">
      <dgm:prSet presAssocID="{6DA1D3B5-533B-4BAD-A41D-E908CB0F7727}" presName="connTx" presStyleLbl="parChTrans1D3" presStyleIdx="5" presStyleCnt="8"/>
      <dgm:spPr/>
    </dgm:pt>
    <dgm:pt modelId="{521A8223-8E74-441D-ACBA-482867AB3D23}" type="pres">
      <dgm:prSet presAssocID="{A3A1FE8C-7496-49F8-B766-DCCAF30981BE}" presName="root2" presStyleCnt="0"/>
      <dgm:spPr/>
    </dgm:pt>
    <dgm:pt modelId="{90A1B84C-1E56-49A9-89CD-6FECF2BA6A56}" type="pres">
      <dgm:prSet presAssocID="{A3A1FE8C-7496-49F8-B766-DCCAF30981BE}" presName="LevelTwoTextNode" presStyleLbl="node3" presStyleIdx="5" presStyleCnt="8" custScaleX="42424">
        <dgm:presLayoutVars>
          <dgm:chPref val="3"/>
        </dgm:presLayoutVars>
      </dgm:prSet>
      <dgm:spPr/>
    </dgm:pt>
    <dgm:pt modelId="{D1329FED-B27A-46B6-AE43-3C67A89004F0}" type="pres">
      <dgm:prSet presAssocID="{A3A1FE8C-7496-49F8-B766-DCCAF30981BE}" presName="level3hierChild" presStyleCnt="0"/>
      <dgm:spPr/>
    </dgm:pt>
    <dgm:pt modelId="{EA21B7AA-9486-4067-B349-50CE4D95F9B9}" type="pres">
      <dgm:prSet presAssocID="{950148CB-A4C6-463D-AF37-AF261141D0EB}" presName="conn2-1" presStyleLbl="parChTrans1D2" presStyleIdx="6" presStyleCnt="8"/>
      <dgm:spPr/>
    </dgm:pt>
    <dgm:pt modelId="{46C640A8-4221-49EA-B21F-B4D90F5A805F}" type="pres">
      <dgm:prSet presAssocID="{950148CB-A4C6-463D-AF37-AF261141D0EB}" presName="connTx" presStyleLbl="parChTrans1D2" presStyleIdx="6" presStyleCnt="8"/>
      <dgm:spPr/>
    </dgm:pt>
    <dgm:pt modelId="{CBEFB087-3B44-44CC-8A65-30A263DE3FA7}" type="pres">
      <dgm:prSet presAssocID="{DDE09034-1577-4615-AE7A-187B4C369A9A}" presName="root2" presStyleCnt="0"/>
      <dgm:spPr/>
    </dgm:pt>
    <dgm:pt modelId="{C3BAA938-E657-4B3A-9C99-A24D140B8CBB}" type="pres">
      <dgm:prSet presAssocID="{DDE09034-1577-4615-AE7A-187B4C369A9A}" presName="LevelTwoTextNode" presStyleLbl="node2" presStyleIdx="6" presStyleCnt="8">
        <dgm:presLayoutVars>
          <dgm:chPref val="3"/>
        </dgm:presLayoutVars>
      </dgm:prSet>
      <dgm:spPr/>
    </dgm:pt>
    <dgm:pt modelId="{803DB0ED-84B8-46AD-A2BD-DD3B28A4BD05}" type="pres">
      <dgm:prSet presAssocID="{DDE09034-1577-4615-AE7A-187B4C369A9A}" presName="level3hierChild" presStyleCnt="0"/>
      <dgm:spPr/>
    </dgm:pt>
    <dgm:pt modelId="{BDCFE27E-26F6-4FD4-8AE4-8BC51FEBD9BF}" type="pres">
      <dgm:prSet presAssocID="{105036EF-F2EA-45A3-9758-C6103743FD8A}" presName="conn2-1" presStyleLbl="parChTrans1D3" presStyleIdx="6" presStyleCnt="8"/>
      <dgm:spPr/>
    </dgm:pt>
    <dgm:pt modelId="{BE53E4A3-A7BA-474B-AAD8-631FD88E8582}" type="pres">
      <dgm:prSet presAssocID="{105036EF-F2EA-45A3-9758-C6103743FD8A}" presName="connTx" presStyleLbl="parChTrans1D3" presStyleIdx="6" presStyleCnt="8"/>
      <dgm:spPr/>
    </dgm:pt>
    <dgm:pt modelId="{7CFB584A-284A-463D-8F4D-F9C229B8245A}" type="pres">
      <dgm:prSet presAssocID="{76E5F0B1-562B-42DF-B903-2A7EC2CAB154}" presName="root2" presStyleCnt="0"/>
      <dgm:spPr/>
    </dgm:pt>
    <dgm:pt modelId="{F8F523A0-50B5-49B0-870A-BBD6A436C9F3}" type="pres">
      <dgm:prSet presAssocID="{76E5F0B1-562B-42DF-B903-2A7EC2CAB154}" presName="LevelTwoTextNode" presStyleLbl="node3" presStyleIdx="6" presStyleCnt="8" custScaleX="42424">
        <dgm:presLayoutVars>
          <dgm:chPref val="3"/>
        </dgm:presLayoutVars>
      </dgm:prSet>
      <dgm:spPr/>
    </dgm:pt>
    <dgm:pt modelId="{A265BCA6-A9E8-4BB4-BF49-1AA28A2546EF}" type="pres">
      <dgm:prSet presAssocID="{76E5F0B1-562B-42DF-B903-2A7EC2CAB154}" presName="level3hierChild" presStyleCnt="0"/>
      <dgm:spPr/>
    </dgm:pt>
    <dgm:pt modelId="{E7448DA2-ABEA-4A21-9757-53D581D7F3FD}" type="pres">
      <dgm:prSet presAssocID="{402FF5D2-6E69-442B-87ED-AF119AB98C9A}" presName="conn2-1" presStyleLbl="parChTrans1D2" presStyleIdx="7" presStyleCnt="8"/>
      <dgm:spPr/>
    </dgm:pt>
    <dgm:pt modelId="{E3D0D3B2-09CA-4905-A15A-B5077E79086E}" type="pres">
      <dgm:prSet presAssocID="{402FF5D2-6E69-442B-87ED-AF119AB98C9A}" presName="connTx" presStyleLbl="parChTrans1D2" presStyleIdx="7" presStyleCnt="8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2" presStyleIdx="7" presStyleCnt="8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0D8E187A-7BFB-4E86-8920-897B6EBBCC7D}" type="pres">
      <dgm:prSet presAssocID="{1631E13C-9583-4710-99FD-D736051CB300}" presName="conn2-1" presStyleLbl="parChTrans1D3" presStyleIdx="7" presStyleCnt="8"/>
      <dgm:spPr/>
    </dgm:pt>
    <dgm:pt modelId="{8DCBB455-9808-4CB7-8DB9-5E8D68607B45}" type="pres">
      <dgm:prSet presAssocID="{1631E13C-9583-4710-99FD-D736051CB300}" presName="connTx" presStyleLbl="parChTrans1D3" presStyleIdx="7" presStyleCnt="8"/>
      <dgm:spPr/>
    </dgm:pt>
    <dgm:pt modelId="{6D16900C-6DB7-48C3-A7D0-561CAEE972C0}" type="pres">
      <dgm:prSet presAssocID="{ADD42954-CA04-4EA9-A532-A2E6D808D922}" presName="root2" presStyleCnt="0"/>
      <dgm:spPr/>
    </dgm:pt>
    <dgm:pt modelId="{676AE3D0-5F4C-4EE7-B7E9-D1E6FBA3729D}" type="pres">
      <dgm:prSet presAssocID="{ADD42954-CA04-4EA9-A532-A2E6D808D922}" presName="LevelTwoTextNode" presStyleLbl="node3" presStyleIdx="7" presStyleCnt="8" custScaleX="42424">
        <dgm:presLayoutVars>
          <dgm:chPref val="3"/>
        </dgm:presLayoutVars>
      </dgm:prSet>
      <dgm:spPr/>
    </dgm:pt>
    <dgm:pt modelId="{5E927D94-D12B-44F7-9F08-27A62E0A8AEC}" type="pres">
      <dgm:prSet presAssocID="{ADD42954-CA04-4EA9-A532-A2E6D808D922}" presName="level3hierChild" presStyleCnt="0"/>
      <dgm:spPr/>
    </dgm:pt>
  </dgm:ptLst>
  <dgm:cxnLst>
    <dgm:cxn modelId="{6734E301-4BB8-4293-980C-0BCB01C3A229}" type="presOf" srcId="{ABF374F2-4CB1-46B4-979A-ECBEBF9BAFA7}" destId="{4B05A99A-E246-46F2-AB3A-026B7D4A2E61}" srcOrd="0" destOrd="0" presId="urn:microsoft.com/office/officeart/2008/layout/HorizontalMultiLevelHierarchy"/>
    <dgm:cxn modelId="{40B10C0A-0ADE-4790-BDA8-FC153F53AEC3}" type="presOf" srcId="{062E7DA8-0F4D-4255-95A1-57CEFA146D1D}" destId="{BF41CCA9-4415-4941-A18B-00E2CD618542}" srcOrd="1" destOrd="0" presId="urn:microsoft.com/office/officeart/2008/layout/HorizontalMultiLevelHierarchy"/>
    <dgm:cxn modelId="{348AFB0A-9BF6-4672-AB7F-283A6551FC7C}" srcId="{F8A4306D-2EA6-4060-9C81-584FC924A72D}" destId="{07CF0387-B6A7-46F6-8D80-6515DE1A07FD}" srcOrd="7" destOrd="0" parTransId="{402FF5D2-6E69-442B-87ED-AF119AB98C9A}" sibTransId="{FD08B8F3-3B0B-4311-A42C-F673A29231EB}"/>
    <dgm:cxn modelId="{57F2350C-0264-48F1-9060-E8085306639D}" type="presOf" srcId="{A3A1FE8C-7496-49F8-B766-DCCAF30981BE}" destId="{90A1B84C-1E56-49A9-89CD-6FECF2BA6A56}" srcOrd="0" destOrd="0" presId="urn:microsoft.com/office/officeart/2008/layout/HorizontalMultiLevelHierarchy"/>
    <dgm:cxn modelId="{EE2FC10D-C558-4DA7-8CFC-527DCA5952B5}" type="presOf" srcId="{D386F11A-1804-40C3-B4C6-97A93DDDA638}" destId="{B2ADA6F2-50C6-4A88-AAA9-37F38027290A}" srcOrd="0" destOrd="0" presId="urn:microsoft.com/office/officeart/2008/layout/HorizontalMultiLevelHierarchy"/>
    <dgm:cxn modelId="{9D2F9212-63AD-41CA-BB93-C92B66DD35BF}" type="presOf" srcId="{ED807E35-B5D3-4BCB-9B29-5888EC2127F1}" destId="{BEDCAB73-F473-4593-A1D1-34DA9B04C965}" srcOrd="0" destOrd="0" presId="urn:microsoft.com/office/officeart/2008/layout/HorizontalMultiLevelHierarchy"/>
    <dgm:cxn modelId="{E8151D16-C9A2-4B11-8457-1B121F2554F2}" type="presOf" srcId="{EE00837F-B3CC-4783-9F8D-A80C3597D639}" destId="{8CC5F557-42F1-4B0B-AC0D-0C0CBF6ED1B3}" srcOrd="0" destOrd="0" presId="urn:microsoft.com/office/officeart/2008/layout/HorizontalMultiLevelHierarchy"/>
    <dgm:cxn modelId="{E26D7718-FB10-4351-83E5-CC20E9847B7D}" type="presOf" srcId="{E1E94D8E-E4FD-4240-9ADC-9844FA970D07}" destId="{28608C39-3F6E-4FF4-B46E-25405EEBF80D}" srcOrd="0" destOrd="0" presId="urn:microsoft.com/office/officeart/2008/layout/HorizontalMultiLevelHierarchy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D44F7423-58E9-41A8-B2E5-E98BEC518BD9}" srcId="{DDE09034-1577-4615-AE7A-187B4C369A9A}" destId="{76E5F0B1-562B-42DF-B903-2A7EC2CAB154}" srcOrd="0" destOrd="0" parTransId="{105036EF-F2EA-45A3-9758-C6103743FD8A}" sibTransId="{75876B1E-75A3-482D-A1C7-0E0B073267C1}"/>
    <dgm:cxn modelId="{0CAA1325-70BB-430E-9F7F-5A8908DCC41B}" srcId="{8DCCF5A1-F5D2-48CE-BA98-5C85D6801254}" destId="{4449019E-5F48-4C4E-BEBB-1DC854A2EBB0}" srcOrd="0" destOrd="0" parTransId="{035DED43-4AA7-49AB-88CC-E9BBDECE6F7C}" sibTransId="{8929A8A5-0F1E-497B-BC5D-05F6AA0DF934}"/>
    <dgm:cxn modelId="{A8C7402A-044C-468D-8C72-3A578ABB2DC7}" type="presOf" srcId="{B2DB83ED-41AF-4BCB-925B-2B612D563F67}" destId="{FDF91A2A-2A66-4C6C-A86A-CDF4326DA8EE}" srcOrd="0" destOrd="0" presId="urn:microsoft.com/office/officeart/2008/layout/HorizontalMultiLevelHierarchy"/>
    <dgm:cxn modelId="{E2A1812B-B566-4452-A318-F257D9710E98}" type="presOf" srcId="{402FF5D2-6E69-442B-87ED-AF119AB98C9A}" destId="{E7448DA2-ABEA-4A21-9757-53D581D7F3FD}" srcOrd="0" destOrd="0" presId="urn:microsoft.com/office/officeart/2008/layout/HorizontalMultiLevelHierarchy"/>
    <dgm:cxn modelId="{D4DCDC2C-2A5A-40B2-8839-5031AA3B5608}" srcId="{B2DB83ED-41AF-4BCB-925B-2B612D563F67}" destId="{A3A1FE8C-7496-49F8-B766-DCCAF30981BE}" srcOrd="0" destOrd="0" parTransId="{6DA1D3B5-533B-4BAD-A41D-E908CB0F7727}" sibTransId="{D21EB412-8B64-4513-B7A8-9C633DAE8C99}"/>
    <dgm:cxn modelId="{FC2E4A2E-A600-409F-A458-65134D010CC1}" type="presOf" srcId="{43C2C9CE-FB6B-4922-B62F-24129D0D74FE}" destId="{DAE82DBF-0D60-41F0-896E-3650DCF6B75A}" srcOrd="0" destOrd="0" presId="urn:microsoft.com/office/officeart/2008/layout/HorizontalMultiLevelHierarchy"/>
    <dgm:cxn modelId="{9F6CEF37-E626-4422-9423-1D58FA58B9FF}" type="presOf" srcId="{0313EB74-B429-4CB9-95F6-8CFB81B76C68}" destId="{BF0809FD-2D3B-44DC-9B5F-F7279B419970}" srcOrd="0" destOrd="0" presId="urn:microsoft.com/office/officeart/2008/layout/HorizontalMultiLevelHierarchy"/>
    <dgm:cxn modelId="{193EF03B-CD1C-4D83-B6C6-56AE4C6008AF}" type="presOf" srcId="{6A43294B-A1CB-4D6F-B453-0FF0E5776867}" destId="{E43A60A7-9DDF-42B2-A812-4D4F0F75076B}" srcOrd="0" destOrd="0" presId="urn:microsoft.com/office/officeart/2008/layout/HorizontalMultiLevelHierarchy"/>
    <dgm:cxn modelId="{723FE93D-4D6D-4C84-98D5-301250841560}" type="presOf" srcId="{26A7866C-CE89-4BAB-B6B8-421B68991845}" destId="{8F7C36BE-E589-4461-8F16-778807C0B166}" srcOrd="0" destOrd="0" presId="urn:microsoft.com/office/officeart/2008/layout/HorizontalMultiLevelHierarchy"/>
    <dgm:cxn modelId="{D7974D62-14DF-4F36-97A8-7FD0BCE6B98A}" type="presOf" srcId="{6A43294B-A1CB-4D6F-B453-0FF0E5776867}" destId="{CE810C7E-C3EF-4168-95BF-2980E8095076}" srcOrd="1" destOrd="0" presId="urn:microsoft.com/office/officeart/2008/layout/HorizontalMultiLevelHierarchy"/>
    <dgm:cxn modelId="{5EF81C63-3E1B-4896-B45B-A6114D3397A0}" srcId="{ED807E35-B5D3-4BCB-9B29-5888EC2127F1}" destId="{0313EB74-B429-4CB9-95F6-8CFB81B76C68}" srcOrd="0" destOrd="0" parTransId="{EE00837F-B3CC-4783-9F8D-A80C3597D639}" sibTransId="{8E89B44C-C8BC-4ED1-99BF-47794AC7AAFD}"/>
    <dgm:cxn modelId="{A1275F63-C6EC-4E26-9CCE-284BB42C9DDB}" type="presOf" srcId="{4449019E-5F48-4C4E-BEBB-1DC854A2EBB0}" destId="{628A2A3E-5D89-4597-B4EF-9A03E6CD111F}" srcOrd="0" destOrd="0" presId="urn:microsoft.com/office/officeart/2008/layout/HorizontalMultiLevelHierarchy"/>
    <dgm:cxn modelId="{6D0B1764-2348-41AA-B082-CA80DE6AEDBE}" type="presOf" srcId="{1631E13C-9583-4710-99FD-D736051CB300}" destId="{0D8E187A-7BFB-4E86-8920-897B6EBBCC7D}" srcOrd="0" destOrd="0" presId="urn:microsoft.com/office/officeart/2008/layout/HorizontalMultiLevelHierarchy"/>
    <dgm:cxn modelId="{F6B50C68-0E61-4F29-98F3-B40CCABF8045}" type="presOf" srcId="{D61E1BDC-FFB4-4FDA-9F8F-A2D38A22FC13}" destId="{F7C38909-BE07-464E-834D-BDCFBA258100}" srcOrd="0" destOrd="0" presId="urn:microsoft.com/office/officeart/2008/layout/HorizontalMultiLevelHierarchy"/>
    <dgm:cxn modelId="{2AB5EE6C-B8AB-41A6-B3BE-D215F75DCB44}" type="presOf" srcId="{1EAAA8DD-4A75-4985-B423-64C84D4EE993}" destId="{F31F3F23-7C72-452A-ADC8-1CB2C7B14B46}" srcOrd="0" destOrd="0" presId="urn:microsoft.com/office/officeart/2008/layout/HorizontalMultiLevelHierarchy"/>
    <dgm:cxn modelId="{F310356D-3B3C-456D-8AD5-F17A33EAE54D}" type="presOf" srcId="{EE00837F-B3CC-4783-9F8D-A80C3597D639}" destId="{E585CA63-65E2-4911-8756-8FE26BB94D1B}" srcOrd="1" destOrd="0" presId="urn:microsoft.com/office/officeart/2008/layout/HorizontalMultiLevelHierarchy"/>
    <dgm:cxn modelId="{69A92C50-D700-4841-9C49-03D003D13360}" type="presOf" srcId="{76E5F0B1-562B-42DF-B903-2A7EC2CAB154}" destId="{F8F523A0-50B5-49B0-870A-BBD6A436C9F3}" srcOrd="0" destOrd="0" presId="urn:microsoft.com/office/officeart/2008/layout/HorizontalMultiLevelHierarchy"/>
    <dgm:cxn modelId="{2CF88850-9BC5-4115-AE83-CABFB2B620CD}" type="presOf" srcId="{9247856C-D1EC-443F-936D-CE12DBB4A1C8}" destId="{74B3A296-039B-4BED-BB61-0FBB83070830}" srcOrd="1" destOrd="0" presId="urn:microsoft.com/office/officeart/2008/layout/HorizontalMultiLevelHierarchy"/>
    <dgm:cxn modelId="{6DCDCC51-5E5D-4A4A-B5A2-71B78E5B4A8B}" type="presOf" srcId="{DC92EE81-E160-409C-8D57-13731F9F37AC}" destId="{92090F43-5B4E-4749-BCAA-CA724B1D4710}" srcOrd="0" destOrd="0" presId="urn:microsoft.com/office/officeart/2008/layout/HorizontalMultiLevelHierarchy"/>
    <dgm:cxn modelId="{074EB156-5AB6-44C8-AB72-3BA600AAC3E4}" type="presOf" srcId="{ABF374F2-4CB1-46B4-979A-ECBEBF9BAFA7}" destId="{1A1833A3-A14C-49DB-8540-B7B88BCFFCBF}" srcOrd="1" destOrd="0" presId="urn:microsoft.com/office/officeart/2008/layout/HorizontalMultiLevelHierarchy"/>
    <dgm:cxn modelId="{AB133C77-2053-4F76-AC99-86AB4116D5BF}" type="presOf" srcId="{402FF5D2-6E69-442B-87ED-AF119AB98C9A}" destId="{E3D0D3B2-09CA-4905-A15A-B5077E79086E}" srcOrd="1" destOrd="0" presId="urn:microsoft.com/office/officeart/2008/layout/HorizontalMultiLevelHierarchy"/>
    <dgm:cxn modelId="{2C140F7B-8976-42BD-92BA-B8453F78D9BC}" type="presOf" srcId="{950148CB-A4C6-463D-AF37-AF261141D0EB}" destId="{EA21B7AA-9486-4067-B349-50CE4D95F9B9}" srcOrd="0" destOrd="0" presId="urn:microsoft.com/office/officeart/2008/layout/HorizontalMultiLevelHierarchy"/>
    <dgm:cxn modelId="{B17A017C-25A3-47F2-A7CB-D1D3DB65D53C}" type="presOf" srcId="{6DA1D3B5-533B-4BAD-A41D-E908CB0F7727}" destId="{7FFF7573-A8D6-42B9-9666-DB5CFBDC6547}" srcOrd="1" destOrd="0" presId="urn:microsoft.com/office/officeart/2008/layout/HorizontalMultiLevelHierarchy"/>
    <dgm:cxn modelId="{14D5CB7D-DE59-47D5-98A3-A0030F4D162C}" type="presOf" srcId="{17F110B8-7B2B-427D-86A9-ACF09412107A}" destId="{AED007FA-37FB-4F86-89CC-6C075822185A}" srcOrd="0" destOrd="0" presId="urn:microsoft.com/office/officeart/2008/layout/HorizontalMultiLevelHierarchy"/>
    <dgm:cxn modelId="{1985267E-BBDF-4DD1-903A-029C64EF01E0}" type="presOf" srcId="{105036EF-F2EA-45A3-9758-C6103743FD8A}" destId="{BDCFE27E-26F6-4FD4-8AE4-8BC51FEBD9BF}" srcOrd="0" destOrd="0" presId="urn:microsoft.com/office/officeart/2008/layout/HorizontalMultiLevelHierarchy"/>
    <dgm:cxn modelId="{56B29680-23D2-49AC-9C8A-0900BA6DFEC5}" type="presOf" srcId="{950148CB-A4C6-463D-AF37-AF261141D0EB}" destId="{46C640A8-4221-49EA-B21F-B4D90F5A805F}" srcOrd="1" destOrd="0" presId="urn:microsoft.com/office/officeart/2008/layout/HorizontalMultiLevelHierarchy"/>
    <dgm:cxn modelId="{DBC2D482-3890-4FD0-BC82-E728DC1A4D08}" type="presOf" srcId="{17F110B8-7B2B-427D-86A9-ACF09412107A}" destId="{4E1697FD-949A-4496-B738-4CCBFEEB4FC9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25547487-328F-440B-BAEB-810D7AD4B2F5}" srcId="{D386F11A-1804-40C3-B4C6-97A93DDDA638}" destId="{16B2B0C0-D172-4654-9D99-D2852EC4CFA1}" srcOrd="0" destOrd="0" parTransId="{ABF374F2-4CB1-46B4-979A-ECBEBF9BAFA7}" sibTransId="{E73ED498-8077-4B2E-A102-0F674DEBEF33}"/>
    <dgm:cxn modelId="{FC94F788-27C8-4D2C-83C3-BDD656919302}" type="presOf" srcId="{8DCCF5A1-F5D2-48CE-BA98-5C85D6801254}" destId="{32ACC1F6-D5B9-4CEA-991A-2E04658BD206}" srcOrd="0" destOrd="0" presId="urn:microsoft.com/office/officeart/2008/layout/HorizontalMultiLevelHierarchy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76342C96-360F-4CB8-828D-D634430183E8}" type="presOf" srcId="{1631E13C-9583-4710-99FD-D736051CB300}" destId="{8DCBB455-9808-4CB7-8DB9-5E8D68607B45}" srcOrd="1" destOrd="0" presId="urn:microsoft.com/office/officeart/2008/layout/HorizontalMultiLevelHierarchy"/>
    <dgm:cxn modelId="{C614FA9D-7651-4335-8B83-28FF67641906}" srcId="{26A7866C-CE89-4BAB-B6B8-421B68991845}" destId="{7BCB4F2B-2C0E-403F-AF3F-F4997559D7C2}" srcOrd="0" destOrd="0" parTransId="{17F110B8-7B2B-427D-86A9-ACF09412107A}" sibTransId="{A428F139-A0A2-4747-896E-814EFD403340}"/>
    <dgm:cxn modelId="{575109A1-4D70-41A7-BACB-8349B82E8E8E}" srcId="{43C2C9CE-FB6B-4922-B62F-24129D0D74FE}" destId="{E1E94D8E-E4FD-4240-9ADC-9844FA970D07}" srcOrd="0" destOrd="0" parTransId="{9247856C-D1EC-443F-936D-CE12DBB4A1C8}" sibTransId="{EAF3BE1C-EC4A-438E-B22E-A2F621206E3A}"/>
    <dgm:cxn modelId="{8DAAB9A8-7EA2-4E18-9FA6-12844812420D}" type="presOf" srcId="{8BE22E42-DB0A-4790-87BD-8B0CEA94CA04}" destId="{FA624BE1-9ACC-4E7D-9F6D-BDD9E6D78BF6}" srcOrd="0" destOrd="0" presId="urn:microsoft.com/office/officeart/2008/layout/HorizontalMultiLevelHierarchy"/>
    <dgm:cxn modelId="{286415A9-9462-424C-AA2E-0986DF59C7C2}" type="presOf" srcId="{DDE09034-1577-4615-AE7A-187B4C369A9A}" destId="{C3BAA938-E657-4B3A-9C99-A24D140B8CBB}" srcOrd="0" destOrd="0" presId="urn:microsoft.com/office/officeart/2008/layout/HorizontalMultiLevelHierarchy"/>
    <dgm:cxn modelId="{413221B1-C1E0-48BB-901E-95C5E6D2D899}" srcId="{F8A4306D-2EA6-4060-9C81-584FC924A72D}" destId="{43C2C9CE-FB6B-4922-B62F-24129D0D74FE}" srcOrd="4" destOrd="0" parTransId="{062E7DA8-0F4D-4255-95A1-57CEFA146D1D}" sibTransId="{C182848E-C2F4-4CEA-ACAA-6EAAFCE1EE4B}"/>
    <dgm:cxn modelId="{93B2F0B2-0089-4280-B11A-14701559CB8A}" type="presOf" srcId="{7BCB4F2B-2C0E-403F-AF3F-F4997559D7C2}" destId="{1940D8D1-D8D2-44B3-97F1-1DE66184A9F5}" srcOrd="0" destOrd="0" presId="urn:microsoft.com/office/officeart/2008/layout/HorizontalMultiLevelHierarchy"/>
    <dgm:cxn modelId="{16F906BA-16A6-465F-B147-7B0836C756F1}" type="presOf" srcId="{062E7DA8-0F4D-4255-95A1-57CEFA146D1D}" destId="{FE9BAB8F-E46F-4F0B-9F5C-E8662C1E6217}" srcOrd="0" destOrd="0" presId="urn:microsoft.com/office/officeart/2008/layout/HorizontalMultiLevelHierarchy"/>
    <dgm:cxn modelId="{E42E87BA-CA4C-4C57-B07B-58C144A87EF3}" type="presOf" srcId="{6DA1D3B5-533B-4BAD-A41D-E908CB0F7727}" destId="{23D8B84C-DB91-4AEA-97CC-CAEF5977E10D}" srcOrd="0" destOrd="0" presId="urn:microsoft.com/office/officeart/2008/layout/HorizontalMultiLevelHierarchy"/>
    <dgm:cxn modelId="{859750BE-6E47-46F0-BA43-228A01DCDB16}" srcId="{07CF0387-B6A7-46F6-8D80-6515DE1A07FD}" destId="{ADD42954-CA04-4EA9-A532-A2E6D808D922}" srcOrd="0" destOrd="0" parTransId="{1631E13C-9583-4710-99FD-D736051CB300}" sibTransId="{643108D4-99BA-418F-90F5-B80F25249B41}"/>
    <dgm:cxn modelId="{40963EC9-9E96-48BF-812D-1DEE1997C060}" type="presOf" srcId="{035DED43-4AA7-49AB-88CC-E9BBDECE6F7C}" destId="{B2B4A0BD-CC93-4FCA-BF75-A830AFB73DEC}" srcOrd="0" destOrd="0" presId="urn:microsoft.com/office/officeart/2008/layout/HorizontalMultiLevelHierarchy"/>
    <dgm:cxn modelId="{04D4F7CB-760D-4BE3-BB37-8BE98B2C86F6}" type="presOf" srcId="{D61E1BDC-FFB4-4FDA-9F8F-A2D38A22FC13}" destId="{2D59348E-CC92-4EDA-8DAB-F0153DE00DFE}" srcOrd="1" destOrd="0" presId="urn:microsoft.com/office/officeart/2008/layout/HorizontalMultiLevelHierarchy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54278CD8-4397-4099-8F50-EFE573D5200E}" srcId="{F8A4306D-2EA6-4060-9C81-584FC924A72D}" destId="{B2DB83ED-41AF-4BCB-925B-2B612D563F67}" srcOrd="5" destOrd="0" parTransId="{D61E1BDC-FFB4-4FDA-9F8F-A2D38A22FC13}" sibTransId="{C5BE9560-3EDF-4CB5-9220-16F25EFEC07F}"/>
    <dgm:cxn modelId="{0EA539DA-06CC-4DE5-A5E7-7AD5FDA1B6E7}" type="presOf" srcId="{035DED43-4AA7-49AB-88CC-E9BBDECE6F7C}" destId="{C8CAE5BF-C719-4C4D-9AE0-77BA947CFC9F}" srcOrd="1" destOrd="0" presId="urn:microsoft.com/office/officeart/2008/layout/HorizontalMultiLevelHierarchy"/>
    <dgm:cxn modelId="{6561F8E1-D882-4E41-BC44-BE69CAD5A47D}" type="presOf" srcId="{16B2B0C0-D172-4654-9D99-D2852EC4CFA1}" destId="{A4C45FEA-92CF-410A-BAE6-F2E78B0126BC}" srcOrd="0" destOrd="0" presId="urn:microsoft.com/office/officeart/2008/layout/HorizontalMultiLevelHierarchy"/>
    <dgm:cxn modelId="{ED8E81E2-672B-431C-A7DC-7F20F14B943C}" type="presOf" srcId="{ADD42954-CA04-4EA9-A532-A2E6D808D922}" destId="{676AE3D0-5F4C-4EE7-B7E9-D1E6FBA3729D}" srcOrd="0" destOrd="0" presId="urn:microsoft.com/office/officeart/2008/layout/HorizontalMultiLevelHierarchy"/>
    <dgm:cxn modelId="{B483B0E5-4974-49A9-A623-202599691862}" type="presOf" srcId="{1EAAA8DD-4A75-4985-B423-64C84D4EE993}" destId="{37CD627C-8293-4029-B114-AA7B7535644E}" srcOrd="1" destOrd="0" presId="urn:microsoft.com/office/officeart/2008/layout/HorizontalMultiLevelHierarchy"/>
    <dgm:cxn modelId="{5A401BEB-0D9F-4E85-A0C2-35A8EF39B9A9}" type="presOf" srcId="{105036EF-F2EA-45A3-9758-C6103743FD8A}" destId="{BE53E4A3-A7BA-474B-AAD8-631FD88E8582}" srcOrd="1" destOrd="0" presId="urn:microsoft.com/office/officeart/2008/layout/HorizontalMultiLevelHierarchy"/>
    <dgm:cxn modelId="{5F3735F0-6475-456F-8B6B-5BF17E80E139}" type="presOf" srcId="{9247856C-D1EC-443F-936D-CE12DBB4A1C8}" destId="{242DFC76-2C2F-4E5B-A434-3069E266996F}" srcOrd="0" destOrd="0" presId="urn:microsoft.com/office/officeart/2008/layout/HorizontalMultiLevelHierarchy"/>
    <dgm:cxn modelId="{90ACA8F1-75A4-4D9D-9A1A-4DE332DF7290}" srcId="{F8A4306D-2EA6-4060-9C81-584FC924A72D}" destId="{DDE09034-1577-4615-AE7A-187B4C369A9A}" srcOrd="6" destOrd="0" parTransId="{950148CB-A4C6-463D-AF37-AF261141D0EB}" sibTransId="{AF13E3D2-1026-4758-91E6-17B3CBDCA8B8}"/>
    <dgm:cxn modelId="{8F3368F5-F41B-4556-9C6D-DF069942DA84}" type="presOf" srcId="{07CF0387-B6A7-46F6-8D80-6515DE1A07FD}" destId="{F79FB1EC-FF45-40C7-BCB6-021087AEF7A4}" srcOrd="0" destOrd="0" presId="urn:microsoft.com/office/officeart/2008/layout/HorizontalMultiLevelHierarchy"/>
    <dgm:cxn modelId="{0784DBFA-D68E-4161-989A-37699ABFE704}" type="presOf" srcId="{8BE22E42-DB0A-4790-87BD-8B0CEA94CA04}" destId="{B1DAB71E-6E0D-4893-9248-FF2AC3D62576}" srcOrd="1" destOrd="0" presId="urn:microsoft.com/office/officeart/2008/layout/HorizontalMultiLevelHierarchy"/>
    <dgm:cxn modelId="{0AF3A6FB-F530-48B3-ABA1-B971A6D1AFA4}" type="presOf" srcId="{F8A4306D-2EA6-4060-9C81-584FC924A72D}" destId="{1A8C8775-11A9-4910-9DB9-4ADDC072442C}" srcOrd="0" destOrd="0" presId="urn:microsoft.com/office/officeart/2008/layout/HorizontalMultiLevelHierarchy"/>
    <dgm:cxn modelId="{486BDEFB-0292-4910-B218-9FD3F4D4D8FC}" type="presOf" srcId="{DC92EE81-E160-409C-8D57-13731F9F37AC}" destId="{81E432F6-3EF7-4549-811C-B578FA37B5ED}" srcOrd="1" destOrd="0" presId="urn:microsoft.com/office/officeart/2008/layout/HorizontalMultiLevelHierarchy"/>
    <dgm:cxn modelId="{CFE2B65B-86AA-4E3A-88F2-F13AD24FC2BB}" type="presParOf" srcId="{AB769FB9-81B7-4D88-8E0E-4605BD1B277C}" destId="{4EC09F46-69D8-4EC8-A3FD-B9943A6C53ED}" srcOrd="0" destOrd="0" presId="urn:microsoft.com/office/officeart/2008/layout/HorizontalMultiLevelHierarchy"/>
    <dgm:cxn modelId="{D0D39961-E81F-43E0-848D-6E3883E5C7F0}" type="presParOf" srcId="{4EC09F46-69D8-4EC8-A3FD-B9943A6C53ED}" destId="{1A8C8775-11A9-4910-9DB9-4ADDC072442C}" srcOrd="0" destOrd="0" presId="urn:microsoft.com/office/officeart/2008/layout/HorizontalMultiLevelHierarchy"/>
    <dgm:cxn modelId="{45C2B896-E73A-42BD-91F7-465753C899EC}" type="presParOf" srcId="{4EC09F46-69D8-4EC8-A3FD-B9943A6C53ED}" destId="{15760790-9539-44A9-A52D-58AB584996E5}" srcOrd="1" destOrd="0" presId="urn:microsoft.com/office/officeart/2008/layout/HorizontalMultiLevelHierarchy"/>
    <dgm:cxn modelId="{54AF2780-3CF3-4430-B35B-162FA3D5EF2B}" type="presParOf" srcId="{15760790-9539-44A9-A52D-58AB584996E5}" destId="{92090F43-5B4E-4749-BCAA-CA724B1D4710}" srcOrd="0" destOrd="0" presId="urn:microsoft.com/office/officeart/2008/layout/HorizontalMultiLevelHierarchy"/>
    <dgm:cxn modelId="{82D3F34F-A37B-404A-B2E4-9C94B5CAE127}" type="presParOf" srcId="{92090F43-5B4E-4749-BCAA-CA724B1D4710}" destId="{81E432F6-3EF7-4549-811C-B578FA37B5ED}" srcOrd="0" destOrd="0" presId="urn:microsoft.com/office/officeart/2008/layout/HorizontalMultiLevelHierarchy"/>
    <dgm:cxn modelId="{976C58F1-F60C-4A3B-9EF1-20F012813726}" type="presParOf" srcId="{15760790-9539-44A9-A52D-58AB584996E5}" destId="{72B2EE92-AB90-4A5C-9510-488C5A769220}" srcOrd="1" destOrd="0" presId="urn:microsoft.com/office/officeart/2008/layout/HorizontalMultiLevelHierarchy"/>
    <dgm:cxn modelId="{BABF0B55-9D85-4297-B0E3-C289D4ADD617}" type="presParOf" srcId="{72B2EE92-AB90-4A5C-9510-488C5A769220}" destId="{B2ADA6F2-50C6-4A88-AAA9-37F38027290A}" srcOrd="0" destOrd="0" presId="urn:microsoft.com/office/officeart/2008/layout/HorizontalMultiLevelHierarchy"/>
    <dgm:cxn modelId="{4FC91912-9639-48D3-A8A3-37B8E8611284}" type="presParOf" srcId="{72B2EE92-AB90-4A5C-9510-488C5A769220}" destId="{FCCA6175-AB58-4D81-9EEF-6F7407CF7161}" srcOrd="1" destOrd="0" presId="urn:microsoft.com/office/officeart/2008/layout/HorizontalMultiLevelHierarchy"/>
    <dgm:cxn modelId="{BF918AB0-BDEF-48B6-90C4-DDAADC1A60D8}" type="presParOf" srcId="{FCCA6175-AB58-4D81-9EEF-6F7407CF7161}" destId="{4B05A99A-E246-46F2-AB3A-026B7D4A2E61}" srcOrd="0" destOrd="0" presId="urn:microsoft.com/office/officeart/2008/layout/HorizontalMultiLevelHierarchy"/>
    <dgm:cxn modelId="{873D587E-E709-4A7B-B811-80AF1C572E66}" type="presParOf" srcId="{4B05A99A-E246-46F2-AB3A-026B7D4A2E61}" destId="{1A1833A3-A14C-49DB-8540-B7B88BCFFCBF}" srcOrd="0" destOrd="0" presId="urn:microsoft.com/office/officeart/2008/layout/HorizontalMultiLevelHierarchy"/>
    <dgm:cxn modelId="{31C06BE5-D4F8-414F-9C80-F0D6B94A876C}" type="presParOf" srcId="{FCCA6175-AB58-4D81-9EEF-6F7407CF7161}" destId="{33FB4D3F-7341-45AD-8221-ADB5A751C83D}" srcOrd="1" destOrd="0" presId="urn:microsoft.com/office/officeart/2008/layout/HorizontalMultiLevelHierarchy"/>
    <dgm:cxn modelId="{86C91FD9-FD4B-4614-B4AE-483AE2B8CD54}" type="presParOf" srcId="{33FB4D3F-7341-45AD-8221-ADB5A751C83D}" destId="{A4C45FEA-92CF-410A-BAE6-F2E78B0126BC}" srcOrd="0" destOrd="0" presId="urn:microsoft.com/office/officeart/2008/layout/HorizontalMultiLevelHierarchy"/>
    <dgm:cxn modelId="{DEDA4AF3-7C6B-4A3C-9700-6A035A0BFD74}" type="presParOf" srcId="{33FB4D3F-7341-45AD-8221-ADB5A751C83D}" destId="{02E653AD-846B-40EE-88C1-4A9603228BF4}" srcOrd="1" destOrd="0" presId="urn:microsoft.com/office/officeart/2008/layout/HorizontalMultiLevelHierarchy"/>
    <dgm:cxn modelId="{7E15AC51-1DD0-470F-B7CF-8C7FFF68AFE4}" type="presParOf" srcId="{15760790-9539-44A9-A52D-58AB584996E5}" destId="{F31F3F23-7C72-452A-ADC8-1CB2C7B14B46}" srcOrd="2" destOrd="0" presId="urn:microsoft.com/office/officeart/2008/layout/HorizontalMultiLevelHierarchy"/>
    <dgm:cxn modelId="{7B759357-7D9E-4D98-B698-5AADF5FF04A5}" type="presParOf" srcId="{F31F3F23-7C72-452A-ADC8-1CB2C7B14B46}" destId="{37CD627C-8293-4029-B114-AA7B7535644E}" srcOrd="0" destOrd="0" presId="urn:microsoft.com/office/officeart/2008/layout/HorizontalMultiLevelHierarchy"/>
    <dgm:cxn modelId="{78B78E70-112C-497E-87AA-543416FDE9E6}" type="presParOf" srcId="{15760790-9539-44A9-A52D-58AB584996E5}" destId="{81987734-CB8C-4533-9770-A4DA592EF4DF}" srcOrd="3" destOrd="0" presId="urn:microsoft.com/office/officeart/2008/layout/HorizontalMultiLevelHierarchy"/>
    <dgm:cxn modelId="{76254943-9F08-426A-A46C-E6D74A5C660F}" type="presParOf" srcId="{81987734-CB8C-4533-9770-A4DA592EF4DF}" destId="{8F7C36BE-E589-4461-8F16-778807C0B166}" srcOrd="0" destOrd="0" presId="urn:microsoft.com/office/officeart/2008/layout/HorizontalMultiLevelHierarchy"/>
    <dgm:cxn modelId="{90DD9C3E-307A-4207-839C-FE259FE7B326}" type="presParOf" srcId="{81987734-CB8C-4533-9770-A4DA592EF4DF}" destId="{3820E890-198B-4C85-958B-050818C8959F}" srcOrd="1" destOrd="0" presId="urn:microsoft.com/office/officeart/2008/layout/HorizontalMultiLevelHierarchy"/>
    <dgm:cxn modelId="{331A633B-CE63-4ECF-933E-89B9B0C0B259}" type="presParOf" srcId="{3820E890-198B-4C85-958B-050818C8959F}" destId="{AED007FA-37FB-4F86-89CC-6C075822185A}" srcOrd="0" destOrd="0" presId="urn:microsoft.com/office/officeart/2008/layout/HorizontalMultiLevelHierarchy"/>
    <dgm:cxn modelId="{DB73C536-6EAB-41C8-A86B-8453410A4F6D}" type="presParOf" srcId="{AED007FA-37FB-4F86-89CC-6C075822185A}" destId="{4E1697FD-949A-4496-B738-4CCBFEEB4FC9}" srcOrd="0" destOrd="0" presId="urn:microsoft.com/office/officeart/2008/layout/HorizontalMultiLevelHierarchy"/>
    <dgm:cxn modelId="{6BAC378B-6C14-4DE4-AB47-F3590B7771A4}" type="presParOf" srcId="{3820E890-198B-4C85-958B-050818C8959F}" destId="{B309A9B0-A9E6-4D25-B6A7-4C4990A8942E}" srcOrd="1" destOrd="0" presId="urn:microsoft.com/office/officeart/2008/layout/HorizontalMultiLevelHierarchy"/>
    <dgm:cxn modelId="{CECC40AA-4402-4C04-85E8-463C3E75330B}" type="presParOf" srcId="{B309A9B0-A9E6-4D25-B6A7-4C4990A8942E}" destId="{1940D8D1-D8D2-44B3-97F1-1DE66184A9F5}" srcOrd="0" destOrd="0" presId="urn:microsoft.com/office/officeart/2008/layout/HorizontalMultiLevelHierarchy"/>
    <dgm:cxn modelId="{59BE8958-FF2E-4174-AF89-5098CF5951FE}" type="presParOf" srcId="{B309A9B0-A9E6-4D25-B6A7-4C4990A8942E}" destId="{4DC3BA15-DFDF-48F3-9D40-2ACF7FB90C91}" srcOrd="1" destOrd="0" presId="urn:microsoft.com/office/officeart/2008/layout/HorizontalMultiLevelHierarchy"/>
    <dgm:cxn modelId="{7AB3264E-37C6-440F-AB1D-D13EE3D31B62}" type="presParOf" srcId="{15760790-9539-44A9-A52D-58AB584996E5}" destId="{E43A60A7-9DDF-42B2-A812-4D4F0F75076B}" srcOrd="4" destOrd="0" presId="urn:microsoft.com/office/officeart/2008/layout/HorizontalMultiLevelHierarchy"/>
    <dgm:cxn modelId="{460181F4-BC64-4087-9341-DB554186A217}" type="presParOf" srcId="{E43A60A7-9DDF-42B2-A812-4D4F0F75076B}" destId="{CE810C7E-C3EF-4168-95BF-2980E8095076}" srcOrd="0" destOrd="0" presId="urn:microsoft.com/office/officeart/2008/layout/HorizontalMultiLevelHierarchy"/>
    <dgm:cxn modelId="{6BAA7A6C-397C-4D89-B755-40EA0F54E3E0}" type="presParOf" srcId="{15760790-9539-44A9-A52D-58AB584996E5}" destId="{2FDCB53E-1839-42F6-B7BD-BFFEEA57B5F0}" srcOrd="5" destOrd="0" presId="urn:microsoft.com/office/officeart/2008/layout/HorizontalMultiLevelHierarchy"/>
    <dgm:cxn modelId="{34A87517-8F9A-402E-8A50-4F9D50419F0D}" type="presParOf" srcId="{2FDCB53E-1839-42F6-B7BD-BFFEEA57B5F0}" destId="{32ACC1F6-D5B9-4CEA-991A-2E04658BD206}" srcOrd="0" destOrd="0" presId="urn:microsoft.com/office/officeart/2008/layout/HorizontalMultiLevelHierarchy"/>
    <dgm:cxn modelId="{73CF88C9-665C-48DF-8322-A086F355E7F9}" type="presParOf" srcId="{2FDCB53E-1839-42F6-B7BD-BFFEEA57B5F0}" destId="{B74E96B9-7929-453A-8253-F93A52E48265}" srcOrd="1" destOrd="0" presId="urn:microsoft.com/office/officeart/2008/layout/HorizontalMultiLevelHierarchy"/>
    <dgm:cxn modelId="{226A7BE6-3AB9-4AB7-B33B-2EDB072B5F3D}" type="presParOf" srcId="{B74E96B9-7929-453A-8253-F93A52E48265}" destId="{B2B4A0BD-CC93-4FCA-BF75-A830AFB73DEC}" srcOrd="0" destOrd="0" presId="urn:microsoft.com/office/officeart/2008/layout/HorizontalMultiLevelHierarchy"/>
    <dgm:cxn modelId="{AC8D1DC4-23F4-48CC-AE97-4BEF23B6FCD6}" type="presParOf" srcId="{B2B4A0BD-CC93-4FCA-BF75-A830AFB73DEC}" destId="{C8CAE5BF-C719-4C4D-9AE0-77BA947CFC9F}" srcOrd="0" destOrd="0" presId="urn:microsoft.com/office/officeart/2008/layout/HorizontalMultiLevelHierarchy"/>
    <dgm:cxn modelId="{8105C0E7-9572-4362-ADE6-A85A8E57789E}" type="presParOf" srcId="{B74E96B9-7929-453A-8253-F93A52E48265}" destId="{5231981C-03B0-450C-944E-E012795E1ACC}" srcOrd="1" destOrd="0" presId="urn:microsoft.com/office/officeart/2008/layout/HorizontalMultiLevelHierarchy"/>
    <dgm:cxn modelId="{7A8F61D7-0FD4-4517-9D7B-93C30BF8CC10}" type="presParOf" srcId="{5231981C-03B0-450C-944E-E012795E1ACC}" destId="{628A2A3E-5D89-4597-B4EF-9A03E6CD111F}" srcOrd="0" destOrd="0" presId="urn:microsoft.com/office/officeart/2008/layout/HorizontalMultiLevelHierarchy"/>
    <dgm:cxn modelId="{3DE6E39D-8B5E-438B-92AC-F46AA874B38F}" type="presParOf" srcId="{5231981C-03B0-450C-944E-E012795E1ACC}" destId="{2A01DE46-9362-4F1A-AB54-B6FA4E5B9E4B}" srcOrd="1" destOrd="0" presId="urn:microsoft.com/office/officeart/2008/layout/HorizontalMultiLevelHierarchy"/>
    <dgm:cxn modelId="{18B5D213-4921-4FDC-9834-3F0859A9D94A}" type="presParOf" srcId="{15760790-9539-44A9-A52D-58AB584996E5}" destId="{FA624BE1-9ACC-4E7D-9F6D-BDD9E6D78BF6}" srcOrd="6" destOrd="0" presId="urn:microsoft.com/office/officeart/2008/layout/HorizontalMultiLevelHierarchy"/>
    <dgm:cxn modelId="{5DB540A2-2C2B-4C69-8022-89BCC4EA0C41}" type="presParOf" srcId="{FA624BE1-9ACC-4E7D-9F6D-BDD9E6D78BF6}" destId="{B1DAB71E-6E0D-4893-9248-FF2AC3D62576}" srcOrd="0" destOrd="0" presId="urn:microsoft.com/office/officeart/2008/layout/HorizontalMultiLevelHierarchy"/>
    <dgm:cxn modelId="{B34C3F67-2CC6-4D61-9BDF-D5A8B947372B}" type="presParOf" srcId="{15760790-9539-44A9-A52D-58AB584996E5}" destId="{39B18842-E86C-4A21-9358-DDBD88C9AE12}" srcOrd="7" destOrd="0" presId="urn:microsoft.com/office/officeart/2008/layout/HorizontalMultiLevelHierarchy"/>
    <dgm:cxn modelId="{EDAAF27E-59E0-46A6-B5FC-B086D11F69CC}" type="presParOf" srcId="{39B18842-E86C-4A21-9358-DDBD88C9AE12}" destId="{BEDCAB73-F473-4593-A1D1-34DA9B04C965}" srcOrd="0" destOrd="0" presId="urn:microsoft.com/office/officeart/2008/layout/HorizontalMultiLevelHierarchy"/>
    <dgm:cxn modelId="{713832A7-9CCF-4F0C-9CAF-DB7069419BAD}" type="presParOf" srcId="{39B18842-E86C-4A21-9358-DDBD88C9AE12}" destId="{EC061381-D743-43E7-A907-6CB83D1DEB83}" srcOrd="1" destOrd="0" presId="urn:microsoft.com/office/officeart/2008/layout/HorizontalMultiLevelHierarchy"/>
    <dgm:cxn modelId="{EE3D2654-6CCA-454F-B152-223CD155D6FD}" type="presParOf" srcId="{EC061381-D743-43E7-A907-6CB83D1DEB83}" destId="{8CC5F557-42F1-4B0B-AC0D-0C0CBF6ED1B3}" srcOrd="0" destOrd="0" presId="urn:microsoft.com/office/officeart/2008/layout/HorizontalMultiLevelHierarchy"/>
    <dgm:cxn modelId="{702DCD3C-92EB-4B81-86E1-D7A25231416F}" type="presParOf" srcId="{8CC5F557-42F1-4B0B-AC0D-0C0CBF6ED1B3}" destId="{E585CA63-65E2-4911-8756-8FE26BB94D1B}" srcOrd="0" destOrd="0" presId="urn:microsoft.com/office/officeart/2008/layout/HorizontalMultiLevelHierarchy"/>
    <dgm:cxn modelId="{7B169FD2-99F9-4427-93B9-4693120B1948}" type="presParOf" srcId="{EC061381-D743-43E7-A907-6CB83D1DEB83}" destId="{374F112A-1E22-4716-B446-29EF895994F2}" srcOrd="1" destOrd="0" presId="urn:microsoft.com/office/officeart/2008/layout/HorizontalMultiLevelHierarchy"/>
    <dgm:cxn modelId="{B9EF9B0D-7FFE-4092-BC8A-3ED7AEC4943C}" type="presParOf" srcId="{374F112A-1E22-4716-B446-29EF895994F2}" destId="{BF0809FD-2D3B-44DC-9B5F-F7279B419970}" srcOrd="0" destOrd="0" presId="urn:microsoft.com/office/officeart/2008/layout/HorizontalMultiLevelHierarchy"/>
    <dgm:cxn modelId="{4C29A23F-192C-4991-A129-1063EBCF0DBE}" type="presParOf" srcId="{374F112A-1E22-4716-B446-29EF895994F2}" destId="{0C66CF0C-2C64-4CB0-A1FC-B43CAF637CB7}" srcOrd="1" destOrd="0" presId="urn:microsoft.com/office/officeart/2008/layout/HorizontalMultiLevelHierarchy"/>
    <dgm:cxn modelId="{988C64EB-4606-47FC-828A-5A528B376802}" type="presParOf" srcId="{15760790-9539-44A9-A52D-58AB584996E5}" destId="{FE9BAB8F-E46F-4F0B-9F5C-E8662C1E6217}" srcOrd="8" destOrd="0" presId="urn:microsoft.com/office/officeart/2008/layout/HorizontalMultiLevelHierarchy"/>
    <dgm:cxn modelId="{316A7C19-5C31-4B04-A310-3F20E4ADF639}" type="presParOf" srcId="{FE9BAB8F-E46F-4F0B-9F5C-E8662C1E6217}" destId="{BF41CCA9-4415-4941-A18B-00E2CD618542}" srcOrd="0" destOrd="0" presId="urn:microsoft.com/office/officeart/2008/layout/HorizontalMultiLevelHierarchy"/>
    <dgm:cxn modelId="{B9B673DC-C9F1-4E7A-9248-29F81438A301}" type="presParOf" srcId="{15760790-9539-44A9-A52D-58AB584996E5}" destId="{793784E1-95B3-48EF-A4BD-64F431A89F0C}" srcOrd="9" destOrd="0" presId="urn:microsoft.com/office/officeart/2008/layout/HorizontalMultiLevelHierarchy"/>
    <dgm:cxn modelId="{3E873165-AE8C-4BDC-880A-41DA61FB22BA}" type="presParOf" srcId="{793784E1-95B3-48EF-A4BD-64F431A89F0C}" destId="{DAE82DBF-0D60-41F0-896E-3650DCF6B75A}" srcOrd="0" destOrd="0" presId="urn:microsoft.com/office/officeart/2008/layout/HorizontalMultiLevelHierarchy"/>
    <dgm:cxn modelId="{B40795F3-2DC2-4E33-A8A8-6400D7CC8B26}" type="presParOf" srcId="{793784E1-95B3-48EF-A4BD-64F431A89F0C}" destId="{886F5094-6F41-45A7-A523-4206CD241528}" srcOrd="1" destOrd="0" presId="urn:microsoft.com/office/officeart/2008/layout/HorizontalMultiLevelHierarchy"/>
    <dgm:cxn modelId="{F69872F8-45E8-4F3A-9D21-CF39FA8FE224}" type="presParOf" srcId="{886F5094-6F41-45A7-A523-4206CD241528}" destId="{242DFC76-2C2F-4E5B-A434-3069E266996F}" srcOrd="0" destOrd="0" presId="urn:microsoft.com/office/officeart/2008/layout/HorizontalMultiLevelHierarchy"/>
    <dgm:cxn modelId="{F43EF928-BDCC-4656-97AD-566D7BDD85E2}" type="presParOf" srcId="{242DFC76-2C2F-4E5B-A434-3069E266996F}" destId="{74B3A296-039B-4BED-BB61-0FBB83070830}" srcOrd="0" destOrd="0" presId="urn:microsoft.com/office/officeart/2008/layout/HorizontalMultiLevelHierarchy"/>
    <dgm:cxn modelId="{501A9DCF-F3CF-4F9D-819B-F6814AB6B4D6}" type="presParOf" srcId="{886F5094-6F41-45A7-A523-4206CD241528}" destId="{E915C2A4-D7E7-4FE9-B6D3-EB9C04A7D83D}" srcOrd="1" destOrd="0" presId="urn:microsoft.com/office/officeart/2008/layout/HorizontalMultiLevelHierarchy"/>
    <dgm:cxn modelId="{70AA7C77-1F37-4E50-B0E5-B0E4558B32BA}" type="presParOf" srcId="{E915C2A4-D7E7-4FE9-B6D3-EB9C04A7D83D}" destId="{28608C39-3F6E-4FF4-B46E-25405EEBF80D}" srcOrd="0" destOrd="0" presId="urn:microsoft.com/office/officeart/2008/layout/HorizontalMultiLevelHierarchy"/>
    <dgm:cxn modelId="{BF0AEB96-2CDA-469A-9FFC-9DA789CC8E3E}" type="presParOf" srcId="{E915C2A4-D7E7-4FE9-B6D3-EB9C04A7D83D}" destId="{26160947-2AE9-4FC0-9084-1CB0F9F67213}" srcOrd="1" destOrd="0" presId="urn:microsoft.com/office/officeart/2008/layout/HorizontalMultiLevelHierarchy"/>
    <dgm:cxn modelId="{5CA40F30-618C-40E8-865F-7BF69E28D077}" type="presParOf" srcId="{15760790-9539-44A9-A52D-58AB584996E5}" destId="{F7C38909-BE07-464E-834D-BDCFBA258100}" srcOrd="10" destOrd="0" presId="urn:microsoft.com/office/officeart/2008/layout/HorizontalMultiLevelHierarchy"/>
    <dgm:cxn modelId="{8035E667-56B8-4562-BCAC-33D9055A2BE7}" type="presParOf" srcId="{F7C38909-BE07-464E-834D-BDCFBA258100}" destId="{2D59348E-CC92-4EDA-8DAB-F0153DE00DFE}" srcOrd="0" destOrd="0" presId="urn:microsoft.com/office/officeart/2008/layout/HorizontalMultiLevelHierarchy"/>
    <dgm:cxn modelId="{EAF04F71-DD10-4A41-B818-3160F38EBF7B}" type="presParOf" srcId="{15760790-9539-44A9-A52D-58AB584996E5}" destId="{09E3E5F7-6710-42A6-8755-1B392952BE7A}" srcOrd="11" destOrd="0" presId="urn:microsoft.com/office/officeart/2008/layout/HorizontalMultiLevelHierarchy"/>
    <dgm:cxn modelId="{9F719C7C-D897-4740-862B-C79B99C0D561}" type="presParOf" srcId="{09E3E5F7-6710-42A6-8755-1B392952BE7A}" destId="{FDF91A2A-2A66-4C6C-A86A-CDF4326DA8EE}" srcOrd="0" destOrd="0" presId="urn:microsoft.com/office/officeart/2008/layout/HorizontalMultiLevelHierarchy"/>
    <dgm:cxn modelId="{FD7E149A-37C4-4308-997E-F67B23F595E9}" type="presParOf" srcId="{09E3E5F7-6710-42A6-8755-1B392952BE7A}" destId="{CF943F71-00A5-4A37-9AA2-340A74FF6AAC}" srcOrd="1" destOrd="0" presId="urn:microsoft.com/office/officeart/2008/layout/HorizontalMultiLevelHierarchy"/>
    <dgm:cxn modelId="{9D880257-D3FE-46BB-9ED8-2937EFD9658D}" type="presParOf" srcId="{CF943F71-00A5-4A37-9AA2-340A74FF6AAC}" destId="{23D8B84C-DB91-4AEA-97CC-CAEF5977E10D}" srcOrd="0" destOrd="0" presId="urn:microsoft.com/office/officeart/2008/layout/HorizontalMultiLevelHierarchy"/>
    <dgm:cxn modelId="{E9912B87-A726-4C64-A0F1-E0B40D8E97AB}" type="presParOf" srcId="{23D8B84C-DB91-4AEA-97CC-CAEF5977E10D}" destId="{7FFF7573-A8D6-42B9-9666-DB5CFBDC6547}" srcOrd="0" destOrd="0" presId="urn:microsoft.com/office/officeart/2008/layout/HorizontalMultiLevelHierarchy"/>
    <dgm:cxn modelId="{20C49B45-741B-4A2A-85FB-0B75CC6EB5E3}" type="presParOf" srcId="{CF943F71-00A5-4A37-9AA2-340A74FF6AAC}" destId="{521A8223-8E74-441D-ACBA-482867AB3D23}" srcOrd="1" destOrd="0" presId="urn:microsoft.com/office/officeart/2008/layout/HorizontalMultiLevelHierarchy"/>
    <dgm:cxn modelId="{6CA00F95-5BA9-4D16-8AB2-BE85B8C761E6}" type="presParOf" srcId="{521A8223-8E74-441D-ACBA-482867AB3D23}" destId="{90A1B84C-1E56-49A9-89CD-6FECF2BA6A56}" srcOrd="0" destOrd="0" presId="urn:microsoft.com/office/officeart/2008/layout/HorizontalMultiLevelHierarchy"/>
    <dgm:cxn modelId="{399DEE8F-15D9-4A22-B1F3-9E21F1BD55D6}" type="presParOf" srcId="{521A8223-8E74-441D-ACBA-482867AB3D23}" destId="{D1329FED-B27A-46B6-AE43-3C67A89004F0}" srcOrd="1" destOrd="0" presId="urn:microsoft.com/office/officeart/2008/layout/HorizontalMultiLevelHierarchy"/>
    <dgm:cxn modelId="{AB3BF631-B0AE-422E-8FDC-3E6C787E7CD1}" type="presParOf" srcId="{15760790-9539-44A9-A52D-58AB584996E5}" destId="{EA21B7AA-9486-4067-B349-50CE4D95F9B9}" srcOrd="12" destOrd="0" presId="urn:microsoft.com/office/officeart/2008/layout/HorizontalMultiLevelHierarchy"/>
    <dgm:cxn modelId="{FAB9CC3A-2AE5-4CFF-873C-1C2914C96D2D}" type="presParOf" srcId="{EA21B7AA-9486-4067-B349-50CE4D95F9B9}" destId="{46C640A8-4221-49EA-B21F-B4D90F5A805F}" srcOrd="0" destOrd="0" presId="urn:microsoft.com/office/officeart/2008/layout/HorizontalMultiLevelHierarchy"/>
    <dgm:cxn modelId="{65D54325-A7F5-4D0A-B58F-DEB2D151366E}" type="presParOf" srcId="{15760790-9539-44A9-A52D-58AB584996E5}" destId="{CBEFB087-3B44-44CC-8A65-30A263DE3FA7}" srcOrd="13" destOrd="0" presId="urn:microsoft.com/office/officeart/2008/layout/HorizontalMultiLevelHierarchy"/>
    <dgm:cxn modelId="{B7EEC979-8E7F-465B-B17C-7C002CF015DE}" type="presParOf" srcId="{CBEFB087-3B44-44CC-8A65-30A263DE3FA7}" destId="{C3BAA938-E657-4B3A-9C99-A24D140B8CBB}" srcOrd="0" destOrd="0" presId="urn:microsoft.com/office/officeart/2008/layout/HorizontalMultiLevelHierarchy"/>
    <dgm:cxn modelId="{8BFDC1C4-41D6-4A11-9E42-80EAA74E172B}" type="presParOf" srcId="{CBEFB087-3B44-44CC-8A65-30A263DE3FA7}" destId="{803DB0ED-84B8-46AD-A2BD-DD3B28A4BD05}" srcOrd="1" destOrd="0" presId="urn:microsoft.com/office/officeart/2008/layout/HorizontalMultiLevelHierarchy"/>
    <dgm:cxn modelId="{E2C7B044-1222-43CF-8CEF-7AEA9245CAFD}" type="presParOf" srcId="{803DB0ED-84B8-46AD-A2BD-DD3B28A4BD05}" destId="{BDCFE27E-26F6-4FD4-8AE4-8BC51FEBD9BF}" srcOrd="0" destOrd="0" presId="urn:microsoft.com/office/officeart/2008/layout/HorizontalMultiLevelHierarchy"/>
    <dgm:cxn modelId="{877A9BB2-5BDF-4B40-B798-C9EE63C73F6A}" type="presParOf" srcId="{BDCFE27E-26F6-4FD4-8AE4-8BC51FEBD9BF}" destId="{BE53E4A3-A7BA-474B-AAD8-631FD88E8582}" srcOrd="0" destOrd="0" presId="urn:microsoft.com/office/officeart/2008/layout/HorizontalMultiLevelHierarchy"/>
    <dgm:cxn modelId="{EBCB51FC-6094-4AEC-B9AA-6A4C255A7B25}" type="presParOf" srcId="{803DB0ED-84B8-46AD-A2BD-DD3B28A4BD05}" destId="{7CFB584A-284A-463D-8F4D-F9C229B8245A}" srcOrd="1" destOrd="0" presId="urn:microsoft.com/office/officeart/2008/layout/HorizontalMultiLevelHierarchy"/>
    <dgm:cxn modelId="{3071CEB4-9E7E-47B4-BBC2-A77943D16CD7}" type="presParOf" srcId="{7CFB584A-284A-463D-8F4D-F9C229B8245A}" destId="{F8F523A0-50B5-49B0-870A-BBD6A436C9F3}" srcOrd="0" destOrd="0" presId="urn:microsoft.com/office/officeart/2008/layout/HorizontalMultiLevelHierarchy"/>
    <dgm:cxn modelId="{F8C1B382-7BBA-4D46-BC40-35E2DAE101BF}" type="presParOf" srcId="{7CFB584A-284A-463D-8F4D-F9C229B8245A}" destId="{A265BCA6-A9E8-4BB4-BF49-1AA28A2546EF}" srcOrd="1" destOrd="0" presId="urn:microsoft.com/office/officeart/2008/layout/HorizontalMultiLevelHierarchy"/>
    <dgm:cxn modelId="{95EF7CD3-2D88-459E-9044-A4BE8002F78A}" type="presParOf" srcId="{15760790-9539-44A9-A52D-58AB584996E5}" destId="{E7448DA2-ABEA-4A21-9757-53D581D7F3FD}" srcOrd="14" destOrd="0" presId="urn:microsoft.com/office/officeart/2008/layout/HorizontalMultiLevelHierarchy"/>
    <dgm:cxn modelId="{C7982213-612E-4E57-89FE-A7BADACD52BA}" type="presParOf" srcId="{E7448DA2-ABEA-4A21-9757-53D581D7F3FD}" destId="{E3D0D3B2-09CA-4905-A15A-B5077E79086E}" srcOrd="0" destOrd="0" presId="urn:microsoft.com/office/officeart/2008/layout/HorizontalMultiLevelHierarchy"/>
    <dgm:cxn modelId="{7531DEBD-FFCD-4605-947F-27938CD77455}" type="presParOf" srcId="{15760790-9539-44A9-A52D-58AB584996E5}" destId="{1A5AA4F0-CBA6-4DC1-BA95-294FA49D68E6}" srcOrd="15" destOrd="0" presId="urn:microsoft.com/office/officeart/2008/layout/HorizontalMultiLevelHierarchy"/>
    <dgm:cxn modelId="{90E1D2C8-BDD3-4234-B6DE-44EC3B9D0F81}" type="presParOf" srcId="{1A5AA4F0-CBA6-4DC1-BA95-294FA49D68E6}" destId="{F79FB1EC-FF45-40C7-BCB6-021087AEF7A4}" srcOrd="0" destOrd="0" presId="urn:microsoft.com/office/officeart/2008/layout/HorizontalMultiLevelHierarchy"/>
    <dgm:cxn modelId="{62A2045D-ECDC-4E77-9A4F-1A037F510C52}" type="presParOf" srcId="{1A5AA4F0-CBA6-4DC1-BA95-294FA49D68E6}" destId="{D8836E39-B4A4-4487-81A7-7BAB37E5BE9D}" srcOrd="1" destOrd="0" presId="urn:microsoft.com/office/officeart/2008/layout/HorizontalMultiLevelHierarchy"/>
    <dgm:cxn modelId="{3D69FF9A-490D-4634-A599-59BCF2E54341}" type="presParOf" srcId="{D8836E39-B4A4-4487-81A7-7BAB37E5BE9D}" destId="{0D8E187A-7BFB-4E86-8920-897B6EBBCC7D}" srcOrd="0" destOrd="0" presId="urn:microsoft.com/office/officeart/2008/layout/HorizontalMultiLevelHierarchy"/>
    <dgm:cxn modelId="{B1703D0B-7AF5-4862-B455-73DB88909B99}" type="presParOf" srcId="{0D8E187A-7BFB-4E86-8920-897B6EBBCC7D}" destId="{8DCBB455-9808-4CB7-8DB9-5E8D68607B45}" srcOrd="0" destOrd="0" presId="urn:microsoft.com/office/officeart/2008/layout/HorizontalMultiLevelHierarchy"/>
    <dgm:cxn modelId="{A2925561-BCFB-4163-A02D-66C49CCA801F}" type="presParOf" srcId="{D8836E39-B4A4-4487-81A7-7BAB37E5BE9D}" destId="{6D16900C-6DB7-48C3-A7D0-561CAEE972C0}" srcOrd="1" destOrd="0" presId="urn:microsoft.com/office/officeart/2008/layout/HorizontalMultiLevelHierarchy"/>
    <dgm:cxn modelId="{07B84585-FC88-43B2-A4E9-96C5A44F1B28}" type="presParOf" srcId="{6D16900C-6DB7-48C3-A7D0-561CAEE972C0}" destId="{676AE3D0-5F4C-4EE7-B7E9-D1E6FBA3729D}" srcOrd="0" destOrd="0" presId="urn:microsoft.com/office/officeart/2008/layout/HorizontalMultiLevelHierarchy"/>
    <dgm:cxn modelId="{D6A2566D-AED1-4C26-BC10-C9B45E01F058}" type="presParOf" srcId="{6D16900C-6DB7-48C3-A7D0-561CAEE972C0}" destId="{5E927D94-D12B-44F7-9F08-27A62E0A8AE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 dirty="0"/>
            <a:t>Productos</a:t>
          </a: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/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/>
        </a:p>
      </dgm:t>
    </dgm:pt>
    <dgm:pt modelId="{D5CC7BC0-399A-4FA1-9282-8E02243BD9DA}">
      <dgm:prSet phldrT="[Texto]" phldr="0"/>
      <dgm:spPr/>
      <dgm:t>
        <a:bodyPr/>
        <a:lstStyle/>
        <a:p>
          <a:r>
            <a:rPr lang="es-EC" dirty="0" err="1">
              <a:solidFill>
                <a:srgbClr val="150F41"/>
              </a:solidFill>
            </a:rPr>
            <a:t>Peigo</a:t>
          </a:r>
          <a:endParaRPr lang="es-EC" dirty="0">
            <a:solidFill>
              <a:srgbClr val="150F41"/>
            </a:solidFill>
          </a:endParaRPr>
        </a:p>
      </dgm:t>
    </dgm:pt>
    <dgm:pt modelId="{77DE0F50-91BD-47B0-82F2-905F09486430}" type="parTrans" cxnId="{1C054A4C-FE2D-46FB-B0E2-C91FC85755E0}">
      <dgm:prSet/>
      <dgm:spPr/>
      <dgm:t>
        <a:bodyPr/>
        <a:lstStyle/>
        <a:p>
          <a:endParaRPr lang="es-EC"/>
        </a:p>
      </dgm:t>
    </dgm:pt>
    <dgm:pt modelId="{6B4200AB-22F1-4917-A548-F0CC62565ABB}" type="sibTrans" cxnId="{1C054A4C-FE2D-46FB-B0E2-C91FC85755E0}">
      <dgm:prSet/>
      <dgm:spPr/>
      <dgm:t>
        <a:bodyPr/>
        <a:lstStyle/>
        <a:p>
          <a:endParaRPr lang="es-EC"/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/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/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/>
        </a:p>
      </dgm:t>
    </dgm:pt>
    <dgm:pt modelId="{F6D65D99-858C-4491-8350-4E38A536AD21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Crédito</a:t>
          </a:r>
        </a:p>
      </dgm:t>
    </dgm:pt>
    <dgm:pt modelId="{FEC150FD-CA24-4E50-97F1-E69E41EAECA7}" type="parTrans" cxnId="{6B282A65-641E-4798-B811-1AC8F94F44F5}">
      <dgm:prSet/>
      <dgm:spPr/>
      <dgm:t>
        <a:bodyPr/>
        <a:lstStyle/>
        <a:p>
          <a:endParaRPr lang="es-EC"/>
        </a:p>
      </dgm:t>
    </dgm:pt>
    <dgm:pt modelId="{15769C71-E077-44AB-965F-70D7B581EC38}" type="sibTrans" cxnId="{6B282A65-641E-4798-B811-1AC8F94F44F5}">
      <dgm:prSet/>
      <dgm:spPr/>
      <dgm:t>
        <a:bodyPr/>
        <a:lstStyle/>
        <a:p>
          <a:endParaRPr lang="es-EC"/>
        </a:p>
      </dgm:t>
    </dgm:pt>
    <dgm:pt modelId="{BC06D4EA-C00A-455B-A296-90B7D26E50BF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Cupo 0</a:t>
          </a:r>
        </a:p>
      </dgm:t>
    </dgm:pt>
    <dgm:pt modelId="{1088B713-D373-4F76-B98B-B75395D41BA2}" type="parTrans" cxnId="{72C4DCA9-69DE-411B-B9C2-7B74C9048EBC}">
      <dgm:prSet/>
      <dgm:spPr/>
      <dgm:t>
        <a:bodyPr/>
        <a:lstStyle/>
        <a:p>
          <a:endParaRPr lang="es-EC"/>
        </a:p>
      </dgm:t>
    </dgm:pt>
    <dgm:pt modelId="{640074BF-093A-4037-A45A-F35FD66C4B67}" type="sibTrans" cxnId="{72C4DCA9-69DE-411B-B9C2-7B74C9048EBC}">
      <dgm:prSet/>
      <dgm:spPr/>
      <dgm:t>
        <a:bodyPr/>
        <a:lstStyle/>
        <a:p>
          <a:endParaRPr lang="es-EC"/>
        </a:p>
      </dgm:t>
    </dgm:pt>
    <dgm:pt modelId="{1AB03169-D976-42D7-A273-D4625AE46F9F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Debito</a:t>
          </a:r>
        </a:p>
      </dgm:t>
    </dgm:pt>
    <dgm:pt modelId="{AA478AEC-9F15-47FF-B20B-DE5893F051C0}" type="parTrans" cxnId="{930B6465-918C-4487-9892-21C123CA0BA4}">
      <dgm:prSet/>
      <dgm:spPr/>
      <dgm:t>
        <a:bodyPr/>
        <a:lstStyle/>
        <a:p>
          <a:endParaRPr lang="es-EC"/>
        </a:p>
      </dgm:t>
    </dgm:pt>
    <dgm:pt modelId="{0A7E2B11-0161-4336-8CC6-8057E2D42FCF}" type="sibTrans" cxnId="{930B6465-918C-4487-9892-21C123CA0BA4}">
      <dgm:prSet/>
      <dgm:spPr/>
      <dgm:t>
        <a:bodyPr/>
        <a:lstStyle/>
        <a:p>
          <a:endParaRPr lang="es-EC"/>
        </a:p>
      </dgm:t>
    </dgm:pt>
    <dgm:pt modelId="{7FA6DCDB-7840-414E-A2DC-34707D6C010C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Amiga</a:t>
          </a:r>
        </a:p>
      </dgm:t>
    </dgm:pt>
    <dgm:pt modelId="{BC517616-6D60-41B4-A1E9-EF3BB38B7FA6}" type="parTrans" cxnId="{A5E3A0DE-3F29-45DF-B3C9-345FA27E2BAE}">
      <dgm:prSet/>
      <dgm:spPr/>
      <dgm:t>
        <a:bodyPr/>
        <a:lstStyle/>
        <a:p>
          <a:endParaRPr lang="es-EC"/>
        </a:p>
      </dgm:t>
    </dgm:pt>
    <dgm:pt modelId="{81C5B1B1-C736-4F61-B4D2-15979B594143}" type="sibTrans" cxnId="{A5E3A0DE-3F29-45DF-B3C9-345FA27E2BAE}">
      <dgm:prSet/>
      <dgm:spPr/>
      <dgm:t>
        <a:bodyPr/>
        <a:lstStyle/>
        <a:p>
          <a:endParaRPr lang="es-EC"/>
        </a:p>
      </dgm:t>
    </dgm:pt>
    <dgm:pt modelId="{08AE5005-3581-4A97-BECF-0CCE44B4D53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Ahorro</a:t>
          </a:r>
        </a:p>
      </dgm:t>
    </dgm:pt>
    <dgm:pt modelId="{A004AE72-6A2F-4DC1-86AA-9DD6EF4528AF}" type="parTrans" cxnId="{AEB8F02E-B8EC-45B2-A23C-A943F8742FDE}">
      <dgm:prSet/>
      <dgm:spPr/>
      <dgm:t>
        <a:bodyPr/>
        <a:lstStyle/>
        <a:p>
          <a:endParaRPr lang="es-EC"/>
        </a:p>
      </dgm:t>
    </dgm:pt>
    <dgm:pt modelId="{ECAF6E8F-2852-43EE-B9C4-41442144A0FC}" type="sibTrans" cxnId="{AEB8F02E-B8EC-45B2-A23C-A943F8742FDE}">
      <dgm:prSet/>
      <dgm:spPr/>
      <dgm:t>
        <a:bodyPr/>
        <a:lstStyle/>
        <a:p>
          <a:endParaRPr lang="es-EC"/>
        </a:p>
      </dgm:t>
    </dgm:pt>
    <dgm:pt modelId="{4ACE4D20-0AD1-48A9-9ACB-1F5C46BC0BD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Corriente</a:t>
          </a:r>
        </a:p>
      </dgm:t>
    </dgm:pt>
    <dgm:pt modelId="{07B6C525-6C33-4AE8-B387-9234D98AC7A5}" type="parTrans" cxnId="{049CF7CC-B208-4A72-A5C2-87DD58BA822A}">
      <dgm:prSet/>
      <dgm:spPr/>
      <dgm:t>
        <a:bodyPr/>
        <a:lstStyle/>
        <a:p>
          <a:endParaRPr lang="es-EC"/>
        </a:p>
      </dgm:t>
    </dgm:pt>
    <dgm:pt modelId="{D43DB4CE-5FDD-4F07-B46D-1A1C7495C161}" type="sibTrans" cxnId="{049CF7CC-B208-4A72-A5C2-87DD58BA822A}">
      <dgm:prSet/>
      <dgm:spPr/>
      <dgm:t>
        <a:bodyPr/>
        <a:lstStyle/>
        <a:p>
          <a:endParaRPr lang="es-EC"/>
        </a:p>
      </dgm:t>
    </dgm:pt>
    <dgm:pt modelId="{D703D4E3-80AC-43B7-BB5D-6236C00A0C8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Inversión</a:t>
          </a:r>
        </a:p>
      </dgm:t>
    </dgm:pt>
    <dgm:pt modelId="{C5F0EE40-EBE4-45F5-B1FC-726A9F1B0F73}" type="parTrans" cxnId="{3001B6E0-5A1B-4107-95CB-12E9DCC99663}">
      <dgm:prSet/>
      <dgm:spPr/>
      <dgm:t>
        <a:bodyPr/>
        <a:lstStyle/>
        <a:p>
          <a:endParaRPr lang="es-EC"/>
        </a:p>
      </dgm:t>
    </dgm:pt>
    <dgm:pt modelId="{AA9F861D-93CE-4011-9A92-B54BA4C37D2E}" type="sibTrans" cxnId="{3001B6E0-5A1B-4107-95CB-12E9DCC99663}">
      <dgm:prSet/>
      <dgm:spPr/>
      <dgm:t>
        <a:bodyPr/>
        <a:lstStyle/>
        <a:p>
          <a:endParaRPr lang="es-EC"/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/>
            <a:t>Seguros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/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/>
        </a:p>
      </dgm:t>
    </dgm:pt>
    <dgm:pt modelId="{5821FB8A-5877-43A9-875B-26B9C487ACC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Consumo</a:t>
          </a:r>
        </a:p>
      </dgm:t>
    </dgm:pt>
    <dgm:pt modelId="{90CBA59F-7D7C-4C75-9B0F-F5F15E07117F}" type="parTrans" cxnId="{41EF1B5F-D09D-4F71-8417-C286285C9568}">
      <dgm:prSet/>
      <dgm:spPr/>
      <dgm:t>
        <a:bodyPr/>
        <a:lstStyle/>
        <a:p>
          <a:endParaRPr lang="es-EC"/>
        </a:p>
      </dgm:t>
    </dgm:pt>
    <dgm:pt modelId="{D3D15590-51C2-44EF-AC9C-F94F0FCCB8B6}" type="sibTrans" cxnId="{41EF1B5F-D09D-4F71-8417-C286285C9568}">
      <dgm:prSet/>
      <dgm:spPr/>
      <dgm:t>
        <a:bodyPr/>
        <a:lstStyle/>
        <a:p>
          <a:endParaRPr lang="es-EC"/>
        </a:p>
      </dgm:t>
    </dgm:pt>
    <dgm:pt modelId="{B56DF796-4577-4EAC-93C2-6935751BE25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Comercial</a:t>
          </a:r>
        </a:p>
      </dgm:t>
    </dgm:pt>
    <dgm:pt modelId="{E9C31236-41E3-4D93-86D6-120F41639747}" type="parTrans" cxnId="{F8DB03AF-B784-48A9-AE53-EF0646F0505B}">
      <dgm:prSet/>
      <dgm:spPr/>
      <dgm:t>
        <a:bodyPr/>
        <a:lstStyle/>
        <a:p>
          <a:endParaRPr lang="es-EC"/>
        </a:p>
      </dgm:t>
    </dgm:pt>
    <dgm:pt modelId="{7891076A-C6C8-4A60-A70F-5BC6A31F5F3B}" type="sibTrans" cxnId="{F8DB03AF-B784-48A9-AE53-EF0646F0505B}">
      <dgm:prSet/>
      <dgm:spPr/>
      <dgm:t>
        <a:bodyPr/>
        <a:lstStyle/>
        <a:p>
          <a:endParaRPr lang="es-EC"/>
        </a:p>
      </dgm:t>
    </dgm:pt>
    <dgm:pt modelId="{9E6C4194-C2AC-49CA-B1BE-485970A30476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Educativo</a:t>
          </a:r>
        </a:p>
      </dgm:t>
    </dgm:pt>
    <dgm:pt modelId="{123BE4C2-2740-48F1-A672-BED1CFEF1A55}" type="parTrans" cxnId="{99B37A96-C7E4-4FFE-AE1C-0B928899CCF5}">
      <dgm:prSet/>
      <dgm:spPr/>
      <dgm:t>
        <a:bodyPr/>
        <a:lstStyle/>
        <a:p>
          <a:endParaRPr lang="es-EC"/>
        </a:p>
      </dgm:t>
    </dgm:pt>
    <dgm:pt modelId="{9CCDDAAC-1088-4C90-ADDE-D6CCD26B0E7F}" type="sibTrans" cxnId="{99B37A96-C7E4-4FFE-AE1C-0B928899CCF5}">
      <dgm:prSet/>
      <dgm:spPr/>
      <dgm:t>
        <a:bodyPr/>
        <a:lstStyle/>
        <a:p>
          <a:endParaRPr lang="es-EC"/>
        </a:p>
      </dgm:t>
    </dgm:pt>
    <dgm:pt modelId="{8EC7E3C2-D2EB-4D76-988B-B2A9666017D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Hipotecario</a:t>
          </a:r>
        </a:p>
      </dgm:t>
    </dgm:pt>
    <dgm:pt modelId="{8D49C22C-79DA-4F3A-AEAD-6714A7BAFF19}" type="parTrans" cxnId="{5EB7DF8D-7BF8-4C6E-BDD6-8100ECD9AA7A}">
      <dgm:prSet/>
      <dgm:spPr/>
      <dgm:t>
        <a:bodyPr/>
        <a:lstStyle/>
        <a:p>
          <a:endParaRPr lang="es-EC"/>
        </a:p>
      </dgm:t>
    </dgm:pt>
    <dgm:pt modelId="{464A0BE2-DEF7-417E-9E85-C09FA6EB1044}" type="sibTrans" cxnId="{5EB7DF8D-7BF8-4C6E-BDD6-8100ECD9AA7A}">
      <dgm:prSet/>
      <dgm:spPr/>
      <dgm:t>
        <a:bodyPr/>
        <a:lstStyle/>
        <a:p>
          <a:endParaRPr lang="es-EC"/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/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/>
        </a:p>
      </dgm:t>
    </dgm:pt>
    <dgm:pt modelId="{4F28903C-A6C9-4863-BB2A-43AED4B9C37B}">
      <dgm:prSet phldrT="[Texto]" phldr="0"/>
      <dgm:spPr/>
      <dgm:t>
        <a:bodyPr/>
        <a:lstStyle/>
        <a:p>
          <a:r>
            <a:rPr lang="es-EC" dirty="0"/>
            <a:t>Servicios</a:t>
          </a:r>
        </a:p>
      </dgm:t>
    </dgm:pt>
    <dgm:pt modelId="{86C76375-759C-430F-8C04-D9FE85D3E0BB}" type="parTrans" cxnId="{C348EA80-26EC-42A7-A79E-25B4312BC4F3}">
      <dgm:prSet/>
      <dgm:spPr/>
      <dgm:t>
        <a:bodyPr/>
        <a:lstStyle/>
        <a:p>
          <a:endParaRPr lang="es-EC"/>
        </a:p>
      </dgm:t>
    </dgm:pt>
    <dgm:pt modelId="{B8DD7159-E45E-49FB-AD54-E66760F599F9}" type="sibTrans" cxnId="{C348EA80-26EC-42A7-A79E-25B4312BC4F3}">
      <dgm:prSet/>
      <dgm:spPr/>
      <dgm:t>
        <a:bodyPr/>
        <a:lstStyle/>
        <a:p>
          <a:endParaRPr lang="es-EC"/>
        </a:p>
      </dgm:t>
    </dgm:pt>
    <dgm:pt modelId="{69C3C36C-E5CC-4A23-B842-F7ADB4F0B186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Ahorro Meta</a:t>
          </a:r>
        </a:p>
      </dgm:t>
    </dgm:pt>
    <dgm:pt modelId="{E2BEE4B6-C1A1-4A2D-A761-968A2D1121C6}" type="parTrans" cxnId="{D1AF3919-5502-491E-BBCE-EE8853B6DC0C}">
      <dgm:prSet/>
      <dgm:spPr/>
      <dgm:t>
        <a:bodyPr/>
        <a:lstStyle/>
        <a:p>
          <a:endParaRPr lang="es-EC"/>
        </a:p>
      </dgm:t>
    </dgm:pt>
    <dgm:pt modelId="{1C8BB3DB-02C6-41FC-9FC6-D56452A0969D}" type="sibTrans" cxnId="{D1AF3919-5502-491E-BBCE-EE8853B6DC0C}">
      <dgm:prSet/>
      <dgm:spPr/>
      <dgm:t>
        <a:bodyPr/>
        <a:lstStyle/>
        <a:p>
          <a:endParaRPr lang="es-EC"/>
        </a:p>
      </dgm:t>
    </dgm:pt>
    <dgm:pt modelId="{279C189A-06F2-43CF-B5A5-E89F36F848E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Nómina</a:t>
          </a:r>
        </a:p>
      </dgm:t>
    </dgm:pt>
    <dgm:pt modelId="{AE0CC12A-8B26-484E-AA07-8C88D1D017AA}" type="parTrans" cxnId="{E7F7D40F-215F-4CD0-856B-D5B800D5926C}">
      <dgm:prSet/>
      <dgm:spPr/>
      <dgm:t>
        <a:bodyPr/>
        <a:lstStyle/>
        <a:p>
          <a:endParaRPr lang="es-EC"/>
        </a:p>
      </dgm:t>
    </dgm:pt>
    <dgm:pt modelId="{2F241F55-BD09-4D6C-AD8B-C1C4C99D2D16}" type="sibTrans" cxnId="{E7F7D40F-215F-4CD0-856B-D5B800D5926C}">
      <dgm:prSet/>
      <dgm:spPr/>
      <dgm:t>
        <a:bodyPr/>
        <a:lstStyle/>
        <a:p>
          <a:endParaRPr lang="es-EC"/>
        </a:p>
      </dgm:t>
    </dgm:pt>
    <dgm:pt modelId="{BF1A8830-6600-4079-9907-EC2B2AFB2113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Crédito DM</a:t>
          </a:r>
        </a:p>
      </dgm:t>
    </dgm:pt>
    <dgm:pt modelId="{B8A6E210-3D1F-468B-BD06-85B17F9AB552}" type="parTrans" cxnId="{F2A0ED8B-F3E0-40B5-8E8E-CAFF576907D3}">
      <dgm:prSet/>
      <dgm:spPr/>
      <dgm:t>
        <a:bodyPr/>
        <a:lstStyle/>
        <a:p>
          <a:endParaRPr lang="es-EC"/>
        </a:p>
      </dgm:t>
    </dgm:pt>
    <dgm:pt modelId="{8F56ABFD-B8FE-40BB-B312-FC16D83CD91F}" type="sibTrans" cxnId="{F2A0ED8B-F3E0-40B5-8E8E-CAFF576907D3}">
      <dgm:prSet/>
      <dgm:spPr/>
      <dgm:t>
        <a:bodyPr/>
        <a:lstStyle/>
        <a:p>
          <a:endParaRPr lang="es-EC"/>
        </a:p>
      </dgm:t>
    </dgm:pt>
    <dgm:pt modelId="{663F485F-149A-43CE-90EE-939AFDE4FBE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Confirming</a:t>
          </a:r>
        </a:p>
      </dgm:t>
    </dgm:pt>
    <dgm:pt modelId="{6E00B489-6825-4F79-AAF6-ADC76498986E}" type="parTrans" cxnId="{2FE09C25-C66D-4EC5-9159-C525AA61F816}">
      <dgm:prSet/>
      <dgm:spPr/>
      <dgm:t>
        <a:bodyPr/>
        <a:lstStyle/>
        <a:p>
          <a:endParaRPr lang="es-EC"/>
        </a:p>
      </dgm:t>
    </dgm:pt>
    <dgm:pt modelId="{696E035A-82D7-4FA9-B49A-563D058019A2}" type="sibTrans" cxnId="{2FE09C25-C66D-4EC5-9159-C525AA61F816}">
      <dgm:prSet/>
      <dgm:spPr/>
      <dgm:t>
        <a:bodyPr/>
        <a:lstStyle/>
        <a:p>
          <a:endParaRPr lang="es-EC"/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/>
            <a:t>Créditos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/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/>
        </a:p>
      </dgm:t>
    </dgm:pt>
    <dgm:pt modelId="{7AFAD916-0B3E-4141-9546-EF644C75C7D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Voluntarios</a:t>
          </a:r>
        </a:p>
      </dgm:t>
    </dgm:pt>
    <dgm:pt modelId="{D1D1B209-31AA-46C8-BA21-F3B9CF8FE9FB}" type="parTrans" cxnId="{1DF5A08E-589B-4D52-8BC8-19AC2BE17C28}">
      <dgm:prSet/>
      <dgm:spPr/>
      <dgm:t>
        <a:bodyPr/>
        <a:lstStyle/>
        <a:p>
          <a:endParaRPr lang="es-EC"/>
        </a:p>
      </dgm:t>
    </dgm:pt>
    <dgm:pt modelId="{3989527C-439F-4CDD-A951-52296F973D86}" type="sibTrans" cxnId="{1DF5A08E-589B-4D52-8BC8-19AC2BE17C28}">
      <dgm:prSet/>
      <dgm:spPr/>
      <dgm:t>
        <a:bodyPr/>
        <a:lstStyle/>
        <a:p>
          <a:endParaRPr lang="es-EC"/>
        </a:p>
      </dgm:t>
    </dgm:pt>
    <dgm:pt modelId="{9E22FAF0-FF7E-4884-94A7-F2B8FFBB5A5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Obligatorios</a:t>
          </a:r>
        </a:p>
      </dgm:t>
    </dgm:pt>
    <dgm:pt modelId="{D5E1256A-7804-4A1B-9CE0-8C476EAC6D6B}" type="parTrans" cxnId="{C09DC830-BD83-4B7C-A407-5B02C3A0986D}">
      <dgm:prSet/>
      <dgm:spPr/>
      <dgm:t>
        <a:bodyPr/>
        <a:lstStyle/>
        <a:p>
          <a:endParaRPr lang="es-EC"/>
        </a:p>
      </dgm:t>
    </dgm:pt>
    <dgm:pt modelId="{08A8FAC0-F035-4478-9763-893CD85C1319}" type="sibTrans" cxnId="{C09DC830-BD83-4B7C-A407-5B02C3A0986D}">
      <dgm:prSet/>
      <dgm:spPr/>
      <dgm:t>
        <a:bodyPr/>
        <a:lstStyle/>
        <a:p>
          <a:endParaRPr lang="es-EC"/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/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/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5"/>
      <dgm:spPr/>
    </dgm:pt>
    <dgm:pt modelId="{81E432F6-3EF7-4549-811C-B578FA37B5ED}" type="pres">
      <dgm:prSet presAssocID="{DC92EE81-E160-409C-8D57-13731F9F37AC}" presName="connTx" presStyleLbl="parChTrans1D2" presStyleIdx="0" presStyleCnt="5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5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25457684-6A6A-46B1-BEFA-440DA349A4E1}" type="pres">
      <dgm:prSet presAssocID="{BC517616-6D60-41B4-A1E9-EF3BB38B7FA6}" presName="conn2-1" presStyleLbl="parChTrans1D3" presStyleIdx="0" presStyleCnt="19"/>
      <dgm:spPr/>
    </dgm:pt>
    <dgm:pt modelId="{BD65CC17-314D-4592-BB6E-D178C94F5A9C}" type="pres">
      <dgm:prSet presAssocID="{BC517616-6D60-41B4-A1E9-EF3BB38B7FA6}" presName="connTx" presStyleLbl="parChTrans1D3" presStyleIdx="0" presStyleCnt="19"/>
      <dgm:spPr/>
    </dgm:pt>
    <dgm:pt modelId="{55C8CA33-082C-4B82-8A53-827A77C4078E}" type="pres">
      <dgm:prSet presAssocID="{7FA6DCDB-7840-414E-A2DC-34707D6C010C}" presName="root2" presStyleCnt="0"/>
      <dgm:spPr/>
    </dgm:pt>
    <dgm:pt modelId="{5BB8511B-BEEB-4D95-9928-1B6F31389179}" type="pres">
      <dgm:prSet presAssocID="{7FA6DCDB-7840-414E-A2DC-34707D6C010C}" presName="LevelTwoTextNode" presStyleLbl="node3" presStyleIdx="0" presStyleCnt="19">
        <dgm:presLayoutVars>
          <dgm:chPref val="3"/>
        </dgm:presLayoutVars>
      </dgm:prSet>
      <dgm:spPr/>
    </dgm:pt>
    <dgm:pt modelId="{7547BC9F-2A72-4AE4-BE3E-5AEEB03D4ECA}" type="pres">
      <dgm:prSet presAssocID="{7FA6DCDB-7840-414E-A2DC-34707D6C010C}" presName="level3hierChild" presStyleCnt="0"/>
      <dgm:spPr/>
    </dgm:pt>
    <dgm:pt modelId="{0BFB8105-4697-4547-9449-F2D6976200F3}" type="pres">
      <dgm:prSet presAssocID="{77DE0F50-91BD-47B0-82F2-905F09486430}" presName="conn2-1" presStyleLbl="parChTrans1D3" presStyleIdx="1" presStyleCnt="19"/>
      <dgm:spPr/>
    </dgm:pt>
    <dgm:pt modelId="{0FF4104E-AE60-4D11-8A99-EF8A73225F34}" type="pres">
      <dgm:prSet presAssocID="{77DE0F50-91BD-47B0-82F2-905F09486430}" presName="connTx" presStyleLbl="parChTrans1D3" presStyleIdx="1" presStyleCnt="19"/>
      <dgm:spPr/>
    </dgm:pt>
    <dgm:pt modelId="{4F1F72D7-F86A-44CA-8AA6-859FE0E5FD94}" type="pres">
      <dgm:prSet presAssocID="{D5CC7BC0-399A-4FA1-9282-8E02243BD9DA}" presName="root2" presStyleCnt="0"/>
      <dgm:spPr/>
    </dgm:pt>
    <dgm:pt modelId="{27B4AF17-3646-481D-A3F4-26A127527259}" type="pres">
      <dgm:prSet presAssocID="{D5CC7BC0-399A-4FA1-9282-8E02243BD9DA}" presName="LevelTwoTextNode" presStyleLbl="node3" presStyleIdx="1" presStyleCnt="19">
        <dgm:presLayoutVars>
          <dgm:chPref val="3"/>
        </dgm:presLayoutVars>
      </dgm:prSet>
      <dgm:spPr/>
    </dgm:pt>
    <dgm:pt modelId="{8FB85D30-54AF-4DBB-839D-B9612212C25D}" type="pres">
      <dgm:prSet presAssocID="{D5CC7BC0-399A-4FA1-9282-8E02243BD9DA}" presName="level3hierChild" presStyleCnt="0"/>
      <dgm:spPr/>
    </dgm:pt>
    <dgm:pt modelId="{22D0EEAC-F1C3-4BAD-B8D4-AFFC576382CC}" type="pres">
      <dgm:prSet presAssocID="{A004AE72-6A2F-4DC1-86AA-9DD6EF4528AF}" presName="conn2-1" presStyleLbl="parChTrans1D3" presStyleIdx="2" presStyleCnt="19"/>
      <dgm:spPr/>
    </dgm:pt>
    <dgm:pt modelId="{D7E8F901-BAA6-4D2C-8C3C-C991500CB493}" type="pres">
      <dgm:prSet presAssocID="{A004AE72-6A2F-4DC1-86AA-9DD6EF4528AF}" presName="connTx" presStyleLbl="parChTrans1D3" presStyleIdx="2" presStyleCnt="19"/>
      <dgm:spPr/>
    </dgm:pt>
    <dgm:pt modelId="{A5377155-182C-41DB-A847-6D0A7A70F8C2}" type="pres">
      <dgm:prSet presAssocID="{08AE5005-3581-4A97-BECF-0CCE44B4D53E}" presName="root2" presStyleCnt="0"/>
      <dgm:spPr/>
    </dgm:pt>
    <dgm:pt modelId="{0647BFC3-B5D7-4EAF-82AD-3EB8CC090092}" type="pres">
      <dgm:prSet presAssocID="{08AE5005-3581-4A97-BECF-0CCE44B4D53E}" presName="LevelTwoTextNode" presStyleLbl="node3" presStyleIdx="2" presStyleCnt="19">
        <dgm:presLayoutVars>
          <dgm:chPref val="3"/>
        </dgm:presLayoutVars>
      </dgm:prSet>
      <dgm:spPr/>
    </dgm:pt>
    <dgm:pt modelId="{476CC316-13E2-4EF5-AE53-5F1A492C1435}" type="pres">
      <dgm:prSet presAssocID="{08AE5005-3581-4A97-BECF-0CCE44B4D53E}" presName="level3hierChild" presStyleCnt="0"/>
      <dgm:spPr/>
    </dgm:pt>
    <dgm:pt modelId="{04620BEB-0EEC-4835-AA29-7DE825A6C113}" type="pres">
      <dgm:prSet presAssocID="{07B6C525-6C33-4AE8-B387-9234D98AC7A5}" presName="conn2-1" presStyleLbl="parChTrans1D3" presStyleIdx="3" presStyleCnt="19"/>
      <dgm:spPr/>
    </dgm:pt>
    <dgm:pt modelId="{467D43A1-A466-4F0B-8178-6DB8BDC76B8C}" type="pres">
      <dgm:prSet presAssocID="{07B6C525-6C33-4AE8-B387-9234D98AC7A5}" presName="connTx" presStyleLbl="parChTrans1D3" presStyleIdx="3" presStyleCnt="19"/>
      <dgm:spPr/>
    </dgm:pt>
    <dgm:pt modelId="{27ADA6B8-28D4-4DC7-8CAE-84C3338FD0E3}" type="pres">
      <dgm:prSet presAssocID="{4ACE4D20-0AD1-48A9-9ACB-1F5C46BC0BDA}" presName="root2" presStyleCnt="0"/>
      <dgm:spPr/>
    </dgm:pt>
    <dgm:pt modelId="{E8145716-6D58-4345-8073-80600F1C9F42}" type="pres">
      <dgm:prSet presAssocID="{4ACE4D20-0AD1-48A9-9ACB-1F5C46BC0BDA}" presName="LevelTwoTextNode" presStyleLbl="node3" presStyleIdx="3" presStyleCnt="19">
        <dgm:presLayoutVars>
          <dgm:chPref val="3"/>
        </dgm:presLayoutVars>
      </dgm:prSet>
      <dgm:spPr/>
    </dgm:pt>
    <dgm:pt modelId="{7FBFB347-9C8B-46DF-B940-6A4AB17487BE}" type="pres">
      <dgm:prSet presAssocID="{4ACE4D20-0AD1-48A9-9ACB-1F5C46BC0BDA}" presName="level3hierChild" presStyleCnt="0"/>
      <dgm:spPr/>
    </dgm:pt>
    <dgm:pt modelId="{F226263A-149C-45EB-8D74-9D5F16BB2DF3}" type="pres">
      <dgm:prSet presAssocID="{C5F0EE40-EBE4-45F5-B1FC-726A9F1B0F73}" presName="conn2-1" presStyleLbl="parChTrans1D3" presStyleIdx="4" presStyleCnt="19"/>
      <dgm:spPr/>
    </dgm:pt>
    <dgm:pt modelId="{ED327FEE-4425-4C58-876D-54DE2191A0F8}" type="pres">
      <dgm:prSet presAssocID="{C5F0EE40-EBE4-45F5-B1FC-726A9F1B0F73}" presName="connTx" presStyleLbl="parChTrans1D3" presStyleIdx="4" presStyleCnt="19"/>
      <dgm:spPr/>
    </dgm:pt>
    <dgm:pt modelId="{36AD5031-8C3A-4BD8-999D-33560AEE625A}" type="pres">
      <dgm:prSet presAssocID="{D703D4E3-80AC-43B7-BB5D-6236C00A0C8E}" presName="root2" presStyleCnt="0"/>
      <dgm:spPr/>
    </dgm:pt>
    <dgm:pt modelId="{A393CB0A-BEF7-4DB8-81E5-1154DE861CF6}" type="pres">
      <dgm:prSet presAssocID="{D703D4E3-80AC-43B7-BB5D-6236C00A0C8E}" presName="LevelTwoTextNode" presStyleLbl="node3" presStyleIdx="4" presStyleCnt="19">
        <dgm:presLayoutVars>
          <dgm:chPref val="3"/>
        </dgm:presLayoutVars>
      </dgm:prSet>
      <dgm:spPr/>
    </dgm:pt>
    <dgm:pt modelId="{D84EBA28-5704-43D6-A124-2721041E2C1B}" type="pres">
      <dgm:prSet presAssocID="{D703D4E3-80AC-43B7-BB5D-6236C00A0C8E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5"/>
      <dgm:spPr/>
    </dgm:pt>
    <dgm:pt modelId="{37CD627C-8293-4029-B114-AA7B7535644E}" type="pres">
      <dgm:prSet presAssocID="{1EAAA8DD-4A75-4985-B423-64C84D4EE993}" presName="connTx" presStyleLbl="parChTrans1D2" presStyleIdx="1" presStyleCnt="5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5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F26F67FB-D19B-4991-9A66-98D479004DA6}" type="pres">
      <dgm:prSet presAssocID="{FEC150FD-CA24-4E50-97F1-E69E41EAECA7}" presName="conn2-1" presStyleLbl="parChTrans1D3" presStyleIdx="5" presStyleCnt="19"/>
      <dgm:spPr/>
    </dgm:pt>
    <dgm:pt modelId="{E7CD85A1-EA1D-49AD-8929-888F2462A542}" type="pres">
      <dgm:prSet presAssocID="{FEC150FD-CA24-4E50-97F1-E69E41EAECA7}" presName="connTx" presStyleLbl="parChTrans1D3" presStyleIdx="5" presStyleCnt="19"/>
      <dgm:spPr/>
    </dgm:pt>
    <dgm:pt modelId="{4C552E5F-8629-4456-97CD-B903644602C8}" type="pres">
      <dgm:prSet presAssocID="{F6D65D99-858C-4491-8350-4E38A536AD21}" presName="root2" presStyleCnt="0"/>
      <dgm:spPr/>
    </dgm:pt>
    <dgm:pt modelId="{B451BF21-E3E7-4DE8-AB73-A070BD52A292}" type="pres">
      <dgm:prSet presAssocID="{F6D65D99-858C-4491-8350-4E38A536AD21}" presName="LevelTwoTextNode" presStyleLbl="node3" presStyleIdx="5" presStyleCnt="19">
        <dgm:presLayoutVars>
          <dgm:chPref val="3"/>
        </dgm:presLayoutVars>
      </dgm:prSet>
      <dgm:spPr/>
    </dgm:pt>
    <dgm:pt modelId="{8B06370F-A2E7-441D-8C0E-10BE11169D5F}" type="pres">
      <dgm:prSet presAssocID="{F6D65D99-858C-4491-8350-4E38A536AD21}" presName="level3hierChild" presStyleCnt="0"/>
      <dgm:spPr/>
    </dgm:pt>
    <dgm:pt modelId="{80CCDF43-4A90-4DB9-90BB-F37BB6A6CE64}" type="pres">
      <dgm:prSet presAssocID="{1088B713-D373-4F76-B98B-B75395D41BA2}" presName="conn2-1" presStyleLbl="parChTrans1D3" presStyleIdx="6" presStyleCnt="19"/>
      <dgm:spPr/>
    </dgm:pt>
    <dgm:pt modelId="{87A0E548-ED5E-4FC4-A2E6-8E63C819DFB2}" type="pres">
      <dgm:prSet presAssocID="{1088B713-D373-4F76-B98B-B75395D41BA2}" presName="connTx" presStyleLbl="parChTrans1D3" presStyleIdx="6" presStyleCnt="19"/>
      <dgm:spPr/>
    </dgm:pt>
    <dgm:pt modelId="{CE97C4D3-826D-4755-A723-B0C4B967AF21}" type="pres">
      <dgm:prSet presAssocID="{BC06D4EA-C00A-455B-A296-90B7D26E50BF}" presName="root2" presStyleCnt="0"/>
      <dgm:spPr/>
    </dgm:pt>
    <dgm:pt modelId="{DDA79D3F-A64C-4EED-8BE6-B172036968B7}" type="pres">
      <dgm:prSet presAssocID="{BC06D4EA-C00A-455B-A296-90B7D26E50BF}" presName="LevelTwoTextNode" presStyleLbl="node3" presStyleIdx="6" presStyleCnt="19">
        <dgm:presLayoutVars>
          <dgm:chPref val="3"/>
        </dgm:presLayoutVars>
      </dgm:prSet>
      <dgm:spPr/>
    </dgm:pt>
    <dgm:pt modelId="{E7059D6D-9F5B-4313-A6C3-F890F15BCA70}" type="pres">
      <dgm:prSet presAssocID="{BC06D4EA-C00A-455B-A296-90B7D26E50BF}" presName="level3hierChild" presStyleCnt="0"/>
      <dgm:spPr/>
    </dgm:pt>
    <dgm:pt modelId="{1727B044-8190-4C0C-A27D-97E6DA4EBBD8}" type="pres">
      <dgm:prSet presAssocID="{AA478AEC-9F15-47FF-B20B-DE5893F051C0}" presName="conn2-1" presStyleLbl="parChTrans1D3" presStyleIdx="7" presStyleCnt="19"/>
      <dgm:spPr/>
    </dgm:pt>
    <dgm:pt modelId="{13757426-925E-45F2-A3A4-857C30C03B09}" type="pres">
      <dgm:prSet presAssocID="{AA478AEC-9F15-47FF-B20B-DE5893F051C0}" presName="connTx" presStyleLbl="parChTrans1D3" presStyleIdx="7" presStyleCnt="19"/>
      <dgm:spPr/>
    </dgm:pt>
    <dgm:pt modelId="{86523948-3737-42B0-904B-C62DA396E976}" type="pres">
      <dgm:prSet presAssocID="{1AB03169-D976-42D7-A273-D4625AE46F9F}" presName="root2" presStyleCnt="0"/>
      <dgm:spPr/>
    </dgm:pt>
    <dgm:pt modelId="{953DE894-07BF-479E-983A-CE5469800A68}" type="pres">
      <dgm:prSet presAssocID="{1AB03169-D976-42D7-A273-D4625AE46F9F}" presName="LevelTwoTextNode" presStyleLbl="node3" presStyleIdx="7" presStyleCnt="19">
        <dgm:presLayoutVars>
          <dgm:chPref val="3"/>
        </dgm:presLayoutVars>
      </dgm:prSet>
      <dgm:spPr/>
    </dgm:pt>
    <dgm:pt modelId="{91DA5869-B56F-4F27-9B93-C1C93A1AEC35}" type="pres">
      <dgm:prSet presAssocID="{1AB03169-D976-42D7-A273-D4625AE46F9F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5"/>
      <dgm:spPr/>
    </dgm:pt>
    <dgm:pt modelId="{CE810C7E-C3EF-4168-95BF-2980E8095076}" type="pres">
      <dgm:prSet presAssocID="{6A43294B-A1CB-4D6F-B453-0FF0E5776867}" presName="connTx" presStyleLbl="parChTrans1D2" presStyleIdx="2" presStyleCnt="5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5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A77A702B-712F-4ECF-ABF5-D128154D2C84}" type="pres">
      <dgm:prSet presAssocID="{D1D1B209-31AA-46C8-BA21-F3B9CF8FE9FB}" presName="conn2-1" presStyleLbl="parChTrans1D3" presStyleIdx="8" presStyleCnt="19"/>
      <dgm:spPr/>
    </dgm:pt>
    <dgm:pt modelId="{8E837C51-8492-4622-B33F-F9A94A9D0EF1}" type="pres">
      <dgm:prSet presAssocID="{D1D1B209-31AA-46C8-BA21-F3B9CF8FE9FB}" presName="connTx" presStyleLbl="parChTrans1D3" presStyleIdx="8" presStyleCnt="19"/>
      <dgm:spPr/>
    </dgm:pt>
    <dgm:pt modelId="{5115C6DC-7E2D-4766-B285-4D1F848A8387}" type="pres">
      <dgm:prSet presAssocID="{7AFAD916-0B3E-4141-9546-EF644C75C7DE}" presName="root2" presStyleCnt="0"/>
      <dgm:spPr/>
    </dgm:pt>
    <dgm:pt modelId="{CFCF47A2-F139-4B47-977C-1611FBA1DAB3}" type="pres">
      <dgm:prSet presAssocID="{7AFAD916-0B3E-4141-9546-EF644C75C7DE}" presName="LevelTwoTextNode" presStyleLbl="node3" presStyleIdx="8" presStyleCnt="19">
        <dgm:presLayoutVars>
          <dgm:chPref val="3"/>
        </dgm:presLayoutVars>
      </dgm:prSet>
      <dgm:spPr/>
    </dgm:pt>
    <dgm:pt modelId="{A8FECCA8-240A-4CF5-A5B6-F41A121490CC}" type="pres">
      <dgm:prSet presAssocID="{7AFAD916-0B3E-4141-9546-EF644C75C7DE}" presName="level3hierChild" presStyleCnt="0"/>
      <dgm:spPr/>
    </dgm:pt>
    <dgm:pt modelId="{051C7EE5-64C2-4B32-9CB4-6E697A8B079C}" type="pres">
      <dgm:prSet presAssocID="{D5E1256A-7804-4A1B-9CE0-8C476EAC6D6B}" presName="conn2-1" presStyleLbl="parChTrans1D3" presStyleIdx="9" presStyleCnt="19"/>
      <dgm:spPr/>
    </dgm:pt>
    <dgm:pt modelId="{BC550C4A-0520-4519-87CB-647D5B9D3481}" type="pres">
      <dgm:prSet presAssocID="{D5E1256A-7804-4A1B-9CE0-8C476EAC6D6B}" presName="connTx" presStyleLbl="parChTrans1D3" presStyleIdx="9" presStyleCnt="19"/>
      <dgm:spPr/>
    </dgm:pt>
    <dgm:pt modelId="{75DEBD15-D3B4-4ABE-B17A-25C3764140F0}" type="pres">
      <dgm:prSet presAssocID="{9E22FAF0-FF7E-4884-94A7-F2B8FFBB5A5E}" presName="root2" presStyleCnt="0"/>
      <dgm:spPr/>
    </dgm:pt>
    <dgm:pt modelId="{8B6A1FEE-6309-4F91-8601-1AC9179B566D}" type="pres">
      <dgm:prSet presAssocID="{9E22FAF0-FF7E-4884-94A7-F2B8FFBB5A5E}" presName="LevelTwoTextNode" presStyleLbl="node3" presStyleIdx="9" presStyleCnt="19">
        <dgm:presLayoutVars>
          <dgm:chPref val="3"/>
        </dgm:presLayoutVars>
      </dgm:prSet>
      <dgm:spPr/>
    </dgm:pt>
    <dgm:pt modelId="{4005D192-E8A0-4C74-BEA9-536ED8C0B21F}" type="pres">
      <dgm:prSet presAssocID="{9E22FAF0-FF7E-4884-94A7-F2B8FFBB5A5E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5"/>
      <dgm:spPr/>
    </dgm:pt>
    <dgm:pt modelId="{B1DAB71E-6E0D-4893-9248-FF2AC3D62576}" type="pres">
      <dgm:prSet presAssocID="{8BE22E42-DB0A-4790-87BD-8B0CEA94CA04}" presName="connTx" presStyleLbl="parChTrans1D2" presStyleIdx="3" presStyleCnt="5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5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35D85E89-8219-4EAD-B131-FFB670BDF21E}" type="pres">
      <dgm:prSet presAssocID="{90CBA59F-7D7C-4C75-9B0F-F5F15E07117F}" presName="conn2-1" presStyleLbl="parChTrans1D3" presStyleIdx="10" presStyleCnt="19"/>
      <dgm:spPr/>
    </dgm:pt>
    <dgm:pt modelId="{D6E620D2-D3BC-436E-AE97-2C6EFEAF5E1D}" type="pres">
      <dgm:prSet presAssocID="{90CBA59F-7D7C-4C75-9B0F-F5F15E07117F}" presName="connTx" presStyleLbl="parChTrans1D3" presStyleIdx="10" presStyleCnt="19"/>
      <dgm:spPr/>
    </dgm:pt>
    <dgm:pt modelId="{DD932453-77D2-4F1D-8BAC-83FF7117FDFB}" type="pres">
      <dgm:prSet presAssocID="{5821FB8A-5877-43A9-875B-26B9C487ACC9}" presName="root2" presStyleCnt="0"/>
      <dgm:spPr/>
    </dgm:pt>
    <dgm:pt modelId="{B933AC5F-4C04-4E26-B56E-83A35B7B75A0}" type="pres">
      <dgm:prSet presAssocID="{5821FB8A-5877-43A9-875B-26B9C487ACC9}" presName="LevelTwoTextNode" presStyleLbl="node3" presStyleIdx="10" presStyleCnt="19">
        <dgm:presLayoutVars>
          <dgm:chPref val="3"/>
        </dgm:presLayoutVars>
      </dgm:prSet>
      <dgm:spPr/>
    </dgm:pt>
    <dgm:pt modelId="{B48A1382-39CB-4CB5-8C31-E2F289ECD9DD}" type="pres">
      <dgm:prSet presAssocID="{5821FB8A-5877-43A9-875B-26B9C487ACC9}" presName="level3hierChild" presStyleCnt="0"/>
      <dgm:spPr/>
    </dgm:pt>
    <dgm:pt modelId="{D039A37C-16E1-46DE-83F2-FE1AFA19E6B5}" type="pres">
      <dgm:prSet presAssocID="{E9C31236-41E3-4D93-86D6-120F41639747}" presName="conn2-1" presStyleLbl="parChTrans1D3" presStyleIdx="11" presStyleCnt="19"/>
      <dgm:spPr/>
    </dgm:pt>
    <dgm:pt modelId="{FD0A644D-9AE4-4AD3-9D44-01D9B0D1AEF9}" type="pres">
      <dgm:prSet presAssocID="{E9C31236-41E3-4D93-86D6-120F41639747}" presName="connTx" presStyleLbl="parChTrans1D3" presStyleIdx="11" presStyleCnt="19"/>
      <dgm:spPr/>
    </dgm:pt>
    <dgm:pt modelId="{7628759A-0DAD-434A-9BAA-5996934D1C13}" type="pres">
      <dgm:prSet presAssocID="{B56DF796-4577-4EAC-93C2-6935751BE25A}" presName="root2" presStyleCnt="0"/>
      <dgm:spPr/>
    </dgm:pt>
    <dgm:pt modelId="{C96BA59C-3D83-4DC3-B99D-FEFB4E6D77F1}" type="pres">
      <dgm:prSet presAssocID="{B56DF796-4577-4EAC-93C2-6935751BE25A}" presName="LevelTwoTextNode" presStyleLbl="node3" presStyleIdx="11" presStyleCnt="19">
        <dgm:presLayoutVars>
          <dgm:chPref val="3"/>
        </dgm:presLayoutVars>
      </dgm:prSet>
      <dgm:spPr/>
    </dgm:pt>
    <dgm:pt modelId="{20E64F1D-B60B-4A91-81D4-735CC5B3AF86}" type="pres">
      <dgm:prSet presAssocID="{B56DF796-4577-4EAC-93C2-6935751BE25A}" presName="level3hierChild" presStyleCnt="0"/>
      <dgm:spPr/>
    </dgm:pt>
    <dgm:pt modelId="{6A1F7B97-5B80-483A-A0C1-E0085B4BB7F9}" type="pres">
      <dgm:prSet presAssocID="{123BE4C2-2740-48F1-A672-BED1CFEF1A55}" presName="conn2-1" presStyleLbl="parChTrans1D3" presStyleIdx="12" presStyleCnt="19"/>
      <dgm:spPr/>
    </dgm:pt>
    <dgm:pt modelId="{FE96766D-0860-4D60-82D6-404DDCCC36A1}" type="pres">
      <dgm:prSet presAssocID="{123BE4C2-2740-48F1-A672-BED1CFEF1A55}" presName="connTx" presStyleLbl="parChTrans1D3" presStyleIdx="12" presStyleCnt="19"/>
      <dgm:spPr/>
    </dgm:pt>
    <dgm:pt modelId="{24669121-45D7-4645-AD60-D92D776EB829}" type="pres">
      <dgm:prSet presAssocID="{9E6C4194-C2AC-49CA-B1BE-485970A30476}" presName="root2" presStyleCnt="0"/>
      <dgm:spPr/>
    </dgm:pt>
    <dgm:pt modelId="{73E2F408-D084-4DE5-AFF5-72C7E2B981C0}" type="pres">
      <dgm:prSet presAssocID="{9E6C4194-C2AC-49CA-B1BE-485970A30476}" presName="LevelTwoTextNode" presStyleLbl="node3" presStyleIdx="12" presStyleCnt="19">
        <dgm:presLayoutVars>
          <dgm:chPref val="3"/>
        </dgm:presLayoutVars>
      </dgm:prSet>
      <dgm:spPr/>
    </dgm:pt>
    <dgm:pt modelId="{CCB0D4D3-F9E9-4375-8C70-A1F5C21AB415}" type="pres">
      <dgm:prSet presAssocID="{9E6C4194-C2AC-49CA-B1BE-485970A30476}" presName="level3hierChild" presStyleCnt="0"/>
      <dgm:spPr/>
    </dgm:pt>
    <dgm:pt modelId="{5E6DA394-939F-4A95-8F6F-3209A3895CB8}" type="pres">
      <dgm:prSet presAssocID="{8D49C22C-79DA-4F3A-AEAD-6714A7BAFF19}" presName="conn2-1" presStyleLbl="parChTrans1D3" presStyleIdx="13" presStyleCnt="19"/>
      <dgm:spPr/>
    </dgm:pt>
    <dgm:pt modelId="{03784CEB-724F-450D-AE6D-EBA3A5A10CF8}" type="pres">
      <dgm:prSet presAssocID="{8D49C22C-79DA-4F3A-AEAD-6714A7BAFF19}" presName="connTx" presStyleLbl="parChTrans1D3" presStyleIdx="13" presStyleCnt="19"/>
      <dgm:spPr/>
    </dgm:pt>
    <dgm:pt modelId="{782BC274-BE1B-4775-9EB8-CC3AC883E186}" type="pres">
      <dgm:prSet presAssocID="{8EC7E3C2-D2EB-4D76-988B-B2A9666017DA}" presName="root2" presStyleCnt="0"/>
      <dgm:spPr/>
    </dgm:pt>
    <dgm:pt modelId="{60E800C2-3ACD-4894-B2D1-02C51C896C2D}" type="pres">
      <dgm:prSet presAssocID="{8EC7E3C2-D2EB-4D76-988B-B2A9666017DA}" presName="LevelTwoTextNode" presStyleLbl="node3" presStyleIdx="13" presStyleCnt="19">
        <dgm:presLayoutVars>
          <dgm:chPref val="3"/>
        </dgm:presLayoutVars>
      </dgm:prSet>
      <dgm:spPr/>
    </dgm:pt>
    <dgm:pt modelId="{11CF5C61-43BE-43D6-9928-B1766E286DF7}" type="pres">
      <dgm:prSet presAssocID="{8EC7E3C2-D2EB-4D76-988B-B2A9666017DA}" presName="level3hierChild" presStyleCnt="0"/>
      <dgm:spPr/>
    </dgm:pt>
    <dgm:pt modelId="{E7448DA2-ABEA-4A21-9757-53D581D7F3FD}" type="pres">
      <dgm:prSet presAssocID="{402FF5D2-6E69-442B-87ED-AF119AB98C9A}" presName="conn2-1" presStyleLbl="parChTrans1D3" presStyleIdx="14" presStyleCnt="19"/>
      <dgm:spPr/>
    </dgm:pt>
    <dgm:pt modelId="{E3D0D3B2-09CA-4905-A15A-B5077E79086E}" type="pres">
      <dgm:prSet presAssocID="{402FF5D2-6E69-442B-87ED-AF119AB98C9A}" presName="connTx" presStyleLbl="parChTrans1D3" presStyleIdx="14" presStyleCnt="19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3" presStyleIdx="14" presStyleCnt="19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606C6F1E-498E-4DDB-A186-9DA9B6E34A4F}" type="pres">
      <dgm:prSet presAssocID="{86C76375-759C-430F-8C04-D9FE85D3E0BB}" presName="conn2-1" presStyleLbl="parChTrans1D2" presStyleIdx="4" presStyleCnt="5"/>
      <dgm:spPr/>
    </dgm:pt>
    <dgm:pt modelId="{B9FDD0DE-38DF-4097-A839-7CA529B0134A}" type="pres">
      <dgm:prSet presAssocID="{86C76375-759C-430F-8C04-D9FE85D3E0BB}" presName="connTx" presStyleLbl="parChTrans1D2" presStyleIdx="4" presStyleCnt="5"/>
      <dgm:spPr/>
    </dgm:pt>
    <dgm:pt modelId="{A8D97131-C10E-4466-8300-288BC14793DB}" type="pres">
      <dgm:prSet presAssocID="{4F28903C-A6C9-4863-BB2A-43AED4B9C37B}" presName="root2" presStyleCnt="0"/>
      <dgm:spPr/>
    </dgm:pt>
    <dgm:pt modelId="{2B29F018-F637-4258-A9C2-9FD5539BC75D}" type="pres">
      <dgm:prSet presAssocID="{4F28903C-A6C9-4863-BB2A-43AED4B9C37B}" presName="LevelTwoTextNode" presStyleLbl="node2" presStyleIdx="4" presStyleCnt="5">
        <dgm:presLayoutVars>
          <dgm:chPref val="3"/>
        </dgm:presLayoutVars>
      </dgm:prSet>
      <dgm:spPr/>
    </dgm:pt>
    <dgm:pt modelId="{3B7213A4-4365-42A4-9122-AFC227A98DB7}" type="pres">
      <dgm:prSet presAssocID="{4F28903C-A6C9-4863-BB2A-43AED4B9C37B}" presName="level3hierChild" presStyleCnt="0"/>
      <dgm:spPr/>
    </dgm:pt>
    <dgm:pt modelId="{48B72B3E-C983-4274-B2B2-70D16748E2BB}" type="pres">
      <dgm:prSet presAssocID="{E2BEE4B6-C1A1-4A2D-A761-968A2D1121C6}" presName="conn2-1" presStyleLbl="parChTrans1D3" presStyleIdx="15" presStyleCnt="19"/>
      <dgm:spPr/>
    </dgm:pt>
    <dgm:pt modelId="{81224C5B-9665-4FC8-9EFA-FD6288EDEDB5}" type="pres">
      <dgm:prSet presAssocID="{E2BEE4B6-C1A1-4A2D-A761-968A2D1121C6}" presName="connTx" presStyleLbl="parChTrans1D3" presStyleIdx="15" presStyleCnt="19"/>
      <dgm:spPr/>
    </dgm:pt>
    <dgm:pt modelId="{FDA53FD6-70AF-4B23-BE89-AFBE2A9E107D}" type="pres">
      <dgm:prSet presAssocID="{69C3C36C-E5CC-4A23-B842-F7ADB4F0B186}" presName="root2" presStyleCnt="0"/>
      <dgm:spPr/>
    </dgm:pt>
    <dgm:pt modelId="{C0937D04-21A0-43F6-85AC-6D62800094D9}" type="pres">
      <dgm:prSet presAssocID="{69C3C36C-E5CC-4A23-B842-F7ADB4F0B186}" presName="LevelTwoTextNode" presStyleLbl="node3" presStyleIdx="15" presStyleCnt="19">
        <dgm:presLayoutVars>
          <dgm:chPref val="3"/>
        </dgm:presLayoutVars>
      </dgm:prSet>
      <dgm:spPr/>
    </dgm:pt>
    <dgm:pt modelId="{02709203-B40D-4D7B-ADE7-8E2697C0EBAF}" type="pres">
      <dgm:prSet presAssocID="{69C3C36C-E5CC-4A23-B842-F7ADB4F0B186}" presName="level3hierChild" presStyleCnt="0"/>
      <dgm:spPr/>
    </dgm:pt>
    <dgm:pt modelId="{31955690-7179-40C4-9E8A-5D70DFC377E7}" type="pres">
      <dgm:prSet presAssocID="{AE0CC12A-8B26-484E-AA07-8C88D1D017AA}" presName="conn2-1" presStyleLbl="parChTrans1D3" presStyleIdx="16" presStyleCnt="19"/>
      <dgm:spPr/>
    </dgm:pt>
    <dgm:pt modelId="{8743B348-BD29-45B2-B1D1-8C789BE77813}" type="pres">
      <dgm:prSet presAssocID="{AE0CC12A-8B26-484E-AA07-8C88D1D017AA}" presName="connTx" presStyleLbl="parChTrans1D3" presStyleIdx="16" presStyleCnt="19"/>
      <dgm:spPr/>
    </dgm:pt>
    <dgm:pt modelId="{8056C56B-24EF-4185-9275-0569200A728F}" type="pres">
      <dgm:prSet presAssocID="{279C189A-06F2-43CF-B5A5-E89F36F848E9}" presName="root2" presStyleCnt="0"/>
      <dgm:spPr/>
    </dgm:pt>
    <dgm:pt modelId="{88E111A6-EFA1-4544-AFA8-6F1120FCE148}" type="pres">
      <dgm:prSet presAssocID="{279C189A-06F2-43CF-B5A5-E89F36F848E9}" presName="LevelTwoTextNode" presStyleLbl="node3" presStyleIdx="16" presStyleCnt="19">
        <dgm:presLayoutVars>
          <dgm:chPref val="3"/>
        </dgm:presLayoutVars>
      </dgm:prSet>
      <dgm:spPr/>
    </dgm:pt>
    <dgm:pt modelId="{00FB6E01-EABA-4DC0-BA31-3D5276C65B3B}" type="pres">
      <dgm:prSet presAssocID="{279C189A-06F2-43CF-B5A5-E89F36F848E9}" presName="level3hierChild" presStyleCnt="0"/>
      <dgm:spPr/>
    </dgm:pt>
    <dgm:pt modelId="{4BC74C6A-A727-4FD8-8A8B-C55AF6E4ED33}" type="pres">
      <dgm:prSet presAssocID="{B8A6E210-3D1F-468B-BD06-85B17F9AB552}" presName="conn2-1" presStyleLbl="parChTrans1D3" presStyleIdx="17" presStyleCnt="19"/>
      <dgm:spPr/>
    </dgm:pt>
    <dgm:pt modelId="{597564EC-E121-4C4E-B452-BC74BFF5A043}" type="pres">
      <dgm:prSet presAssocID="{B8A6E210-3D1F-468B-BD06-85B17F9AB552}" presName="connTx" presStyleLbl="parChTrans1D3" presStyleIdx="17" presStyleCnt="19"/>
      <dgm:spPr/>
    </dgm:pt>
    <dgm:pt modelId="{99B3741D-06AC-448D-820F-32049ACC5E96}" type="pres">
      <dgm:prSet presAssocID="{BF1A8830-6600-4079-9907-EC2B2AFB2113}" presName="root2" presStyleCnt="0"/>
      <dgm:spPr/>
    </dgm:pt>
    <dgm:pt modelId="{B3A16A8D-BDEA-44E5-A062-78715E4B15B6}" type="pres">
      <dgm:prSet presAssocID="{BF1A8830-6600-4079-9907-EC2B2AFB2113}" presName="LevelTwoTextNode" presStyleLbl="node3" presStyleIdx="17" presStyleCnt="19">
        <dgm:presLayoutVars>
          <dgm:chPref val="3"/>
        </dgm:presLayoutVars>
      </dgm:prSet>
      <dgm:spPr/>
    </dgm:pt>
    <dgm:pt modelId="{C1A2CB94-7383-45D5-878E-4DF19BF33A3A}" type="pres">
      <dgm:prSet presAssocID="{BF1A8830-6600-4079-9907-EC2B2AFB2113}" presName="level3hierChild" presStyleCnt="0"/>
      <dgm:spPr/>
    </dgm:pt>
    <dgm:pt modelId="{64F2D9ED-EB2C-4E20-890A-87B6433763BD}" type="pres">
      <dgm:prSet presAssocID="{6E00B489-6825-4F79-AAF6-ADC76498986E}" presName="conn2-1" presStyleLbl="parChTrans1D3" presStyleIdx="18" presStyleCnt="19"/>
      <dgm:spPr/>
    </dgm:pt>
    <dgm:pt modelId="{F1F41947-56D6-4C31-BC5C-EA88A158B7D9}" type="pres">
      <dgm:prSet presAssocID="{6E00B489-6825-4F79-AAF6-ADC76498986E}" presName="connTx" presStyleLbl="parChTrans1D3" presStyleIdx="18" presStyleCnt="19"/>
      <dgm:spPr/>
    </dgm:pt>
    <dgm:pt modelId="{2316CC16-F9B5-4BB3-876F-D05B745B546A}" type="pres">
      <dgm:prSet presAssocID="{663F485F-149A-43CE-90EE-939AFDE4FBE9}" presName="root2" presStyleCnt="0"/>
      <dgm:spPr/>
    </dgm:pt>
    <dgm:pt modelId="{3A573B39-4F88-4D8B-A12B-B314D5D8B0ED}" type="pres">
      <dgm:prSet presAssocID="{663F485F-149A-43CE-90EE-939AFDE4FBE9}" presName="LevelTwoTextNode" presStyleLbl="node3" presStyleIdx="18" presStyleCnt="19">
        <dgm:presLayoutVars>
          <dgm:chPref val="3"/>
        </dgm:presLayoutVars>
      </dgm:prSet>
      <dgm:spPr/>
    </dgm:pt>
    <dgm:pt modelId="{0C536D60-2CE3-4C5A-A031-704DBD62AE87}" type="pres">
      <dgm:prSet presAssocID="{663F485F-149A-43CE-90EE-939AFDE4FBE9}" presName="level3hierChild" presStyleCnt="0"/>
      <dgm:spPr/>
    </dgm:pt>
  </dgm:ptLst>
  <dgm:cxnLst>
    <dgm:cxn modelId="{729ADD01-EF4B-4990-8BF6-7B8000C4F508}" type="presOf" srcId="{7AFAD916-0B3E-4141-9546-EF644C75C7DE}" destId="{CFCF47A2-F139-4B47-977C-1611FBA1DAB3}" srcOrd="0" destOrd="0" presId="urn:microsoft.com/office/officeart/2008/layout/HorizontalMultiLevelHierarchy"/>
    <dgm:cxn modelId="{52A0B708-4F9A-4DAC-9E18-8603E649D022}" type="presOf" srcId="{77DE0F50-91BD-47B0-82F2-905F09486430}" destId="{0FF4104E-AE60-4D11-8A99-EF8A73225F34}" srcOrd="1" destOrd="0" presId="urn:microsoft.com/office/officeart/2008/layout/HorizontalMultiLevelHierarchy"/>
    <dgm:cxn modelId="{348AFB0A-9BF6-4672-AB7F-283A6551FC7C}" srcId="{ED807E35-B5D3-4BCB-9B29-5888EC2127F1}" destId="{07CF0387-B6A7-46F6-8D80-6515DE1A07FD}" srcOrd="4" destOrd="0" parTransId="{402FF5D2-6E69-442B-87ED-AF119AB98C9A}" sibTransId="{FD08B8F3-3B0B-4311-A42C-F673A29231EB}"/>
    <dgm:cxn modelId="{C767710B-2D76-4F6C-B281-D53A8DFEE491}" type="presOf" srcId="{07B6C525-6C33-4AE8-B387-9234D98AC7A5}" destId="{467D43A1-A466-4F0B-8178-6DB8BDC76B8C}" srcOrd="1" destOrd="0" presId="urn:microsoft.com/office/officeart/2008/layout/HorizontalMultiLevelHierarchy"/>
    <dgm:cxn modelId="{E7F7D40F-215F-4CD0-856B-D5B800D5926C}" srcId="{4F28903C-A6C9-4863-BB2A-43AED4B9C37B}" destId="{279C189A-06F2-43CF-B5A5-E89F36F848E9}" srcOrd="1" destOrd="0" parTransId="{AE0CC12A-8B26-484E-AA07-8C88D1D017AA}" sibTransId="{2F241F55-BD09-4D6C-AD8B-C1C4C99D2D16}"/>
    <dgm:cxn modelId="{C48F1510-060D-47B6-9C36-8108FD0AEB84}" type="presOf" srcId="{77DE0F50-91BD-47B0-82F2-905F09486430}" destId="{0BFB8105-4697-4547-9449-F2D6976200F3}" srcOrd="0" destOrd="0" presId="urn:microsoft.com/office/officeart/2008/layout/HorizontalMultiLevelHierarchy"/>
    <dgm:cxn modelId="{E16ADD10-5886-44A1-8222-430F59BF392C}" type="presOf" srcId="{BC517616-6D60-41B4-A1E9-EF3BB38B7FA6}" destId="{25457684-6A6A-46B1-BEFA-440DA349A4E1}" srcOrd="0" destOrd="0" presId="urn:microsoft.com/office/officeart/2008/layout/HorizontalMultiLevelHierarchy"/>
    <dgm:cxn modelId="{FB0AFE12-D9D3-40C3-8AED-19A6D479513D}" type="presOf" srcId="{8D49C22C-79DA-4F3A-AEAD-6714A7BAFF19}" destId="{03784CEB-724F-450D-AE6D-EBA3A5A10CF8}" srcOrd="1" destOrd="0" presId="urn:microsoft.com/office/officeart/2008/layout/HorizontalMultiLevelHierarchy"/>
    <dgm:cxn modelId="{98FF4613-485F-43C3-9AE7-DEC53E1CDA4C}" type="presOf" srcId="{D5E1256A-7804-4A1B-9CE0-8C476EAC6D6B}" destId="{051C7EE5-64C2-4B32-9CB4-6E697A8B079C}" srcOrd="0" destOrd="0" presId="urn:microsoft.com/office/officeart/2008/layout/HorizontalMultiLevelHierarchy"/>
    <dgm:cxn modelId="{CE805C14-39E9-4D66-B8D3-B74090EF9270}" type="presOf" srcId="{663F485F-149A-43CE-90EE-939AFDE4FBE9}" destId="{3A573B39-4F88-4D8B-A12B-B314D5D8B0ED}" srcOrd="0" destOrd="0" presId="urn:microsoft.com/office/officeart/2008/layout/HorizontalMultiLevelHierarchy"/>
    <dgm:cxn modelId="{51C89314-1CB2-4F56-87B8-39D66BD5CCBB}" type="presOf" srcId="{B56DF796-4577-4EAC-93C2-6935751BE25A}" destId="{C96BA59C-3D83-4DC3-B99D-FEFB4E6D77F1}" srcOrd="0" destOrd="0" presId="urn:microsoft.com/office/officeart/2008/layout/HorizontalMultiLevelHierarchy"/>
    <dgm:cxn modelId="{0D245F17-E183-490F-B352-E82681221931}" type="presOf" srcId="{ED807E35-B5D3-4BCB-9B29-5888EC2127F1}" destId="{BEDCAB73-F473-4593-A1D1-34DA9B04C965}" srcOrd="0" destOrd="0" presId="urn:microsoft.com/office/officeart/2008/layout/HorizontalMultiLevelHierarchy"/>
    <dgm:cxn modelId="{5DFF2018-6B42-4ED8-AE35-D12E7177CC1F}" type="presOf" srcId="{D1D1B209-31AA-46C8-BA21-F3B9CF8FE9FB}" destId="{A77A702B-712F-4ECF-ABF5-D128154D2C84}" srcOrd="0" destOrd="0" presId="urn:microsoft.com/office/officeart/2008/layout/HorizontalMultiLevelHierarchy"/>
    <dgm:cxn modelId="{D1AF3919-5502-491E-BBCE-EE8853B6DC0C}" srcId="{4F28903C-A6C9-4863-BB2A-43AED4B9C37B}" destId="{69C3C36C-E5CC-4A23-B842-F7ADB4F0B186}" srcOrd="0" destOrd="0" parTransId="{E2BEE4B6-C1A1-4A2D-A761-968A2D1121C6}" sibTransId="{1C8BB3DB-02C6-41FC-9FC6-D56452A0969D}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5394811B-D190-451D-B61F-9C0E41EB5215}" type="presOf" srcId="{FEC150FD-CA24-4E50-97F1-E69E41EAECA7}" destId="{E7CD85A1-EA1D-49AD-8929-888F2462A542}" srcOrd="1" destOrd="0" presId="urn:microsoft.com/office/officeart/2008/layout/HorizontalMultiLevelHierarchy"/>
    <dgm:cxn modelId="{28B41D1F-296A-46D7-B65B-293F882F5B18}" type="presOf" srcId="{07B6C525-6C33-4AE8-B387-9234D98AC7A5}" destId="{04620BEB-0EEC-4835-AA29-7DE825A6C113}" srcOrd="0" destOrd="0" presId="urn:microsoft.com/office/officeart/2008/layout/HorizontalMultiLevelHierarchy"/>
    <dgm:cxn modelId="{30288E20-39F8-4D6C-97B0-3B5697AEE04B}" type="presOf" srcId="{6A43294B-A1CB-4D6F-B453-0FF0E5776867}" destId="{E43A60A7-9DDF-42B2-A812-4D4F0F75076B}" srcOrd="0" destOrd="0" presId="urn:microsoft.com/office/officeart/2008/layout/HorizontalMultiLevelHierarchy"/>
    <dgm:cxn modelId="{93AAB723-4057-4BE3-B658-5D7F84B4C830}" type="presOf" srcId="{D1D1B209-31AA-46C8-BA21-F3B9CF8FE9FB}" destId="{8E837C51-8492-4622-B33F-F9A94A9D0EF1}" srcOrd="1" destOrd="0" presId="urn:microsoft.com/office/officeart/2008/layout/HorizontalMultiLevelHierarchy"/>
    <dgm:cxn modelId="{2FE09C25-C66D-4EC5-9159-C525AA61F816}" srcId="{4F28903C-A6C9-4863-BB2A-43AED4B9C37B}" destId="{663F485F-149A-43CE-90EE-939AFDE4FBE9}" srcOrd="3" destOrd="0" parTransId="{6E00B489-6825-4F79-AAF6-ADC76498986E}" sibTransId="{696E035A-82D7-4FA9-B49A-563D058019A2}"/>
    <dgm:cxn modelId="{EA0EAE2C-2B44-4196-995F-9CD3A807B025}" type="presOf" srcId="{E2BEE4B6-C1A1-4A2D-A761-968A2D1121C6}" destId="{81224C5B-9665-4FC8-9EFA-FD6288EDEDB5}" srcOrd="1" destOrd="0" presId="urn:microsoft.com/office/officeart/2008/layout/HorizontalMultiLevelHierarchy"/>
    <dgm:cxn modelId="{AEB8F02E-B8EC-45B2-A23C-A943F8742FDE}" srcId="{D386F11A-1804-40C3-B4C6-97A93DDDA638}" destId="{08AE5005-3581-4A97-BECF-0CCE44B4D53E}" srcOrd="2" destOrd="0" parTransId="{A004AE72-6A2F-4DC1-86AA-9DD6EF4528AF}" sibTransId="{ECAF6E8F-2852-43EE-B9C4-41442144A0FC}"/>
    <dgm:cxn modelId="{C09DC830-BD83-4B7C-A407-5B02C3A0986D}" srcId="{8DCCF5A1-F5D2-48CE-BA98-5C85D6801254}" destId="{9E22FAF0-FF7E-4884-94A7-F2B8FFBB5A5E}" srcOrd="1" destOrd="0" parTransId="{D5E1256A-7804-4A1B-9CE0-8C476EAC6D6B}" sibTransId="{08A8FAC0-F035-4478-9763-893CD85C1319}"/>
    <dgm:cxn modelId="{527DCE35-847D-41EC-9BCF-FCFCC20E5C07}" type="presOf" srcId="{123BE4C2-2740-48F1-A672-BED1CFEF1A55}" destId="{FE96766D-0860-4D60-82D6-404DDCCC36A1}" srcOrd="1" destOrd="0" presId="urn:microsoft.com/office/officeart/2008/layout/HorizontalMultiLevelHierarchy"/>
    <dgm:cxn modelId="{406D6C3B-242C-40F5-ADC0-52CA87386D80}" type="presOf" srcId="{26A7866C-CE89-4BAB-B6B8-421B68991845}" destId="{8F7C36BE-E589-4461-8F16-778807C0B166}" srcOrd="0" destOrd="0" presId="urn:microsoft.com/office/officeart/2008/layout/HorizontalMultiLevelHierarchy"/>
    <dgm:cxn modelId="{AB77AF3B-80EA-4340-BF0A-60284FD11939}" type="presOf" srcId="{1EAAA8DD-4A75-4985-B423-64C84D4EE993}" destId="{37CD627C-8293-4029-B114-AA7B7535644E}" srcOrd="1" destOrd="0" presId="urn:microsoft.com/office/officeart/2008/layout/HorizontalMultiLevelHierarchy"/>
    <dgm:cxn modelId="{01B5803E-54D0-4D64-B61C-5CC40BDEEC8B}" type="presOf" srcId="{E9C31236-41E3-4D93-86D6-120F41639747}" destId="{FD0A644D-9AE4-4AD3-9D44-01D9B0D1AEF9}" srcOrd="1" destOrd="0" presId="urn:microsoft.com/office/officeart/2008/layout/HorizontalMultiLevelHierarchy"/>
    <dgm:cxn modelId="{51AF825B-9B3A-4353-A1B2-48084B9EF8D5}" type="presOf" srcId="{8EC7E3C2-D2EB-4D76-988B-B2A9666017DA}" destId="{60E800C2-3ACD-4894-B2D1-02C51C896C2D}" srcOrd="0" destOrd="0" presId="urn:microsoft.com/office/officeart/2008/layout/HorizontalMultiLevelHierarchy"/>
    <dgm:cxn modelId="{5930815E-EF72-4DB9-AF11-54F15257940D}" type="presOf" srcId="{8D49C22C-79DA-4F3A-AEAD-6714A7BAFF19}" destId="{5E6DA394-939F-4A95-8F6F-3209A3895CB8}" srcOrd="0" destOrd="0" presId="urn:microsoft.com/office/officeart/2008/layout/HorizontalMultiLevelHierarchy"/>
    <dgm:cxn modelId="{41EF1B5F-D09D-4F71-8417-C286285C9568}" srcId="{ED807E35-B5D3-4BCB-9B29-5888EC2127F1}" destId="{5821FB8A-5877-43A9-875B-26B9C487ACC9}" srcOrd="0" destOrd="0" parTransId="{90CBA59F-7D7C-4C75-9B0F-F5F15E07117F}" sibTransId="{D3D15590-51C2-44EF-AC9C-F94F0FCCB8B6}"/>
    <dgm:cxn modelId="{4CE03E41-67B3-46A1-BE69-B26C1FC740A2}" type="presOf" srcId="{E9C31236-41E3-4D93-86D6-120F41639747}" destId="{D039A37C-16E1-46DE-83F2-FE1AFA19E6B5}" srcOrd="0" destOrd="0" presId="urn:microsoft.com/office/officeart/2008/layout/HorizontalMultiLevelHierarchy"/>
    <dgm:cxn modelId="{EB1F6241-7541-4583-9940-25F14F4D6A33}" type="presOf" srcId="{8DCCF5A1-F5D2-48CE-BA98-5C85D6801254}" destId="{32ACC1F6-D5B9-4CEA-991A-2E04658BD206}" srcOrd="0" destOrd="0" presId="urn:microsoft.com/office/officeart/2008/layout/HorizontalMultiLevelHierarchy"/>
    <dgm:cxn modelId="{6B174763-38CD-4C5C-8684-B3BD13CDFF3D}" type="presOf" srcId="{AA478AEC-9F15-47FF-B20B-DE5893F051C0}" destId="{1727B044-8190-4C0C-A27D-97E6DA4EBBD8}" srcOrd="0" destOrd="0" presId="urn:microsoft.com/office/officeart/2008/layout/HorizontalMultiLevelHierarchy"/>
    <dgm:cxn modelId="{6B282A65-641E-4798-B811-1AC8F94F44F5}" srcId="{26A7866C-CE89-4BAB-B6B8-421B68991845}" destId="{F6D65D99-858C-4491-8350-4E38A536AD21}" srcOrd="0" destOrd="0" parTransId="{FEC150FD-CA24-4E50-97F1-E69E41EAECA7}" sibTransId="{15769C71-E077-44AB-965F-70D7B581EC38}"/>
    <dgm:cxn modelId="{930B6465-918C-4487-9892-21C123CA0BA4}" srcId="{26A7866C-CE89-4BAB-B6B8-421B68991845}" destId="{1AB03169-D976-42D7-A273-D4625AE46F9F}" srcOrd="2" destOrd="0" parTransId="{AA478AEC-9F15-47FF-B20B-DE5893F051C0}" sibTransId="{0A7E2B11-0161-4336-8CC6-8057E2D42FCF}"/>
    <dgm:cxn modelId="{E3F68E45-2B8E-42DE-94AC-A367AE662C79}" type="presOf" srcId="{E2BEE4B6-C1A1-4A2D-A761-968A2D1121C6}" destId="{48B72B3E-C983-4274-B2B2-70D16748E2BB}" srcOrd="0" destOrd="0" presId="urn:microsoft.com/office/officeart/2008/layout/HorizontalMultiLevelHierarchy"/>
    <dgm:cxn modelId="{AB277568-4156-49F2-B2B3-4DFC2A8AEB98}" type="presOf" srcId="{1088B713-D373-4F76-B98B-B75395D41BA2}" destId="{80CCDF43-4A90-4DB9-90BB-F37BB6A6CE64}" srcOrd="0" destOrd="0" presId="urn:microsoft.com/office/officeart/2008/layout/HorizontalMultiLevelHierarchy"/>
    <dgm:cxn modelId="{4EC9854A-042C-4346-BD6B-0D7065878838}" type="presOf" srcId="{7FA6DCDB-7840-414E-A2DC-34707D6C010C}" destId="{5BB8511B-BEEB-4D95-9928-1B6F31389179}" srcOrd="0" destOrd="0" presId="urn:microsoft.com/office/officeart/2008/layout/HorizontalMultiLevelHierarchy"/>
    <dgm:cxn modelId="{97B3D36B-939A-4999-B9F0-48B5EF509D8F}" type="presOf" srcId="{FEC150FD-CA24-4E50-97F1-E69E41EAECA7}" destId="{F26F67FB-D19B-4991-9A66-98D479004DA6}" srcOrd="0" destOrd="0" presId="urn:microsoft.com/office/officeart/2008/layout/HorizontalMultiLevelHierarchy"/>
    <dgm:cxn modelId="{1C054A4C-FE2D-46FB-B0E2-C91FC85755E0}" srcId="{D386F11A-1804-40C3-B4C6-97A93DDDA638}" destId="{D5CC7BC0-399A-4FA1-9282-8E02243BD9DA}" srcOrd="1" destOrd="0" parTransId="{77DE0F50-91BD-47B0-82F2-905F09486430}" sibTransId="{6B4200AB-22F1-4917-A548-F0CC62565ABB}"/>
    <dgm:cxn modelId="{F4FF426E-457E-4993-AFED-082B0BB262F8}" type="presOf" srcId="{1088B713-D373-4F76-B98B-B75395D41BA2}" destId="{87A0E548-ED5E-4FC4-A2E6-8E63C819DFB2}" srcOrd="1" destOrd="0" presId="urn:microsoft.com/office/officeart/2008/layout/HorizontalMultiLevelHierarchy"/>
    <dgm:cxn modelId="{DCF3A04F-4D1E-4984-A63B-DD682A04E677}" type="presOf" srcId="{1AB03169-D976-42D7-A273-D4625AE46F9F}" destId="{953DE894-07BF-479E-983A-CE5469800A68}" srcOrd="0" destOrd="0" presId="urn:microsoft.com/office/officeart/2008/layout/HorizontalMultiLevelHierarchy"/>
    <dgm:cxn modelId="{5F2FF74F-D640-4AF0-B879-82409B595B23}" type="presOf" srcId="{D5E1256A-7804-4A1B-9CE0-8C476EAC6D6B}" destId="{BC550C4A-0520-4519-87CB-647D5B9D3481}" srcOrd="1" destOrd="0" presId="urn:microsoft.com/office/officeart/2008/layout/HorizontalMultiLevelHierarchy"/>
    <dgm:cxn modelId="{6ED1F450-FC9C-4DED-883C-9AAC36B15A42}" type="presOf" srcId="{6E00B489-6825-4F79-AAF6-ADC76498986E}" destId="{F1F41947-56D6-4C31-BC5C-EA88A158B7D9}" srcOrd="1" destOrd="0" presId="urn:microsoft.com/office/officeart/2008/layout/HorizontalMultiLevelHierarchy"/>
    <dgm:cxn modelId="{76995853-2A4E-42BB-8E68-D87A2A388D94}" type="presOf" srcId="{90CBA59F-7D7C-4C75-9B0F-F5F15E07117F}" destId="{D6E620D2-D3BC-436E-AE97-2C6EFEAF5E1D}" srcOrd="1" destOrd="0" presId="urn:microsoft.com/office/officeart/2008/layout/HorizontalMultiLevelHierarchy"/>
    <dgm:cxn modelId="{81480C74-1CD0-4DC9-BB3B-BE2D1E4C04E8}" type="presOf" srcId="{1EAAA8DD-4A75-4985-B423-64C84D4EE993}" destId="{F31F3F23-7C72-452A-ADC8-1CB2C7B14B46}" srcOrd="0" destOrd="0" presId="urn:microsoft.com/office/officeart/2008/layout/HorizontalMultiLevelHierarchy"/>
    <dgm:cxn modelId="{377A4154-0464-4084-BD65-37CCA231BFBE}" type="presOf" srcId="{BC06D4EA-C00A-455B-A296-90B7D26E50BF}" destId="{DDA79D3F-A64C-4EED-8BE6-B172036968B7}" srcOrd="0" destOrd="0" presId="urn:microsoft.com/office/officeart/2008/layout/HorizontalMultiLevelHierarchy"/>
    <dgm:cxn modelId="{05AA1157-CE4C-4580-A68B-C5415EB0B5AA}" type="presOf" srcId="{A004AE72-6A2F-4DC1-86AA-9DD6EF4528AF}" destId="{D7E8F901-BAA6-4D2C-8C3C-C991500CB493}" srcOrd="1" destOrd="0" presId="urn:microsoft.com/office/officeart/2008/layout/HorizontalMultiLevelHierarchy"/>
    <dgm:cxn modelId="{8B10245A-D88C-4F03-A009-6715C0266A2E}" type="presOf" srcId="{123BE4C2-2740-48F1-A672-BED1CFEF1A55}" destId="{6A1F7B97-5B80-483A-A0C1-E0085B4BB7F9}" srcOrd="0" destOrd="0" presId="urn:microsoft.com/office/officeart/2008/layout/HorizontalMultiLevelHierarchy"/>
    <dgm:cxn modelId="{C348EA80-26EC-42A7-A79E-25B4312BC4F3}" srcId="{F8A4306D-2EA6-4060-9C81-584FC924A72D}" destId="{4F28903C-A6C9-4863-BB2A-43AED4B9C37B}" srcOrd="4" destOrd="0" parTransId="{86C76375-759C-430F-8C04-D9FE85D3E0BB}" sibTransId="{B8DD7159-E45E-49FB-AD54-E66760F599F9}"/>
    <dgm:cxn modelId="{06A0C783-720E-4D17-BB25-F9B252749408}" type="presOf" srcId="{BC517616-6D60-41B4-A1E9-EF3BB38B7FA6}" destId="{BD65CC17-314D-4592-BB6E-D178C94F5A9C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4E731686-F5FC-4DCC-B362-64CE5EFB7DA5}" type="presOf" srcId="{D703D4E3-80AC-43B7-BB5D-6236C00A0C8E}" destId="{A393CB0A-BEF7-4DB8-81E5-1154DE861CF6}" srcOrd="0" destOrd="0" presId="urn:microsoft.com/office/officeart/2008/layout/HorizontalMultiLevelHierarchy"/>
    <dgm:cxn modelId="{7F715586-8543-4983-9FA0-C755C1EFD3F5}" type="presOf" srcId="{DC92EE81-E160-409C-8D57-13731F9F37AC}" destId="{92090F43-5B4E-4749-BCAA-CA724B1D4710}" srcOrd="0" destOrd="0" presId="urn:microsoft.com/office/officeart/2008/layout/HorizontalMultiLevelHierarchy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A4EFA787-CD36-4728-83DB-FEC14EFC6E00}" type="presOf" srcId="{B8A6E210-3D1F-468B-BD06-85B17F9AB552}" destId="{4BC74C6A-A727-4FD8-8A8B-C55AF6E4ED33}" srcOrd="0" destOrd="0" presId="urn:microsoft.com/office/officeart/2008/layout/HorizontalMultiLevelHierarchy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B9ED278B-2887-4FAC-8E86-6D52107D72A3}" type="presOf" srcId="{D5CC7BC0-399A-4FA1-9282-8E02243BD9DA}" destId="{27B4AF17-3646-481D-A3F4-26A127527259}" srcOrd="0" destOrd="0" presId="urn:microsoft.com/office/officeart/2008/layout/HorizontalMultiLevelHierarchy"/>
    <dgm:cxn modelId="{F2A0ED8B-F3E0-40B5-8E8E-CAFF576907D3}" srcId="{4F28903C-A6C9-4863-BB2A-43AED4B9C37B}" destId="{BF1A8830-6600-4079-9907-EC2B2AFB2113}" srcOrd="2" destOrd="0" parTransId="{B8A6E210-3D1F-468B-BD06-85B17F9AB552}" sibTransId="{8F56ABFD-B8FE-40BB-B312-FC16D83CD91F}"/>
    <dgm:cxn modelId="{5EB7DF8D-7BF8-4C6E-BDD6-8100ECD9AA7A}" srcId="{ED807E35-B5D3-4BCB-9B29-5888EC2127F1}" destId="{8EC7E3C2-D2EB-4D76-988B-B2A9666017DA}" srcOrd="3" destOrd="0" parTransId="{8D49C22C-79DA-4F3A-AEAD-6714A7BAFF19}" sibTransId="{464A0BE2-DEF7-417E-9E85-C09FA6EB1044}"/>
    <dgm:cxn modelId="{1DF5A08E-589B-4D52-8BC8-19AC2BE17C28}" srcId="{8DCCF5A1-F5D2-48CE-BA98-5C85D6801254}" destId="{7AFAD916-0B3E-4141-9546-EF644C75C7DE}" srcOrd="0" destOrd="0" parTransId="{D1D1B209-31AA-46C8-BA21-F3B9CF8FE9FB}" sibTransId="{3989527C-439F-4CDD-A951-52296F973D86}"/>
    <dgm:cxn modelId="{F9695B93-2103-40EE-8C6D-7E135B1D0D4F}" type="presOf" srcId="{B8A6E210-3D1F-468B-BD06-85B17F9AB552}" destId="{597564EC-E121-4C4E-B452-BC74BFF5A043}" srcOrd="1" destOrd="0" presId="urn:microsoft.com/office/officeart/2008/layout/HorizontalMultiLevelHierarchy"/>
    <dgm:cxn modelId="{B680BC94-E345-4749-B748-85920F54A2DC}" type="presOf" srcId="{07CF0387-B6A7-46F6-8D80-6515DE1A07FD}" destId="{F79FB1EC-FF45-40C7-BCB6-021087AEF7A4}" srcOrd="0" destOrd="0" presId="urn:microsoft.com/office/officeart/2008/layout/HorizontalMultiLevelHierarchy"/>
    <dgm:cxn modelId="{7B830096-8BDF-412A-BE6E-4DA39A3F5427}" type="presOf" srcId="{9E6C4194-C2AC-49CA-B1BE-485970A30476}" destId="{73E2F408-D084-4DE5-AFF5-72C7E2B981C0}" srcOrd="0" destOrd="0" presId="urn:microsoft.com/office/officeart/2008/layout/HorizontalMultiLevelHierarchy"/>
    <dgm:cxn modelId="{99B37A96-C7E4-4FFE-AE1C-0B928899CCF5}" srcId="{ED807E35-B5D3-4BCB-9B29-5888EC2127F1}" destId="{9E6C4194-C2AC-49CA-B1BE-485970A30476}" srcOrd="2" destOrd="0" parTransId="{123BE4C2-2740-48F1-A672-BED1CFEF1A55}" sibTransId="{9CCDDAAC-1088-4C90-ADDE-D6CCD26B0E7F}"/>
    <dgm:cxn modelId="{C248F599-A223-40A6-AA0B-B7293E740314}" type="presOf" srcId="{AE0CC12A-8B26-484E-AA07-8C88D1D017AA}" destId="{8743B348-BD29-45B2-B1D1-8C789BE77813}" srcOrd="1" destOrd="0" presId="urn:microsoft.com/office/officeart/2008/layout/HorizontalMultiLevelHierarchy"/>
    <dgm:cxn modelId="{BDD785A0-6369-4701-8C5F-03CA08A4220E}" type="presOf" srcId="{AA478AEC-9F15-47FF-B20B-DE5893F051C0}" destId="{13757426-925E-45F2-A3A4-857C30C03B09}" srcOrd="1" destOrd="0" presId="urn:microsoft.com/office/officeart/2008/layout/HorizontalMultiLevelHierarchy"/>
    <dgm:cxn modelId="{EB47E9A0-DE8D-4252-A6F4-8D4855D9105E}" type="presOf" srcId="{279C189A-06F2-43CF-B5A5-E89F36F848E9}" destId="{88E111A6-EFA1-4544-AFA8-6F1120FCE148}" srcOrd="0" destOrd="0" presId="urn:microsoft.com/office/officeart/2008/layout/HorizontalMultiLevelHierarchy"/>
    <dgm:cxn modelId="{9ED79BA5-DB4F-4B82-8DD7-3BDC1EC65150}" type="presOf" srcId="{86C76375-759C-430F-8C04-D9FE85D3E0BB}" destId="{B9FDD0DE-38DF-4097-A839-7CA529B0134A}" srcOrd="1" destOrd="0" presId="urn:microsoft.com/office/officeart/2008/layout/HorizontalMultiLevelHierarchy"/>
    <dgm:cxn modelId="{EB743FA9-2C08-4978-9D09-40B91FA4DFE9}" type="presOf" srcId="{D386F11A-1804-40C3-B4C6-97A93DDDA638}" destId="{B2ADA6F2-50C6-4A88-AAA9-37F38027290A}" srcOrd="0" destOrd="0" presId="urn:microsoft.com/office/officeart/2008/layout/HorizontalMultiLevelHierarchy"/>
    <dgm:cxn modelId="{72C4DCA9-69DE-411B-B9C2-7B74C9048EBC}" srcId="{26A7866C-CE89-4BAB-B6B8-421B68991845}" destId="{BC06D4EA-C00A-455B-A296-90B7D26E50BF}" srcOrd="1" destOrd="0" parTransId="{1088B713-D373-4F76-B98B-B75395D41BA2}" sibTransId="{640074BF-093A-4037-A45A-F35FD66C4B67}"/>
    <dgm:cxn modelId="{E66EEEA9-FF55-4681-B210-A327E56951F3}" type="presOf" srcId="{A004AE72-6A2F-4DC1-86AA-9DD6EF4528AF}" destId="{22D0EEAC-F1C3-4BAD-B8D4-AFFC576382CC}" srcOrd="0" destOrd="0" presId="urn:microsoft.com/office/officeart/2008/layout/HorizontalMultiLevelHierarchy"/>
    <dgm:cxn modelId="{C2B2CEAA-3954-458A-BD28-8C88F6DEEC44}" type="presOf" srcId="{AE0CC12A-8B26-484E-AA07-8C88D1D017AA}" destId="{31955690-7179-40C4-9E8A-5D70DFC377E7}" srcOrd="0" destOrd="0" presId="urn:microsoft.com/office/officeart/2008/layout/HorizontalMultiLevelHierarchy"/>
    <dgm:cxn modelId="{E79EC7AD-F4BE-472C-B324-69743B8261D7}" type="presOf" srcId="{08AE5005-3581-4A97-BECF-0CCE44B4D53E}" destId="{0647BFC3-B5D7-4EAF-82AD-3EB8CC090092}" srcOrd="0" destOrd="0" presId="urn:microsoft.com/office/officeart/2008/layout/HorizontalMultiLevelHierarchy"/>
    <dgm:cxn modelId="{F8DB03AF-B784-48A9-AE53-EF0646F0505B}" srcId="{ED807E35-B5D3-4BCB-9B29-5888EC2127F1}" destId="{B56DF796-4577-4EAC-93C2-6935751BE25A}" srcOrd="1" destOrd="0" parTransId="{E9C31236-41E3-4D93-86D6-120F41639747}" sibTransId="{7891076A-C6C8-4A60-A70F-5BC6A31F5F3B}"/>
    <dgm:cxn modelId="{2CB4F7B0-3B4B-43AA-9F4C-B398AB1BB303}" type="presOf" srcId="{6E00B489-6825-4F79-AAF6-ADC76498986E}" destId="{64F2D9ED-EB2C-4E20-890A-87B6433763BD}" srcOrd="0" destOrd="0" presId="urn:microsoft.com/office/officeart/2008/layout/HorizontalMultiLevelHierarchy"/>
    <dgm:cxn modelId="{3A5B02B3-4C49-46A6-9049-BD3F6D041E60}" type="presOf" srcId="{90CBA59F-7D7C-4C75-9B0F-F5F15E07117F}" destId="{35D85E89-8219-4EAD-B131-FFB670BDF21E}" srcOrd="0" destOrd="0" presId="urn:microsoft.com/office/officeart/2008/layout/HorizontalMultiLevelHierarchy"/>
    <dgm:cxn modelId="{60FBC3B3-CA29-40B6-BBBD-3B5B9C4CCB47}" type="presOf" srcId="{86C76375-759C-430F-8C04-D9FE85D3E0BB}" destId="{606C6F1E-498E-4DDB-A186-9DA9B6E34A4F}" srcOrd="0" destOrd="0" presId="urn:microsoft.com/office/officeart/2008/layout/HorizontalMultiLevelHierarchy"/>
    <dgm:cxn modelId="{59F80DB4-6184-41F9-A751-3A2BDF67415D}" type="presOf" srcId="{8BE22E42-DB0A-4790-87BD-8B0CEA94CA04}" destId="{B1DAB71E-6E0D-4893-9248-FF2AC3D62576}" srcOrd="1" destOrd="0" presId="urn:microsoft.com/office/officeart/2008/layout/HorizontalMultiLevelHierarchy"/>
    <dgm:cxn modelId="{B7D5AFBC-485B-4AA9-B71E-ECBFAD6D8C34}" type="presOf" srcId="{69C3C36C-E5CC-4A23-B842-F7ADB4F0B186}" destId="{C0937D04-21A0-43F6-85AC-6D62800094D9}" srcOrd="0" destOrd="0" presId="urn:microsoft.com/office/officeart/2008/layout/HorizontalMultiLevelHierarchy"/>
    <dgm:cxn modelId="{FA28CEC3-0168-4033-BA85-5D4A9046C14A}" type="presOf" srcId="{BF1A8830-6600-4079-9907-EC2B2AFB2113}" destId="{B3A16A8D-BDEA-44E5-A062-78715E4B15B6}" srcOrd="0" destOrd="0" presId="urn:microsoft.com/office/officeart/2008/layout/HorizontalMultiLevelHierarchy"/>
    <dgm:cxn modelId="{D52191C4-13AC-4A93-85D8-7FC6151E89CC}" type="presOf" srcId="{4F28903C-A6C9-4863-BB2A-43AED4B9C37B}" destId="{2B29F018-F637-4258-A9C2-9FD5539BC75D}" srcOrd="0" destOrd="0" presId="urn:microsoft.com/office/officeart/2008/layout/HorizontalMultiLevelHierarchy"/>
    <dgm:cxn modelId="{5EF803C7-BB0E-44A4-9047-BEC2A65C4AEE}" type="presOf" srcId="{402FF5D2-6E69-442B-87ED-AF119AB98C9A}" destId="{E7448DA2-ABEA-4A21-9757-53D581D7F3FD}" srcOrd="0" destOrd="0" presId="urn:microsoft.com/office/officeart/2008/layout/HorizontalMultiLevelHierarchy"/>
    <dgm:cxn modelId="{91D222C7-D976-46A1-A14D-B04139A3DEC3}" type="presOf" srcId="{4ACE4D20-0AD1-48A9-9ACB-1F5C46BC0BDA}" destId="{E8145716-6D58-4345-8073-80600F1C9F42}" srcOrd="0" destOrd="0" presId="urn:microsoft.com/office/officeart/2008/layout/HorizontalMultiLevelHierarchy"/>
    <dgm:cxn modelId="{D92941C7-9627-4FE5-8135-64B85FE16D2A}" type="presOf" srcId="{F8A4306D-2EA6-4060-9C81-584FC924A72D}" destId="{1A8C8775-11A9-4910-9DB9-4ADDC072442C}" srcOrd="0" destOrd="0" presId="urn:microsoft.com/office/officeart/2008/layout/HorizontalMultiLevelHierarchy"/>
    <dgm:cxn modelId="{7A4077C8-3A1F-4631-8C58-C480E94115A7}" type="presOf" srcId="{DC92EE81-E160-409C-8D57-13731F9F37AC}" destId="{81E432F6-3EF7-4549-811C-B578FA37B5ED}" srcOrd="1" destOrd="0" presId="urn:microsoft.com/office/officeart/2008/layout/HorizontalMultiLevelHierarchy"/>
    <dgm:cxn modelId="{EAB359CA-D8BA-4728-A5BD-50F3B9965CEE}" type="presOf" srcId="{8BE22E42-DB0A-4790-87BD-8B0CEA94CA04}" destId="{FA624BE1-9ACC-4E7D-9F6D-BDD9E6D78BF6}" srcOrd="0" destOrd="0" presId="urn:microsoft.com/office/officeart/2008/layout/HorizontalMultiLevelHierarchy"/>
    <dgm:cxn modelId="{679C18CC-4184-4937-94B9-4974EFF413B9}" type="presOf" srcId="{5821FB8A-5877-43A9-875B-26B9C487ACC9}" destId="{B933AC5F-4C04-4E26-B56E-83A35B7B75A0}" srcOrd="0" destOrd="0" presId="urn:microsoft.com/office/officeart/2008/layout/HorizontalMultiLevelHierarchy"/>
    <dgm:cxn modelId="{049CF7CC-B208-4A72-A5C2-87DD58BA822A}" srcId="{D386F11A-1804-40C3-B4C6-97A93DDDA638}" destId="{4ACE4D20-0AD1-48A9-9ACB-1F5C46BC0BDA}" srcOrd="3" destOrd="0" parTransId="{07B6C525-6C33-4AE8-B387-9234D98AC7A5}" sibTransId="{D43DB4CE-5FDD-4F07-B46D-1A1C7495C161}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61B3ACD6-CD07-4D7B-8A55-A711422362F4}" type="presOf" srcId="{C5F0EE40-EBE4-45F5-B1FC-726A9F1B0F73}" destId="{F226263A-149C-45EB-8D74-9D5F16BB2DF3}" srcOrd="0" destOrd="0" presId="urn:microsoft.com/office/officeart/2008/layout/HorizontalMultiLevelHierarchy"/>
    <dgm:cxn modelId="{5B1ADDDC-8D57-4C34-BD0F-B265BAE1DA0A}" type="presOf" srcId="{9E22FAF0-FF7E-4884-94A7-F2B8FFBB5A5E}" destId="{8B6A1FEE-6309-4F91-8601-1AC9179B566D}" srcOrd="0" destOrd="0" presId="urn:microsoft.com/office/officeart/2008/layout/HorizontalMultiLevelHierarchy"/>
    <dgm:cxn modelId="{A5E3A0DE-3F29-45DF-B3C9-345FA27E2BAE}" srcId="{D386F11A-1804-40C3-B4C6-97A93DDDA638}" destId="{7FA6DCDB-7840-414E-A2DC-34707D6C010C}" srcOrd="0" destOrd="0" parTransId="{BC517616-6D60-41B4-A1E9-EF3BB38B7FA6}" sibTransId="{81C5B1B1-C736-4F61-B4D2-15979B594143}"/>
    <dgm:cxn modelId="{3001B6E0-5A1B-4107-95CB-12E9DCC99663}" srcId="{D386F11A-1804-40C3-B4C6-97A93DDDA638}" destId="{D703D4E3-80AC-43B7-BB5D-6236C00A0C8E}" srcOrd="4" destOrd="0" parTransId="{C5F0EE40-EBE4-45F5-B1FC-726A9F1B0F73}" sibTransId="{AA9F861D-93CE-4011-9A92-B54BA4C37D2E}"/>
    <dgm:cxn modelId="{119070E3-0860-4DEA-99B6-C2F5DC9167F2}" type="presOf" srcId="{402FF5D2-6E69-442B-87ED-AF119AB98C9A}" destId="{E3D0D3B2-09CA-4905-A15A-B5077E79086E}" srcOrd="1" destOrd="0" presId="urn:microsoft.com/office/officeart/2008/layout/HorizontalMultiLevelHierarchy"/>
    <dgm:cxn modelId="{77A099ED-0B97-4E39-B3F5-9B70E329C49B}" type="presOf" srcId="{6A43294B-A1CB-4D6F-B453-0FF0E5776867}" destId="{CE810C7E-C3EF-4168-95BF-2980E8095076}" srcOrd="1" destOrd="0" presId="urn:microsoft.com/office/officeart/2008/layout/HorizontalMultiLevelHierarchy"/>
    <dgm:cxn modelId="{E554D9F6-ED4A-412F-880D-C6029C356670}" type="presOf" srcId="{F6D65D99-858C-4491-8350-4E38A536AD21}" destId="{B451BF21-E3E7-4DE8-AB73-A070BD52A292}" srcOrd="0" destOrd="0" presId="urn:microsoft.com/office/officeart/2008/layout/HorizontalMultiLevelHierarchy"/>
    <dgm:cxn modelId="{00B22EFF-9601-4427-8D2C-A84C5FD31A0B}" type="presOf" srcId="{C5F0EE40-EBE4-45F5-B1FC-726A9F1B0F73}" destId="{ED327FEE-4425-4C58-876D-54DE2191A0F8}" srcOrd="1" destOrd="0" presId="urn:microsoft.com/office/officeart/2008/layout/HorizontalMultiLevelHierarchy"/>
    <dgm:cxn modelId="{9CE30A0E-8A7D-4E33-83F7-65DE40CDD7D8}" type="presParOf" srcId="{AB769FB9-81B7-4D88-8E0E-4605BD1B277C}" destId="{4EC09F46-69D8-4EC8-A3FD-B9943A6C53ED}" srcOrd="0" destOrd="0" presId="urn:microsoft.com/office/officeart/2008/layout/HorizontalMultiLevelHierarchy"/>
    <dgm:cxn modelId="{1C18FAB3-3713-48DB-836F-1BA1AB593C32}" type="presParOf" srcId="{4EC09F46-69D8-4EC8-A3FD-B9943A6C53ED}" destId="{1A8C8775-11A9-4910-9DB9-4ADDC072442C}" srcOrd="0" destOrd="0" presId="urn:microsoft.com/office/officeart/2008/layout/HorizontalMultiLevelHierarchy"/>
    <dgm:cxn modelId="{1CDEEE26-A18A-4827-A99D-25FB0420661B}" type="presParOf" srcId="{4EC09F46-69D8-4EC8-A3FD-B9943A6C53ED}" destId="{15760790-9539-44A9-A52D-58AB584996E5}" srcOrd="1" destOrd="0" presId="urn:microsoft.com/office/officeart/2008/layout/HorizontalMultiLevelHierarchy"/>
    <dgm:cxn modelId="{EC6F8E5C-4293-4E33-8A73-6296097C3178}" type="presParOf" srcId="{15760790-9539-44A9-A52D-58AB584996E5}" destId="{92090F43-5B4E-4749-BCAA-CA724B1D4710}" srcOrd="0" destOrd="0" presId="urn:microsoft.com/office/officeart/2008/layout/HorizontalMultiLevelHierarchy"/>
    <dgm:cxn modelId="{D212CA54-12B2-4FC1-9715-BCA437681C2F}" type="presParOf" srcId="{92090F43-5B4E-4749-BCAA-CA724B1D4710}" destId="{81E432F6-3EF7-4549-811C-B578FA37B5ED}" srcOrd="0" destOrd="0" presId="urn:microsoft.com/office/officeart/2008/layout/HorizontalMultiLevelHierarchy"/>
    <dgm:cxn modelId="{53F39F56-39E9-48B1-9F48-CFD214A4AA65}" type="presParOf" srcId="{15760790-9539-44A9-A52D-58AB584996E5}" destId="{72B2EE92-AB90-4A5C-9510-488C5A769220}" srcOrd="1" destOrd="0" presId="urn:microsoft.com/office/officeart/2008/layout/HorizontalMultiLevelHierarchy"/>
    <dgm:cxn modelId="{D2ABD977-EB5F-4E16-928B-4AAEBA3C1232}" type="presParOf" srcId="{72B2EE92-AB90-4A5C-9510-488C5A769220}" destId="{B2ADA6F2-50C6-4A88-AAA9-37F38027290A}" srcOrd="0" destOrd="0" presId="urn:microsoft.com/office/officeart/2008/layout/HorizontalMultiLevelHierarchy"/>
    <dgm:cxn modelId="{C84ABEB4-2841-43B1-B010-508ABF3DB2DA}" type="presParOf" srcId="{72B2EE92-AB90-4A5C-9510-488C5A769220}" destId="{FCCA6175-AB58-4D81-9EEF-6F7407CF7161}" srcOrd="1" destOrd="0" presId="urn:microsoft.com/office/officeart/2008/layout/HorizontalMultiLevelHierarchy"/>
    <dgm:cxn modelId="{CBECE8D9-1AB3-47F3-A4B0-B3E3F6A220D8}" type="presParOf" srcId="{FCCA6175-AB58-4D81-9EEF-6F7407CF7161}" destId="{25457684-6A6A-46B1-BEFA-440DA349A4E1}" srcOrd="0" destOrd="0" presId="urn:microsoft.com/office/officeart/2008/layout/HorizontalMultiLevelHierarchy"/>
    <dgm:cxn modelId="{D2170C8E-80C8-43DF-B4B7-84C9928C3958}" type="presParOf" srcId="{25457684-6A6A-46B1-BEFA-440DA349A4E1}" destId="{BD65CC17-314D-4592-BB6E-D178C94F5A9C}" srcOrd="0" destOrd="0" presId="urn:microsoft.com/office/officeart/2008/layout/HorizontalMultiLevelHierarchy"/>
    <dgm:cxn modelId="{58C0412F-2DDF-4420-A993-FD43D10082DD}" type="presParOf" srcId="{FCCA6175-AB58-4D81-9EEF-6F7407CF7161}" destId="{55C8CA33-082C-4B82-8A53-827A77C4078E}" srcOrd="1" destOrd="0" presId="urn:microsoft.com/office/officeart/2008/layout/HorizontalMultiLevelHierarchy"/>
    <dgm:cxn modelId="{41866B2B-F7A1-40DF-BD91-BB9F015812D0}" type="presParOf" srcId="{55C8CA33-082C-4B82-8A53-827A77C4078E}" destId="{5BB8511B-BEEB-4D95-9928-1B6F31389179}" srcOrd="0" destOrd="0" presId="urn:microsoft.com/office/officeart/2008/layout/HorizontalMultiLevelHierarchy"/>
    <dgm:cxn modelId="{4D1E211D-9AAF-43E0-9CD5-9238A61360DF}" type="presParOf" srcId="{55C8CA33-082C-4B82-8A53-827A77C4078E}" destId="{7547BC9F-2A72-4AE4-BE3E-5AEEB03D4ECA}" srcOrd="1" destOrd="0" presId="urn:microsoft.com/office/officeart/2008/layout/HorizontalMultiLevelHierarchy"/>
    <dgm:cxn modelId="{303EE882-CB3B-4393-955C-AFBA48623ACF}" type="presParOf" srcId="{FCCA6175-AB58-4D81-9EEF-6F7407CF7161}" destId="{0BFB8105-4697-4547-9449-F2D6976200F3}" srcOrd="2" destOrd="0" presId="urn:microsoft.com/office/officeart/2008/layout/HorizontalMultiLevelHierarchy"/>
    <dgm:cxn modelId="{8ABF81AD-6254-48FC-A53C-C8A79C2AEDD9}" type="presParOf" srcId="{0BFB8105-4697-4547-9449-F2D6976200F3}" destId="{0FF4104E-AE60-4D11-8A99-EF8A73225F34}" srcOrd="0" destOrd="0" presId="urn:microsoft.com/office/officeart/2008/layout/HorizontalMultiLevelHierarchy"/>
    <dgm:cxn modelId="{F6253F39-A24B-4B39-8821-FA899D6067B3}" type="presParOf" srcId="{FCCA6175-AB58-4D81-9EEF-6F7407CF7161}" destId="{4F1F72D7-F86A-44CA-8AA6-859FE0E5FD94}" srcOrd="3" destOrd="0" presId="urn:microsoft.com/office/officeart/2008/layout/HorizontalMultiLevelHierarchy"/>
    <dgm:cxn modelId="{14632EAC-C40C-4901-ACDB-C6C2FA6C06F7}" type="presParOf" srcId="{4F1F72D7-F86A-44CA-8AA6-859FE0E5FD94}" destId="{27B4AF17-3646-481D-A3F4-26A127527259}" srcOrd="0" destOrd="0" presId="urn:microsoft.com/office/officeart/2008/layout/HorizontalMultiLevelHierarchy"/>
    <dgm:cxn modelId="{87A9C08B-BDF5-4B09-BA3F-47CE8676FBDB}" type="presParOf" srcId="{4F1F72D7-F86A-44CA-8AA6-859FE0E5FD94}" destId="{8FB85D30-54AF-4DBB-839D-B9612212C25D}" srcOrd="1" destOrd="0" presId="urn:microsoft.com/office/officeart/2008/layout/HorizontalMultiLevelHierarchy"/>
    <dgm:cxn modelId="{45004833-49A2-4721-A918-EC82DB4CBECD}" type="presParOf" srcId="{FCCA6175-AB58-4D81-9EEF-6F7407CF7161}" destId="{22D0EEAC-F1C3-4BAD-B8D4-AFFC576382CC}" srcOrd="4" destOrd="0" presId="urn:microsoft.com/office/officeart/2008/layout/HorizontalMultiLevelHierarchy"/>
    <dgm:cxn modelId="{27D479C8-24B1-4446-846C-DC07DCE3DE7E}" type="presParOf" srcId="{22D0EEAC-F1C3-4BAD-B8D4-AFFC576382CC}" destId="{D7E8F901-BAA6-4D2C-8C3C-C991500CB493}" srcOrd="0" destOrd="0" presId="urn:microsoft.com/office/officeart/2008/layout/HorizontalMultiLevelHierarchy"/>
    <dgm:cxn modelId="{528FE5DD-63C8-4DFB-B96D-01ACB8800BBA}" type="presParOf" srcId="{FCCA6175-AB58-4D81-9EEF-6F7407CF7161}" destId="{A5377155-182C-41DB-A847-6D0A7A70F8C2}" srcOrd="5" destOrd="0" presId="urn:microsoft.com/office/officeart/2008/layout/HorizontalMultiLevelHierarchy"/>
    <dgm:cxn modelId="{242CE284-8B5C-4E5D-ACFA-C9CE2E4A3689}" type="presParOf" srcId="{A5377155-182C-41DB-A847-6D0A7A70F8C2}" destId="{0647BFC3-B5D7-4EAF-82AD-3EB8CC090092}" srcOrd="0" destOrd="0" presId="urn:microsoft.com/office/officeart/2008/layout/HorizontalMultiLevelHierarchy"/>
    <dgm:cxn modelId="{8BCEB075-AFAD-42FC-AFED-0E9AEBFE2F4A}" type="presParOf" srcId="{A5377155-182C-41DB-A847-6D0A7A70F8C2}" destId="{476CC316-13E2-4EF5-AE53-5F1A492C1435}" srcOrd="1" destOrd="0" presId="urn:microsoft.com/office/officeart/2008/layout/HorizontalMultiLevelHierarchy"/>
    <dgm:cxn modelId="{610B43EF-A4E7-466C-BBBC-CCE4E0B9E18E}" type="presParOf" srcId="{FCCA6175-AB58-4D81-9EEF-6F7407CF7161}" destId="{04620BEB-0EEC-4835-AA29-7DE825A6C113}" srcOrd="6" destOrd="0" presId="urn:microsoft.com/office/officeart/2008/layout/HorizontalMultiLevelHierarchy"/>
    <dgm:cxn modelId="{690EF0EB-7C82-40A7-AB23-8C38C3E5679E}" type="presParOf" srcId="{04620BEB-0EEC-4835-AA29-7DE825A6C113}" destId="{467D43A1-A466-4F0B-8178-6DB8BDC76B8C}" srcOrd="0" destOrd="0" presId="urn:microsoft.com/office/officeart/2008/layout/HorizontalMultiLevelHierarchy"/>
    <dgm:cxn modelId="{5B36D9B4-4039-41DF-8117-510629F8EC40}" type="presParOf" srcId="{FCCA6175-AB58-4D81-9EEF-6F7407CF7161}" destId="{27ADA6B8-28D4-4DC7-8CAE-84C3338FD0E3}" srcOrd="7" destOrd="0" presId="urn:microsoft.com/office/officeart/2008/layout/HorizontalMultiLevelHierarchy"/>
    <dgm:cxn modelId="{056A5636-F1B1-49E3-B22C-9AC1CE54C696}" type="presParOf" srcId="{27ADA6B8-28D4-4DC7-8CAE-84C3338FD0E3}" destId="{E8145716-6D58-4345-8073-80600F1C9F42}" srcOrd="0" destOrd="0" presId="urn:microsoft.com/office/officeart/2008/layout/HorizontalMultiLevelHierarchy"/>
    <dgm:cxn modelId="{0D98E752-E16A-454C-B461-5043276392A4}" type="presParOf" srcId="{27ADA6B8-28D4-4DC7-8CAE-84C3338FD0E3}" destId="{7FBFB347-9C8B-46DF-B940-6A4AB17487BE}" srcOrd="1" destOrd="0" presId="urn:microsoft.com/office/officeart/2008/layout/HorizontalMultiLevelHierarchy"/>
    <dgm:cxn modelId="{069F280D-E20B-43BE-B21D-88E6A983797F}" type="presParOf" srcId="{FCCA6175-AB58-4D81-9EEF-6F7407CF7161}" destId="{F226263A-149C-45EB-8D74-9D5F16BB2DF3}" srcOrd="8" destOrd="0" presId="urn:microsoft.com/office/officeart/2008/layout/HorizontalMultiLevelHierarchy"/>
    <dgm:cxn modelId="{186D33D0-0258-4C28-951C-BE36B147BD21}" type="presParOf" srcId="{F226263A-149C-45EB-8D74-9D5F16BB2DF3}" destId="{ED327FEE-4425-4C58-876D-54DE2191A0F8}" srcOrd="0" destOrd="0" presId="urn:microsoft.com/office/officeart/2008/layout/HorizontalMultiLevelHierarchy"/>
    <dgm:cxn modelId="{494C1E66-6ED1-4C62-A101-DC745B7B836B}" type="presParOf" srcId="{FCCA6175-AB58-4D81-9EEF-6F7407CF7161}" destId="{36AD5031-8C3A-4BD8-999D-33560AEE625A}" srcOrd="9" destOrd="0" presId="urn:microsoft.com/office/officeart/2008/layout/HorizontalMultiLevelHierarchy"/>
    <dgm:cxn modelId="{3C8A951B-C25B-4F62-9235-786B60682016}" type="presParOf" srcId="{36AD5031-8C3A-4BD8-999D-33560AEE625A}" destId="{A393CB0A-BEF7-4DB8-81E5-1154DE861CF6}" srcOrd="0" destOrd="0" presId="urn:microsoft.com/office/officeart/2008/layout/HorizontalMultiLevelHierarchy"/>
    <dgm:cxn modelId="{2A4C93D7-6D32-47C1-9125-E16375598C20}" type="presParOf" srcId="{36AD5031-8C3A-4BD8-999D-33560AEE625A}" destId="{D84EBA28-5704-43D6-A124-2721041E2C1B}" srcOrd="1" destOrd="0" presId="urn:microsoft.com/office/officeart/2008/layout/HorizontalMultiLevelHierarchy"/>
    <dgm:cxn modelId="{B141971F-28EA-4C70-887B-2A8E25D40B39}" type="presParOf" srcId="{15760790-9539-44A9-A52D-58AB584996E5}" destId="{F31F3F23-7C72-452A-ADC8-1CB2C7B14B46}" srcOrd="2" destOrd="0" presId="urn:microsoft.com/office/officeart/2008/layout/HorizontalMultiLevelHierarchy"/>
    <dgm:cxn modelId="{1C868DD1-8399-449C-A21F-6E4912151DD3}" type="presParOf" srcId="{F31F3F23-7C72-452A-ADC8-1CB2C7B14B46}" destId="{37CD627C-8293-4029-B114-AA7B7535644E}" srcOrd="0" destOrd="0" presId="urn:microsoft.com/office/officeart/2008/layout/HorizontalMultiLevelHierarchy"/>
    <dgm:cxn modelId="{F5626481-2EC2-4270-8316-576488FCB800}" type="presParOf" srcId="{15760790-9539-44A9-A52D-58AB584996E5}" destId="{81987734-CB8C-4533-9770-A4DA592EF4DF}" srcOrd="3" destOrd="0" presId="urn:microsoft.com/office/officeart/2008/layout/HorizontalMultiLevelHierarchy"/>
    <dgm:cxn modelId="{06A4A0AD-A4D1-4B3D-817D-AC44831356F5}" type="presParOf" srcId="{81987734-CB8C-4533-9770-A4DA592EF4DF}" destId="{8F7C36BE-E589-4461-8F16-778807C0B166}" srcOrd="0" destOrd="0" presId="urn:microsoft.com/office/officeart/2008/layout/HorizontalMultiLevelHierarchy"/>
    <dgm:cxn modelId="{B32645D7-4E0E-4BF8-8608-232B4D93B38E}" type="presParOf" srcId="{81987734-CB8C-4533-9770-A4DA592EF4DF}" destId="{3820E890-198B-4C85-958B-050818C8959F}" srcOrd="1" destOrd="0" presId="urn:microsoft.com/office/officeart/2008/layout/HorizontalMultiLevelHierarchy"/>
    <dgm:cxn modelId="{942DF914-5F40-4C68-B535-89AB91C3BCCD}" type="presParOf" srcId="{3820E890-198B-4C85-958B-050818C8959F}" destId="{F26F67FB-D19B-4991-9A66-98D479004DA6}" srcOrd="0" destOrd="0" presId="urn:microsoft.com/office/officeart/2008/layout/HorizontalMultiLevelHierarchy"/>
    <dgm:cxn modelId="{B259A3DD-DC98-4CAC-9E2D-113ACFB63FD2}" type="presParOf" srcId="{F26F67FB-D19B-4991-9A66-98D479004DA6}" destId="{E7CD85A1-EA1D-49AD-8929-888F2462A542}" srcOrd="0" destOrd="0" presId="urn:microsoft.com/office/officeart/2008/layout/HorizontalMultiLevelHierarchy"/>
    <dgm:cxn modelId="{0AFB70EC-1A1C-4DCF-BCB8-7417496996A4}" type="presParOf" srcId="{3820E890-198B-4C85-958B-050818C8959F}" destId="{4C552E5F-8629-4456-97CD-B903644602C8}" srcOrd="1" destOrd="0" presId="urn:microsoft.com/office/officeart/2008/layout/HorizontalMultiLevelHierarchy"/>
    <dgm:cxn modelId="{F8752528-1E4C-48BF-B89C-04EBD6CA17AB}" type="presParOf" srcId="{4C552E5F-8629-4456-97CD-B903644602C8}" destId="{B451BF21-E3E7-4DE8-AB73-A070BD52A292}" srcOrd="0" destOrd="0" presId="urn:microsoft.com/office/officeart/2008/layout/HorizontalMultiLevelHierarchy"/>
    <dgm:cxn modelId="{D6D8F975-B27F-4F6F-915F-3A173AE19620}" type="presParOf" srcId="{4C552E5F-8629-4456-97CD-B903644602C8}" destId="{8B06370F-A2E7-441D-8C0E-10BE11169D5F}" srcOrd="1" destOrd="0" presId="urn:microsoft.com/office/officeart/2008/layout/HorizontalMultiLevelHierarchy"/>
    <dgm:cxn modelId="{B695EF86-1BBD-4AC1-982A-313ADA288F95}" type="presParOf" srcId="{3820E890-198B-4C85-958B-050818C8959F}" destId="{80CCDF43-4A90-4DB9-90BB-F37BB6A6CE64}" srcOrd="2" destOrd="0" presId="urn:microsoft.com/office/officeart/2008/layout/HorizontalMultiLevelHierarchy"/>
    <dgm:cxn modelId="{94EC35B0-597C-49A6-85F1-A93DE24AFDC9}" type="presParOf" srcId="{80CCDF43-4A90-4DB9-90BB-F37BB6A6CE64}" destId="{87A0E548-ED5E-4FC4-A2E6-8E63C819DFB2}" srcOrd="0" destOrd="0" presId="urn:microsoft.com/office/officeart/2008/layout/HorizontalMultiLevelHierarchy"/>
    <dgm:cxn modelId="{9B097291-7238-48DB-BDB9-559F3D7130F4}" type="presParOf" srcId="{3820E890-198B-4C85-958B-050818C8959F}" destId="{CE97C4D3-826D-4755-A723-B0C4B967AF21}" srcOrd="3" destOrd="0" presId="urn:microsoft.com/office/officeart/2008/layout/HorizontalMultiLevelHierarchy"/>
    <dgm:cxn modelId="{5DD4B4BD-28D9-4403-9B3E-0F168D9B98B9}" type="presParOf" srcId="{CE97C4D3-826D-4755-A723-B0C4B967AF21}" destId="{DDA79D3F-A64C-4EED-8BE6-B172036968B7}" srcOrd="0" destOrd="0" presId="urn:microsoft.com/office/officeart/2008/layout/HorizontalMultiLevelHierarchy"/>
    <dgm:cxn modelId="{9EC3A830-40C1-44B7-BB56-C722B58A6BD6}" type="presParOf" srcId="{CE97C4D3-826D-4755-A723-B0C4B967AF21}" destId="{E7059D6D-9F5B-4313-A6C3-F890F15BCA70}" srcOrd="1" destOrd="0" presId="urn:microsoft.com/office/officeart/2008/layout/HorizontalMultiLevelHierarchy"/>
    <dgm:cxn modelId="{C315B8FD-8E8E-4585-A2B2-88833384E9EC}" type="presParOf" srcId="{3820E890-198B-4C85-958B-050818C8959F}" destId="{1727B044-8190-4C0C-A27D-97E6DA4EBBD8}" srcOrd="4" destOrd="0" presId="urn:microsoft.com/office/officeart/2008/layout/HorizontalMultiLevelHierarchy"/>
    <dgm:cxn modelId="{4253C04B-21EE-40BB-9E44-1A195D170BE8}" type="presParOf" srcId="{1727B044-8190-4C0C-A27D-97E6DA4EBBD8}" destId="{13757426-925E-45F2-A3A4-857C30C03B09}" srcOrd="0" destOrd="0" presId="urn:microsoft.com/office/officeart/2008/layout/HorizontalMultiLevelHierarchy"/>
    <dgm:cxn modelId="{D5E722B8-8D21-43A1-A617-471B76C6E6E5}" type="presParOf" srcId="{3820E890-198B-4C85-958B-050818C8959F}" destId="{86523948-3737-42B0-904B-C62DA396E976}" srcOrd="5" destOrd="0" presId="urn:microsoft.com/office/officeart/2008/layout/HorizontalMultiLevelHierarchy"/>
    <dgm:cxn modelId="{959FC8C3-9BFB-4699-94F5-E2A9EB1DDACB}" type="presParOf" srcId="{86523948-3737-42B0-904B-C62DA396E976}" destId="{953DE894-07BF-479E-983A-CE5469800A68}" srcOrd="0" destOrd="0" presId="urn:microsoft.com/office/officeart/2008/layout/HorizontalMultiLevelHierarchy"/>
    <dgm:cxn modelId="{A4C62489-A005-4A49-9080-23790078A73E}" type="presParOf" srcId="{86523948-3737-42B0-904B-C62DA396E976}" destId="{91DA5869-B56F-4F27-9B93-C1C93A1AEC35}" srcOrd="1" destOrd="0" presId="urn:microsoft.com/office/officeart/2008/layout/HorizontalMultiLevelHierarchy"/>
    <dgm:cxn modelId="{CA37044A-EFD2-47F3-AFE2-1800F3BD2276}" type="presParOf" srcId="{15760790-9539-44A9-A52D-58AB584996E5}" destId="{E43A60A7-9DDF-42B2-A812-4D4F0F75076B}" srcOrd="4" destOrd="0" presId="urn:microsoft.com/office/officeart/2008/layout/HorizontalMultiLevelHierarchy"/>
    <dgm:cxn modelId="{09D77564-476D-4611-81C5-EE56D97DB722}" type="presParOf" srcId="{E43A60A7-9DDF-42B2-A812-4D4F0F75076B}" destId="{CE810C7E-C3EF-4168-95BF-2980E8095076}" srcOrd="0" destOrd="0" presId="urn:microsoft.com/office/officeart/2008/layout/HorizontalMultiLevelHierarchy"/>
    <dgm:cxn modelId="{622B42E3-4354-4E0F-884E-C4478CEEE946}" type="presParOf" srcId="{15760790-9539-44A9-A52D-58AB584996E5}" destId="{2FDCB53E-1839-42F6-B7BD-BFFEEA57B5F0}" srcOrd="5" destOrd="0" presId="urn:microsoft.com/office/officeart/2008/layout/HorizontalMultiLevelHierarchy"/>
    <dgm:cxn modelId="{AEFED635-5A29-481D-9057-809158E30C6F}" type="presParOf" srcId="{2FDCB53E-1839-42F6-B7BD-BFFEEA57B5F0}" destId="{32ACC1F6-D5B9-4CEA-991A-2E04658BD206}" srcOrd="0" destOrd="0" presId="urn:microsoft.com/office/officeart/2008/layout/HorizontalMultiLevelHierarchy"/>
    <dgm:cxn modelId="{4F6A9847-A4E7-49C0-837C-E82739504073}" type="presParOf" srcId="{2FDCB53E-1839-42F6-B7BD-BFFEEA57B5F0}" destId="{B74E96B9-7929-453A-8253-F93A52E48265}" srcOrd="1" destOrd="0" presId="urn:microsoft.com/office/officeart/2008/layout/HorizontalMultiLevelHierarchy"/>
    <dgm:cxn modelId="{194F0D6D-C73C-409A-B2DC-F5E149106044}" type="presParOf" srcId="{B74E96B9-7929-453A-8253-F93A52E48265}" destId="{A77A702B-712F-4ECF-ABF5-D128154D2C84}" srcOrd="0" destOrd="0" presId="urn:microsoft.com/office/officeart/2008/layout/HorizontalMultiLevelHierarchy"/>
    <dgm:cxn modelId="{1E9E9E31-1321-4F7A-AABE-301245B34876}" type="presParOf" srcId="{A77A702B-712F-4ECF-ABF5-D128154D2C84}" destId="{8E837C51-8492-4622-B33F-F9A94A9D0EF1}" srcOrd="0" destOrd="0" presId="urn:microsoft.com/office/officeart/2008/layout/HorizontalMultiLevelHierarchy"/>
    <dgm:cxn modelId="{158274DA-138F-4819-AAA3-C65B46A2E70D}" type="presParOf" srcId="{B74E96B9-7929-453A-8253-F93A52E48265}" destId="{5115C6DC-7E2D-4766-B285-4D1F848A8387}" srcOrd="1" destOrd="0" presId="urn:microsoft.com/office/officeart/2008/layout/HorizontalMultiLevelHierarchy"/>
    <dgm:cxn modelId="{8988335E-E0FF-4C40-99E8-A864005A7EFF}" type="presParOf" srcId="{5115C6DC-7E2D-4766-B285-4D1F848A8387}" destId="{CFCF47A2-F139-4B47-977C-1611FBA1DAB3}" srcOrd="0" destOrd="0" presId="urn:microsoft.com/office/officeart/2008/layout/HorizontalMultiLevelHierarchy"/>
    <dgm:cxn modelId="{0DAB9AB9-2839-4BA3-A6A8-2AFA02B170A7}" type="presParOf" srcId="{5115C6DC-7E2D-4766-B285-4D1F848A8387}" destId="{A8FECCA8-240A-4CF5-A5B6-F41A121490CC}" srcOrd="1" destOrd="0" presId="urn:microsoft.com/office/officeart/2008/layout/HorizontalMultiLevelHierarchy"/>
    <dgm:cxn modelId="{53DA37A1-709B-432D-87DF-07E6333070E6}" type="presParOf" srcId="{B74E96B9-7929-453A-8253-F93A52E48265}" destId="{051C7EE5-64C2-4B32-9CB4-6E697A8B079C}" srcOrd="2" destOrd="0" presId="urn:microsoft.com/office/officeart/2008/layout/HorizontalMultiLevelHierarchy"/>
    <dgm:cxn modelId="{C6D8A385-28C5-4385-97E3-640BF7D9807B}" type="presParOf" srcId="{051C7EE5-64C2-4B32-9CB4-6E697A8B079C}" destId="{BC550C4A-0520-4519-87CB-647D5B9D3481}" srcOrd="0" destOrd="0" presId="urn:microsoft.com/office/officeart/2008/layout/HorizontalMultiLevelHierarchy"/>
    <dgm:cxn modelId="{9135CC67-2869-4268-BC08-433D6BF3A15B}" type="presParOf" srcId="{B74E96B9-7929-453A-8253-F93A52E48265}" destId="{75DEBD15-D3B4-4ABE-B17A-25C3764140F0}" srcOrd="3" destOrd="0" presId="urn:microsoft.com/office/officeart/2008/layout/HorizontalMultiLevelHierarchy"/>
    <dgm:cxn modelId="{A3306479-30FE-4267-B521-4E0E016BD6DA}" type="presParOf" srcId="{75DEBD15-D3B4-4ABE-B17A-25C3764140F0}" destId="{8B6A1FEE-6309-4F91-8601-1AC9179B566D}" srcOrd="0" destOrd="0" presId="urn:microsoft.com/office/officeart/2008/layout/HorizontalMultiLevelHierarchy"/>
    <dgm:cxn modelId="{86BA57A2-0CFE-4B69-90A5-0F0454F440EF}" type="presParOf" srcId="{75DEBD15-D3B4-4ABE-B17A-25C3764140F0}" destId="{4005D192-E8A0-4C74-BEA9-536ED8C0B21F}" srcOrd="1" destOrd="0" presId="urn:microsoft.com/office/officeart/2008/layout/HorizontalMultiLevelHierarchy"/>
    <dgm:cxn modelId="{C59D0D70-AE16-474F-9669-3FE92CF9DA0F}" type="presParOf" srcId="{15760790-9539-44A9-A52D-58AB584996E5}" destId="{FA624BE1-9ACC-4E7D-9F6D-BDD9E6D78BF6}" srcOrd="6" destOrd="0" presId="urn:microsoft.com/office/officeart/2008/layout/HorizontalMultiLevelHierarchy"/>
    <dgm:cxn modelId="{F68CD11F-17A6-4F0B-81A0-C148B1516F04}" type="presParOf" srcId="{FA624BE1-9ACC-4E7D-9F6D-BDD9E6D78BF6}" destId="{B1DAB71E-6E0D-4893-9248-FF2AC3D62576}" srcOrd="0" destOrd="0" presId="urn:microsoft.com/office/officeart/2008/layout/HorizontalMultiLevelHierarchy"/>
    <dgm:cxn modelId="{0BAECC2D-E32F-401D-ABDD-7DF0A1C102F3}" type="presParOf" srcId="{15760790-9539-44A9-A52D-58AB584996E5}" destId="{39B18842-E86C-4A21-9358-DDBD88C9AE12}" srcOrd="7" destOrd="0" presId="urn:microsoft.com/office/officeart/2008/layout/HorizontalMultiLevelHierarchy"/>
    <dgm:cxn modelId="{8CD01ED6-D520-42A1-8919-37554B30D939}" type="presParOf" srcId="{39B18842-E86C-4A21-9358-DDBD88C9AE12}" destId="{BEDCAB73-F473-4593-A1D1-34DA9B04C965}" srcOrd="0" destOrd="0" presId="urn:microsoft.com/office/officeart/2008/layout/HorizontalMultiLevelHierarchy"/>
    <dgm:cxn modelId="{407E8C42-48BA-4B17-A46D-E455A11A43DE}" type="presParOf" srcId="{39B18842-E86C-4A21-9358-DDBD88C9AE12}" destId="{EC061381-D743-43E7-A907-6CB83D1DEB83}" srcOrd="1" destOrd="0" presId="urn:microsoft.com/office/officeart/2008/layout/HorizontalMultiLevelHierarchy"/>
    <dgm:cxn modelId="{04BF623F-64DD-4837-ADCC-4CEBA351D15B}" type="presParOf" srcId="{EC061381-D743-43E7-A907-6CB83D1DEB83}" destId="{35D85E89-8219-4EAD-B131-FFB670BDF21E}" srcOrd="0" destOrd="0" presId="urn:microsoft.com/office/officeart/2008/layout/HorizontalMultiLevelHierarchy"/>
    <dgm:cxn modelId="{9CDA1F1A-389F-40E2-B1F2-BB66E9B6DB39}" type="presParOf" srcId="{35D85E89-8219-4EAD-B131-FFB670BDF21E}" destId="{D6E620D2-D3BC-436E-AE97-2C6EFEAF5E1D}" srcOrd="0" destOrd="0" presId="urn:microsoft.com/office/officeart/2008/layout/HorizontalMultiLevelHierarchy"/>
    <dgm:cxn modelId="{24640B5E-42D9-4352-89C8-7D7F57D33190}" type="presParOf" srcId="{EC061381-D743-43E7-A907-6CB83D1DEB83}" destId="{DD932453-77D2-4F1D-8BAC-83FF7117FDFB}" srcOrd="1" destOrd="0" presId="urn:microsoft.com/office/officeart/2008/layout/HorizontalMultiLevelHierarchy"/>
    <dgm:cxn modelId="{BA1A6772-1E7D-424C-85BB-584273315A26}" type="presParOf" srcId="{DD932453-77D2-4F1D-8BAC-83FF7117FDFB}" destId="{B933AC5F-4C04-4E26-B56E-83A35B7B75A0}" srcOrd="0" destOrd="0" presId="urn:microsoft.com/office/officeart/2008/layout/HorizontalMultiLevelHierarchy"/>
    <dgm:cxn modelId="{B6F9CB4D-8B35-4077-AF2D-88E691797CC7}" type="presParOf" srcId="{DD932453-77D2-4F1D-8BAC-83FF7117FDFB}" destId="{B48A1382-39CB-4CB5-8C31-E2F289ECD9DD}" srcOrd="1" destOrd="0" presId="urn:microsoft.com/office/officeart/2008/layout/HorizontalMultiLevelHierarchy"/>
    <dgm:cxn modelId="{68AA23B5-2468-425B-A13E-23E1384F648D}" type="presParOf" srcId="{EC061381-D743-43E7-A907-6CB83D1DEB83}" destId="{D039A37C-16E1-46DE-83F2-FE1AFA19E6B5}" srcOrd="2" destOrd="0" presId="urn:microsoft.com/office/officeart/2008/layout/HorizontalMultiLevelHierarchy"/>
    <dgm:cxn modelId="{6BA68B87-04A1-45AC-BD14-AD189261938F}" type="presParOf" srcId="{D039A37C-16E1-46DE-83F2-FE1AFA19E6B5}" destId="{FD0A644D-9AE4-4AD3-9D44-01D9B0D1AEF9}" srcOrd="0" destOrd="0" presId="urn:microsoft.com/office/officeart/2008/layout/HorizontalMultiLevelHierarchy"/>
    <dgm:cxn modelId="{13179016-30D6-4C37-BAF8-7B4F7F3279CC}" type="presParOf" srcId="{EC061381-D743-43E7-A907-6CB83D1DEB83}" destId="{7628759A-0DAD-434A-9BAA-5996934D1C13}" srcOrd="3" destOrd="0" presId="urn:microsoft.com/office/officeart/2008/layout/HorizontalMultiLevelHierarchy"/>
    <dgm:cxn modelId="{BF4EBC9D-40A0-494C-BA8D-2F8F2A55B526}" type="presParOf" srcId="{7628759A-0DAD-434A-9BAA-5996934D1C13}" destId="{C96BA59C-3D83-4DC3-B99D-FEFB4E6D77F1}" srcOrd="0" destOrd="0" presId="urn:microsoft.com/office/officeart/2008/layout/HorizontalMultiLevelHierarchy"/>
    <dgm:cxn modelId="{FF141507-BE3F-43A0-9CB9-024D546F8A09}" type="presParOf" srcId="{7628759A-0DAD-434A-9BAA-5996934D1C13}" destId="{20E64F1D-B60B-4A91-81D4-735CC5B3AF86}" srcOrd="1" destOrd="0" presId="urn:microsoft.com/office/officeart/2008/layout/HorizontalMultiLevelHierarchy"/>
    <dgm:cxn modelId="{5661DC44-360D-497B-ADDB-146AF82BF483}" type="presParOf" srcId="{EC061381-D743-43E7-A907-6CB83D1DEB83}" destId="{6A1F7B97-5B80-483A-A0C1-E0085B4BB7F9}" srcOrd="4" destOrd="0" presId="urn:microsoft.com/office/officeart/2008/layout/HorizontalMultiLevelHierarchy"/>
    <dgm:cxn modelId="{C3F5CA37-2FC9-497A-BCBE-E2227C306F64}" type="presParOf" srcId="{6A1F7B97-5B80-483A-A0C1-E0085B4BB7F9}" destId="{FE96766D-0860-4D60-82D6-404DDCCC36A1}" srcOrd="0" destOrd="0" presId="urn:microsoft.com/office/officeart/2008/layout/HorizontalMultiLevelHierarchy"/>
    <dgm:cxn modelId="{50354B51-AA9C-4810-AC1A-95D075D9BF3E}" type="presParOf" srcId="{EC061381-D743-43E7-A907-6CB83D1DEB83}" destId="{24669121-45D7-4645-AD60-D92D776EB829}" srcOrd="5" destOrd="0" presId="urn:microsoft.com/office/officeart/2008/layout/HorizontalMultiLevelHierarchy"/>
    <dgm:cxn modelId="{39C0802D-6E84-4615-8225-74374E5AF6D6}" type="presParOf" srcId="{24669121-45D7-4645-AD60-D92D776EB829}" destId="{73E2F408-D084-4DE5-AFF5-72C7E2B981C0}" srcOrd="0" destOrd="0" presId="urn:microsoft.com/office/officeart/2008/layout/HorizontalMultiLevelHierarchy"/>
    <dgm:cxn modelId="{1EA19598-E487-422A-9036-8B7CEA7BB6E4}" type="presParOf" srcId="{24669121-45D7-4645-AD60-D92D776EB829}" destId="{CCB0D4D3-F9E9-4375-8C70-A1F5C21AB415}" srcOrd="1" destOrd="0" presId="urn:microsoft.com/office/officeart/2008/layout/HorizontalMultiLevelHierarchy"/>
    <dgm:cxn modelId="{1B8E84F8-E234-46C9-B9B9-9C5B43CED6C2}" type="presParOf" srcId="{EC061381-D743-43E7-A907-6CB83D1DEB83}" destId="{5E6DA394-939F-4A95-8F6F-3209A3895CB8}" srcOrd="6" destOrd="0" presId="urn:microsoft.com/office/officeart/2008/layout/HorizontalMultiLevelHierarchy"/>
    <dgm:cxn modelId="{77AB31D1-6DAF-4A2D-BA50-7AEE46BA9FA9}" type="presParOf" srcId="{5E6DA394-939F-4A95-8F6F-3209A3895CB8}" destId="{03784CEB-724F-450D-AE6D-EBA3A5A10CF8}" srcOrd="0" destOrd="0" presId="urn:microsoft.com/office/officeart/2008/layout/HorizontalMultiLevelHierarchy"/>
    <dgm:cxn modelId="{49107381-39EF-4DA1-8215-841E427B465A}" type="presParOf" srcId="{EC061381-D743-43E7-A907-6CB83D1DEB83}" destId="{782BC274-BE1B-4775-9EB8-CC3AC883E186}" srcOrd="7" destOrd="0" presId="urn:microsoft.com/office/officeart/2008/layout/HorizontalMultiLevelHierarchy"/>
    <dgm:cxn modelId="{40273234-2C64-479B-B2EB-43681351CCB3}" type="presParOf" srcId="{782BC274-BE1B-4775-9EB8-CC3AC883E186}" destId="{60E800C2-3ACD-4894-B2D1-02C51C896C2D}" srcOrd="0" destOrd="0" presId="urn:microsoft.com/office/officeart/2008/layout/HorizontalMultiLevelHierarchy"/>
    <dgm:cxn modelId="{7B4B1594-C9A8-4A26-8767-8ACE91AF1098}" type="presParOf" srcId="{782BC274-BE1B-4775-9EB8-CC3AC883E186}" destId="{11CF5C61-43BE-43D6-9928-B1766E286DF7}" srcOrd="1" destOrd="0" presId="urn:microsoft.com/office/officeart/2008/layout/HorizontalMultiLevelHierarchy"/>
    <dgm:cxn modelId="{0D2DB757-B52B-4AA2-B5A3-D9F9F0AFE278}" type="presParOf" srcId="{EC061381-D743-43E7-A907-6CB83D1DEB83}" destId="{E7448DA2-ABEA-4A21-9757-53D581D7F3FD}" srcOrd="8" destOrd="0" presId="urn:microsoft.com/office/officeart/2008/layout/HorizontalMultiLevelHierarchy"/>
    <dgm:cxn modelId="{77EA767D-1D73-4319-9EA2-4A38D1D1BD1C}" type="presParOf" srcId="{E7448DA2-ABEA-4A21-9757-53D581D7F3FD}" destId="{E3D0D3B2-09CA-4905-A15A-B5077E79086E}" srcOrd="0" destOrd="0" presId="urn:microsoft.com/office/officeart/2008/layout/HorizontalMultiLevelHierarchy"/>
    <dgm:cxn modelId="{7E7E8A84-CD57-428A-8874-1A06AF072524}" type="presParOf" srcId="{EC061381-D743-43E7-A907-6CB83D1DEB83}" destId="{1A5AA4F0-CBA6-4DC1-BA95-294FA49D68E6}" srcOrd="9" destOrd="0" presId="urn:microsoft.com/office/officeart/2008/layout/HorizontalMultiLevelHierarchy"/>
    <dgm:cxn modelId="{42849FCD-8FB5-41B6-B82C-D5A6A2600B10}" type="presParOf" srcId="{1A5AA4F0-CBA6-4DC1-BA95-294FA49D68E6}" destId="{F79FB1EC-FF45-40C7-BCB6-021087AEF7A4}" srcOrd="0" destOrd="0" presId="urn:microsoft.com/office/officeart/2008/layout/HorizontalMultiLevelHierarchy"/>
    <dgm:cxn modelId="{9419C0AF-FBC5-4F9B-AA70-6F6F4ED5EF1F}" type="presParOf" srcId="{1A5AA4F0-CBA6-4DC1-BA95-294FA49D68E6}" destId="{D8836E39-B4A4-4487-81A7-7BAB37E5BE9D}" srcOrd="1" destOrd="0" presId="urn:microsoft.com/office/officeart/2008/layout/HorizontalMultiLevelHierarchy"/>
    <dgm:cxn modelId="{90D8E079-E1D0-4328-A063-3A7B318C5876}" type="presParOf" srcId="{15760790-9539-44A9-A52D-58AB584996E5}" destId="{606C6F1E-498E-4DDB-A186-9DA9B6E34A4F}" srcOrd="8" destOrd="0" presId="urn:microsoft.com/office/officeart/2008/layout/HorizontalMultiLevelHierarchy"/>
    <dgm:cxn modelId="{3153A259-60B9-47FA-89B3-F1AC8F1429C3}" type="presParOf" srcId="{606C6F1E-498E-4DDB-A186-9DA9B6E34A4F}" destId="{B9FDD0DE-38DF-4097-A839-7CA529B0134A}" srcOrd="0" destOrd="0" presId="urn:microsoft.com/office/officeart/2008/layout/HorizontalMultiLevelHierarchy"/>
    <dgm:cxn modelId="{E9981C07-DCC2-4F5F-857D-BABE3B8B788E}" type="presParOf" srcId="{15760790-9539-44A9-A52D-58AB584996E5}" destId="{A8D97131-C10E-4466-8300-288BC14793DB}" srcOrd="9" destOrd="0" presId="urn:microsoft.com/office/officeart/2008/layout/HorizontalMultiLevelHierarchy"/>
    <dgm:cxn modelId="{EAC73625-64A5-482C-8E4D-26B62CBA0595}" type="presParOf" srcId="{A8D97131-C10E-4466-8300-288BC14793DB}" destId="{2B29F018-F637-4258-A9C2-9FD5539BC75D}" srcOrd="0" destOrd="0" presId="urn:microsoft.com/office/officeart/2008/layout/HorizontalMultiLevelHierarchy"/>
    <dgm:cxn modelId="{FE825A2B-10CC-4193-8C11-018D6BF789F5}" type="presParOf" srcId="{A8D97131-C10E-4466-8300-288BC14793DB}" destId="{3B7213A4-4365-42A4-9122-AFC227A98DB7}" srcOrd="1" destOrd="0" presId="urn:microsoft.com/office/officeart/2008/layout/HorizontalMultiLevelHierarchy"/>
    <dgm:cxn modelId="{D56D32DB-D366-43C8-BF2E-E00E2BC4425C}" type="presParOf" srcId="{3B7213A4-4365-42A4-9122-AFC227A98DB7}" destId="{48B72B3E-C983-4274-B2B2-70D16748E2BB}" srcOrd="0" destOrd="0" presId="urn:microsoft.com/office/officeart/2008/layout/HorizontalMultiLevelHierarchy"/>
    <dgm:cxn modelId="{A50F25B3-140C-4D82-A56E-89209343B832}" type="presParOf" srcId="{48B72B3E-C983-4274-B2B2-70D16748E2BB}" destId="{81224C5B-9665-4FC8-9EFA-FD6288EDEDB5}" srcOrd="0" destOrd="0" presId="urn:microsoft.com/office/officeart/2008/layout/HorizontalMultiLevelHierarchy"/>
    <dgm:cxn modelId="{FA960313-E359-4A5F-886A-7E274CA09315}" type="presParOf" srcId="{3B7213A4-4365-42A4-9122-AFC227A98DB7}" destId="{FDA53FD6-70AF-4B23-BE89-AFBE2A9E107D}" srcOrd="1" destOrd="0" presId="urn:microsoft.com/office/officeart/2008/layout/HorizontalMultiLevelHierarchy"/>
    <dgm:cxn modelId="{D0D379AE-DC1F-4D53-9687-8D720F4206FA}" type="presParOf" srcId="{FDA53FD6-70AF-4B23-BE89-AFBE2A9E107D}" destId="{C0937D04-21A0-43F6-85AC-6D62800094D9}" srcOrd="0" destOrd="0" presId="urn:microsoft.com/office/officeart/2008/layout/HorizontalMultiLevelHierarchy"/>
    <dgm:cxn modelId="{DD5E2191-989A-498F-8E69-FD1FBAC531BB}" type="presParOf" srcId="{FDA53FD6-70AF-4B23-BE89-AFBE2A9E107D}" destId="{02709203-B40D-4D7B-ADE7-8E2697C0EBAF}" srcOrd="1" destOrd="0" presId="urn:microsoft.com/office/officeart/2008/layout/HorizontalMultiLevelHierarchy"/>
    <dgm:cxn modelId="{FA599EB5-ED5A-4781-9BFF-A908565F331F}" type="presParOf" srcId="{3B7213A4-4365-42A4-9122-AFC227A98DB7}" destId="{31955690-7179-40C4-9E8A-5D70DFC377E7}" srcOrd="2" destOrd="0" presId="urn:microsoft.com/office/officeart/2008/layout/HorizontalMultiLevelHierarchy"/>
    <dgm:cxn modelId="{BFA5DA2A-03BA-4592-AD2D-4C90AF17EC27}" type="presParOf" srcId="{31955690-7179-40C4-9E8A-5D70DFC377E7}" destId="{8743B348-BD29-45B2-B1D1-8C789BE77813}" srcOrd="0" destOrd="0" presId="urn:microsoft.com/office/officeart/2008/layout/HorizontalMultiLevelHierarchy"/>
    <dgm:cxn modelId="{B8E19270-A064-4D1B-8275-143A7F95A9E4}" type="presParOf" srcId="{3B7213A4-4365-42A4-9122-AFC227A98DB7}" destId="{8056C56B-24EF-4185-9275-0569200A728F}" srcOrd="3" destOrd="0" presId="urn:microsoft.com/office/officeart/2008/layout/HorizontalMultiLevelHierarchy"/>
    <dgm:cxn modelId="{C5499F58-7A97-48D0-BB76-C1CB2AE23787}" type="presParOf" srcId="{8056C56B-24EF-4185-9275-0569200A728F}" destId="{88E111A6-EFA1-4544-AFA8-6F1120FCE148}" srcOrd="0" destOrd="0" presId="urn:microsoft.com/office/officeart/2008/layout/HorizontalMultiLevelHierarchy"/>
    <dgm:cxn modelId="{7ABAD1F5-0ECC-4DA3-A028-58C2DF17F4A2}" type="presParOf" srcId="{8056C56B-24EF-4185-9275-0569200A728F}" destId="{00FB6E01-EABA-4DC0-BA31-3D5276C65B3B}" srcOrd="1" destOrd="0" presId="urn:microsoft.com/office/officeart/2008/layout/HorizontalMultiLevelHierarchy"/>
    <dgm:cxn modelId="{6E5B82DA-7892-4FD9-AEBB-9E06DCC7442C}" type="presParOf" srcId="{3B7213A4-4365-42A4-9122-AFC227A98DB7}" destId="{4BC74C6A-A727-4FD8-8A8B-C55AF6E4ED33}" srcOrd="4" destOrd="0" presId="urn:microsoft.com/office/officeart/2008/layout/HorizontalMultiLevelHierarchy"/>
    <dgm:cxn modelId="{2CEC813B-22FE-4204-AC8D-032157858158}" type="presParOf" srcId="{4BC74C6A-A727-4FD8-8A8B-C55AF6E4ED33}" destId="{597564EC-E121-4C4E-B452-BC74BFF5A043}" srcOrd="0" destOrd="0" presId="urn:microsoft.com/office/officeart/2008/layout/HorizontalMultiLevelHierarchy"/>
    <dgm:cxn modelId="{EC839A88-D4D1-4742-BCCD-B51BBB5937EA}" type="presParOf" srcId="{3B7213A4-4365-42A4-9122-AFC227A98DB7}" destId="{99B3741D-06AC-448D-820F-32049ACC5E96}" srcOrd="5" destOrd="0" presId="urn:microsoft.com/office/officeart/2008/layout/HorizontalMultiLevelHierarchy"/>
    <dgm:cxn modelId="{2D794F0D-AAE9-4D50-8966-8EDACFD0E647}" type="presParOf" srcId="{99B3741D-06AC-448D-820F-32049ACC5E96}" destId="{B3A16A8D-BDEA-44E5-A062-78715E4B15B6}" srcOrd="0" destOrd="0" presId="urn:microsoft.com/office/officeart/2008/layout/HorizontalMultiLevelHierarchy"/>
    <dgm:cxn modelId="{888330B9-7FA9-4A52-95A8-42AFC9F93D5F}" type="presParOf" srcId="{99B3741D-06AC-448D-820F-32049ACC5E96}" destId="{C1A2CB94-7383-45D5-878E-4DF19BF33A3A}" srcOrd="1" destOrd="0" presId="urn:microsoft.com/office/officeart/2008/layout/HorizontalMultiLevelHierarchy"/>
    <dgm:cxn modelId="{F8C5290A-9DA7-4092-8BD4-B3B208B48E0B}" type="presParOf" srcId="{3B7213A4-4365-42A4-9122-AFC227A98DB7}" destId="{64F2D9ED-EB2C-4E20-890A-87B6433763BD}" srcOrd="6" destOrd="0" presId="urn:microsoft.com/office/officeart/2008/layout/HorizontalMultiLevelHierarchy"/>
    <dgm:cxn modelId="{FD119360-1D35-4DA8-820D-99ABA6FABFA2}" type="presParOf" srcId="{64F2D9ED-EB2C-4E20-890A-87B6433763BD}" destId="{F1F41947-56D6-4C31-BC5C-EA88A158B7D9}" srcOrd="0" destOrd="0" presId="urn:microsoft.com/office/officeart/2008/layout/HorizontalMultiLevelHierarchy"/>
    <dgm:cxn modelId="{25547B89-0262-44C3-95C5-9F605918E7B0}" type="presParOf" srcId="{3B7213A4-4365-42A4-9122-AFC227A98DB7}" destId="{2316CC16-F9B5-4BB3-876F-D05B745B546A}" srcOrd="7" destOrd="0" presId="urn:microsoft.com/office/officeart/2008/layout/HorizontalMultiLevelHierarchy"/>
    <dgm:cxn modelId="{8BB434C9-3A91-48C6-BD7A-5A442CC29698}" type="presParOf" srcId="{2316CC16-F9B5-4BB3-876F-D05B745B546A}" destId="{3A573B39-4F88-4D8B-A12B-B314D5D8B0ED}" srcOrd="0" destOrd="0" presId="urn:microsoft.com/office/officeart/2008/layout/HorizontalMultiLevelHierarchy"/>
    <dgm:cxn modelId="{D5C27C09-F034-4AA4-9CFA-2FFAE300EAA5}" type="presParOf" srcId="{2316CC16-F9B5-4BB3-876F-D05B745B546A}" destId="{0C536D60-2CE3-4C5A-A031-704DBD62AE8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Uso</a:t>
          </a:r>
          <a:endParaRPr lang="es-EC" dirty="0">
            <a:solidFill>
              <a:schemeClr val="bg1"/>
            </a:solidFill>
          </a:endParaRP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Seguros / Asistencia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Crédito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43C2C9CE-FB6B-4922-B62F-24129D0D74FE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Póliza</a:t>
          </a:r>
        </a:p>
      </dgm:t>
    </dgm:pt>
    <dgm:pt modelId="{062E7DA8-0F4D-4255-95A1-57CEFA146D1D}" type="par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182848E-C2F4-4CEA-ACAA-6EAAFCE1EE4B}" type="sib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B2DB83ED-41AF-4BCB-925B-2B612D563F67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Ahorro Meta</a:t>
          </a:r>
        </a:p>
      </dgm:t>
    </dgm:pt>
    <dgm:pt modelId="{D61E1BDC-FFB4-4FDA-9F8F-A2D38A22FC13}" type="par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5BE9560-3EDF-4CB5-9220-16F25EFEC07F}" type="sib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3A13E15-030F-42B2-A010-CCBD43D5DA6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Banca Virtual / Banca Virtual Empresa</a:t>
          </a:r>
        </a:p>
      </dgm:t>
    </dgm:pt>
    <dgm:pt modelId="{1BFF9B2F-01F0-4194-8B16-72C7004F37AD}" type="par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9858371F-9E0A-4784-A4B7-F1D338663087}" type="sib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DE09034-1577-4615-AE7A-187B4C369A9A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Hipotecario</a:t>
          </a:r>
        </a:p>
      </dgm:t>
    </dgm:pt>
    <dgm:pt modelId="{950148CB-A4C6-463D-AF37-AF261141D0EB}" type="par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F13E3D2-1026-4758-91E6-17B3CBDCA8B8}" type="sib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CC30B53-80CF-495C-9E37-AE840D0A54E9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1 deposito + 1 transferencia (</a:t>
          </a:r>
          <a:r>
            <a:rPr lang="es-EC" baseline="0" dirty="0" err="1">
              <a:solidFill>
                <a:srgbClr val="150F41"/>
              </a:solidFill>
            </a:rPr>
            <a:t>últ</a:t>
          </a:r>
          <a:r>
            <a:rPr lang="es-EC" baseline="0" dirty="0">
              <a:solidFill>
                <a:srgbClr val="150F41"/>
              </a:solidFill>
            </a:rPr>
            <a:t> mes)</a:t>
          </a:r>
        </a:p>
      </dgm:t>
    </dgm:pt>
    <dgm:pt modelId="{2194B898-C327-4D4E-88DA-2F67F1A8A247}" type="parTrans" cxnId="{B18DEC67-0299-4388-98EF-CC615B86A57B}">
      <dgm:prSet/>
      <dgm:spPr/>
      <dgm:t>
        <a:bodyPr/>
        <a:lstStyle/>
        <a:p>
          <a:endParaRPr lang="es-EC"/>
        </a:p>
      </dgm:t>
    </dgm:pt>
    <dgm:pt modelId="{E6CB6BCC-2022-4E26-8590-C6A9B6610F55}" type="sibTrans" cxnId="{B18DEC67-0299-4388-98EF-CC615B86A57B}">
      <dgm:prSet/>
      <dgm:spPr/>
      <dgm:t>
        <a:bodyPr/>
        <a:lstStyle/>
        <a:p>
          <a:endParaRPr lang="es-EC"/>
        </a:p>
      </dgm:t>
    </dgm:pt>
    <dgm:pt modelId="{6583610E-1A7C-4E10-B2E8-E0C19D00B9A0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consumo recurrente – </a:t>
          </a:r>
          <a:r>
            <a:rPr lang="es-EC" baseline="0" dirty="0" err="1">
              <a:solidFill>
                <a:srgbClr val="150F41"/>
              </a:solidFill>
            </a:rPr>
            <a:t>consmo</a:t>
          </a:r>
          <a:r>
            <a:rPr lang="es-EC" baseline="0" dirty="0">
              <a:solidFill>
                <a:srgbClr val="150F41"/>
              </a:solidFill>
            </a:rPr>
            <a:t> (ult mes</a:t>
          </a:r>
        </a:p>
      </dgm:t>
    </dgm:pt>
    <dgm:pt modelId="{B7683DED-10F4-4090-8D51-0CEAF7134D98}" type="parTrans" cxnId="{11812D2D-B1B3-45D5-A90D-17B62C27706E}">
      <dgm:prSet/>
      <dgm:spPr/>
      <dgm:t>
        <a:bodyPr/>
        <a:lstStyle/>
        <a:p>
          <a:endParaRPr lang="es-EC"/>
        </a:p>
      </dgm:t>
    </dgm:pt>
    <dgm:pt modelId="{667C098B-61D3-422E-A1FF-07987E7694DE}" type="sibTrans" cxnId="{11812D2D-B1B3-45D5-A90D-17B62C27706E}">
      <dgm:prSet/>
      <dgm:spPr/>
      <dgm:t>
        <a:bodyPr/>
        <a:lstStyle/>
        <a:p>
          <a:endParaRPr lang="es-EC"/>
        </a:p>
      </dgm:t>
    </dgm:pt>
    <dgm:pt modelId="{D24F37B4-0AF7-4F6F-ABF8-8A9141F9BE16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Saldo en Meta</a:t>
          </a:r>
        </a:p>
      </dgm:t>
    </dgm:pt>
    <dgm:pt modelId="{6CC69F66-5D34-423E-AF5E-53AB5F7CFF70}" type="parTrans" cxnId="{68DC6492-5C10-4F1E-A8D5-DF911FF2F10A}">
      <dgm:prSet/>
      <dgm:spPr/>
      <dgm:t>
        <a:bodyPr/>
        <a:lstStyle/>
        <a:p>
          <a:endParaRPr lang="es-EC"/>
        </a:p>
      </dgm:t>
    </dgm:pt>
    <dgm:pt modelId="{A6A15A12-A559-43CD-8975-B137DC458BB2}" type="sibTrans" cxnId="{68DC6492-5C10-4F1E-A8D5-DF911FF2F10A}">
      <dgm:prSet/>
      <dgm:spPr/>
      <dgm:t>
        <a:bodyPr/>
        <a:lstStyle/>
        <a:p>
          <a:endParaRPr lang="es-EC"/>
        </a:p>
      </dgm:t>
    </dgm:pt>
    <dgm:pt modelId="{B48D0B44-3110-4378-976A-B95BE2D92E56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7504140D-134C-4BA2-B28E-EE6998E30577}" type="parTrans" cxnId="{629499C5-E278-4881-818E-7314B6A9983D}">
      <dgm:prSet/>
      <dgm:spPr/>
      <dgm:t>
        <a:bodyPr/>
        <a:lstStyle/>
        <a:p>
          <a:endParaRPr lang="es-EC"/>
        </a:p>
      </dgm:t>
    </dgm:pt>
    <dgm:pt modelId="{E4E64A70-C914-4971-866C-CBF9CF78163D}" type="sibTrans" cxnId="{629499C5-E278-4881-818E-7314B6A9983D}">
      <dgm:prSet/>
      <dgm:spPr/>
      <dgm:t>
        <a:bodyPr/>
        <a:lstStyle/>
        <a:p>
          <a:endParaRPr lang="es-EC"/>
        </a:p>
      </dgm:t>
    </dgm:pt>
    <dgm:pt modelId="{948D3F28-4669-4EC4-923F-385FD3758F7A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9E50D789-F443-4F87-AABF-21B895119F63}" type="parTrans" cxnId="{EA34843C-EBCE-450E-9D09-82719DF160E4}">
      <dgm:prSet/>
      <dgm:spPr/>
      <dgm:t>
        <a:bodyPr/>
        <a:lstStyle/>
        <a:p>
          <a:endParaRPr lang="es-EC"/>
        </a:p>
      </dgm:t>
    </dgm:pt>
    <dgm:pt modelId="{B7E079C7-AD44-426C-8A80-C0CA0F1B966F}" type="sibTrans" cxnId="{EA34843C-EBCE-450E-9D09-82719DF160E4}">
      <dgm:prSet/>
      <dgm:spPr/>
      <dgm:t>
        <a:bodyPr/>
        <a:lstStyle/>
        <a:p>
          <a:endParaRPr lang="es-EC"/>
        </a:p>
      </dgm:t>
    </dgm:pt>
    <dgm:pt modelId="{9897D2E6-F94B-448B-8BE6-3285E665D56C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C9F7F83B-5B4E-4FAB-A909-C8D85E4AE524}" type="parTrans" cxnId="{D4DC6D06-967A-44CD-9269-82429B138CAF}">
      <dgm:prSet/>
      <dgm:spPr/>
      <dgm:t>
        <a:bodyPr/>
        <a:lstStyle/>
        <a:p>
          <a:endParaRPr lang="es-EC"/>
        </a:p>
      </dgm:t>
    </dgm:pt>
    <dgm:pt modelId="{1991202F-E28A-4D96-AA0C-25EC813BE1CA}" type="sibTrans" cxnId="{D4DC6D06-967A-44CD-9269-82429B138CAF}">
      <dgm:prSet/>
      <dgm:spPr/>
      <dgm:t>
        <a:bodyPr/>
        <a:lstStyle/>
        <a:p>
          <a:endParaRPr lang="es-EC"/>
        </a:p>
      </dgm:t>
    </dgm:pt>
    <dgm:pt modelId="{4074F581-04AF-4A88-A2B9-58FB6E5254C1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D2456FFE-F36C-467B-9DE2-B796DD2BB734}" type="parTrans" cxnId="{9495F7D6-AEC6-4E6F-A220-F7125D08A37C}">
      <dgm:prSet/>
      <dgm:spPr/>
      <dgm:t>
        <a:bodyPr/>
        <a:lstStyle/>
        <a:p>
          <a:endParaRPr lang="es-EC"/>
        </a:p>
      </dgm:t>
    </dgm:pt>
    <dgm:pt modelId="{5694B169-6083-4CE6-ADB0-3AD806D47EA4}" type="sibTrans" cxnId="{9495F7D6-AEC6-4E6F-A220-F7125D08A37C}">
      <dgm:prSet/>
      <dgm:spPr/>
      <dgm:t>
        <a:bodyPr/>
        <a:lstStyle/>
        <a:p>
          <a:endParaRPr lang="es-EC"/>
        </a:p>
      </dgm:t>
    </dgm:pt>
    <dgm:pt modelId="{B6140F67-7907-4206-B3F2-799B6774088D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Cliente Digital</a:t>
          </a:r>
        </a:p>
      </dgm:t>
    </dgm:pt>
    <dgm:pt modelId="{5BED75B8-F9CB-4F93-9113-8E17F4221FB1}" type="parTrans" cxnId="{3C2CE814-C70A-4E0D-B8EA-155DA9CB1568}">
      <dgm:prSet/>
      <dgm:spPr/>
      <dgm:t>
        <a:bodyPr/>
        <a:lstStyle/>
        <a:p>
          <a:endParaRPr lang="es-EC"/>
        </a:p>
      </dgm:t>
    </dgm:pt>
    <dgm:pt modelId="{F8A2730F-FEBE-4E6B-A076-8B916F9F43D7}" type="sibTrans" cxnId="{3C2CE814-C70A-4E0D-B8EA-155DA9CB1568}">
      <dgm:prSet/>
      <dgm:spPr/>
      <dgm:t>
        <a:bodyPr/>
        <a:lstStyle/>
        <a:p>
          <a:endParaRPr lang="es-EC"/>
        </a:p>
      </dgm:t>
    </dgm:pt>
    <dgm:pt modelId="{B64052CB-BE3E-428B-A360-07E8C24CCC0C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5F7CA2C7-BF1C-4D92-89BB-913C3FE228D5}" type="parTrans" cxnId="{6AB0E6D3-2D72-49CB-922F-F7DDFB3412B7}">
      <dgm:prSet/>
      <dgm:spPr/>
      <dgm:t>
        <a:bodyPr/>
        <a:lstStyle/>
        <a:p>
          <a:endParaRPr lang="es-EC"/>
        </a:p>
      </dgm:t>
    </dgm:pt>
    <dgm:pt modelId="{CE60FCFB-AB6D-4ED9-A6F3-913846F31EFC}" type="sibTrans" cxnId="{6AB0E6D3-2D72-49CB-922F-F7DDFB3412B7}">
      <dgm:prSet/>
      <dgm:spPr/>
      <dgm:t>
        <a:bodyPr/>
        <a:lstStyle/>
        <a:p>
          <a:endParaRPr lang="es-EC"/>
        </a:p>
      </dgm:t>
    </dgm:pt>
    <dgm:pt modelId="{6C2C6C0D-F038-48BF-A77A-0396757F631F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B6D3E7F0-AD88-4060-8B97-6B68D288808B}" type="parTrans" cxnId="{CC976535-82A9-4292-9E6F-E474CC0D4846}">
      <dgm:prSet/>
      <dgm:spPr/>
      <dgm:t>
        <a:bodyPr/>
        <a:lstStyle/>
        <a:p>
          <a:endParaRPr lang="es-EC"/>
        </a:p>
      </dgm:t>
    </dgm:pt>
    <dgm:pt modelId="{C0936F94-6589-4112-96E6-7D66E05D931C}" type="sibTrans" cxnId="{CC976535-82A9-4292-9E6F-E474CC0D4846}">
      <dgm:prSet/>
      <dgm:spPr/>
      <dgm:t>
        <a:bodyPr/>
        <a:lstStyle/>
        <a:p>
          <a:endParaRPr lang="es-EC"/>
        </a:p>
      </dgm:t>
    </dgm:pt>
    <dgm:pt modelId="{4C600106-8F02-465B-A4CD-0CBA6ED6368D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Débito (</a:t>
          </a:r>
          <a:r>
            <a:rPr lang="es-EC" baseline="0" dirty="0" err="1">
              <a:solidFill>
                <a:srgbClr val="150F41"/>
              </a:solidFill>
            </a:rPr>
            <a:t>últ</a:t>
          </a:r>
          <a:r>
            <a:rPr lang="es-EC" baseline="0" dirty="0">
              <a:solidFill>
                <a:srgbClr val="150F41"/>
              </a:solidFill>
            </a:rPr>
            <a:t> mes)</a:t>
          </a:r>
        </a:p>
      </dgm:t>
    </dgm:pt>
    <dgm:pt modelId="{F216DE7E-3334-4222-95FA-227277899B84}" type="parTrans" cxnId="{DB72C72A-0153-4D0A-B301-09AE4EBA8D00}">
      <dgm:prSet/>
      <dgm:spPr/>
      <dgm:t>
        <a:bodyPr/>
        <a:lstStyle/>
        <a:p>
          <a:endParaRPr lang="es-EC"/>
        </a:p>
      </dgm:t>
    </dgm:pt>
    <dgm:pt modelId="{AC990C1A-D79F-4FD3-A66D-317E3B0924A6}" type="sibTrans" cxnId="{DB72C72A-0153-4D0A-B301-09AE4EBA8D00}">
      <dgm:prSet/>
      <dgm:spPr/>
      <dgm:t>
        <a:bodyPr/>
        <a:lstStyle/>
        <a:p>
          <a:endParaRPr lang="es-EC"/>
        </a:p>
      </dgm:t>
    </dgm:pt>
    <dgm:pt modelId="{EE2C145F-630A-43D4-9DBF-44F891674202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1</a:t>
          </a:r>
        </a:p>
      </dgm:t>
    </dgm:pt>
    <dgm:pt modelId="{ACEB4D7F-AA28-40ED-93F7-336EFDA6045B}" type="parTrans" cxnId="{4C16059C-7D3B-444D-ABA9-60EC9F2D5CD3}">
      <dgm:prSet/>
      <dgm:spPr/>
      <dgm:t>
        <a:bodyPr/>
        <a:lstStyle/>
        <a:p>
          <a:endParaRPr lang="es-EC"/>
        </a:p>
      </dgm:t>
    </dgm:pt>
    <dgm:pt modelId="{8BC291A3-05A4-4FF9-BCAD-D00951AEA457}" type="sibTrans" cxnId="{4C16059C-7D3B-444D-ABA9-60EC9F2D5CD3}">
      <dgm:prSet/>
      <dgm:spPr/>
      <dgm:t>
        <a:bodyPr/>
        <a:lstStyle/>
        <a:p>
          <a:endParaRPr lang="es-EC"/>
        </a:p>
      </dgm:t>
    </dgm:pt>
    <dgm:pt modelId="{1D9A273D-1FBC-4DF9-9327-BA236040218D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0F307B27-365F-4572-9BEA-9980CAE2B7E2}" type="parTrans" cxnId="{75280D1D-76A5-4CDC-87AA-0738FDEC180B}">
      <dgm:prSet/>
      <dgm:spPr/>
      <dgm:t>
        <a:bodyPr/>
        <a:lstStyle/>
        <a:p>
          <a:endParaRPr lang="es-EC"/>
        </a:p>
      </dgm:t>
    </dgm:pt>
    <dgm:pt modelId="{D18D3C83-A8F8-4B0F-BBF7-AC3C021C1A87}" type="sibTrans" cxnId="{75280D1D-76A5-4CDC-87AA-0738FDEC180B}">
      <dgm:prSet/>
      <dgm:spPr/>
      <dgm:t>
        <a:bodyPr/>
        <a:lstStyle/>
        <a:p>
          <a:endParaRPr lang="es-EC"/>
        </a:p>
      </dgm:t>
    </dgm:pt>
    <dgm:pt modelId="{B14A0311-5726-4475-9E53-85C836AFC92C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42357B54-A9CE-4816-924C-DF487F79B752}" type="parTrans" cxnId="{B4D8B9DE-DF9B-4124-9934-B01FAF883BBE}">
      <dgm:prSet/>
      <dgm:spPr/>
      <dgm:t>
        <a:bodyPr/>
        <a:lstStyle/>
        <a:p>
          <a:endParaRPr lang="es-EC"/>
        </a:p>
      </dgm:t>
    </dgm:pt>
    <dgm:pt modelId="{D7D8E9BB-9A19-4692-8484-01876E384CB8}" type="sibTrans" cxnId="{B4D8B9DE-DF9B-4124-9934-B01FAF883BBE}">
      <dgm:prSet/>
      <dgm:spPr/>
      <dgm:t>
        <a:bodyPr/>
        <a:lstStyle/>
        <a:p>
          <a:endParaRPr lang="es-EC"/>
        </a:p>
      </dgm:t>
    </dgm:pt>
    <dgm:pt modelId="{4B8BF121-62A4-42D6-8D44-3CD0F5A21956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CA7C5D69-D6FC-4892-9597-36D34D7B757B}" type="parTrans" cxnId="{934F2523-3EDD-4856-8F1E-32AE6EEDE0CE}">
      <dgm:prSet/>
      <dgm:spPr/>
      <dgm:t>
        <a:bodyPr/>
        <a:lstStyle/>
        <a:p>
          <a:endParaRPr lang="es-EC"/>
        </a:p>
      </dgm:t>
    </dgm:pt>
    <dgm:pt modelId="{0B2F41B0-D65D-4399-A01C-2330905C7F0D}" type="sibTrans" cxnId="{934F2523-3EDD-4856-8F1E-32AE6EEDE0CE}">
      <dgm:prSet/>
      <dgm:spPr/>
      <dgm:t>
        <a:bodyPr/>
        <a:lstStyle/>
        <a:p>
          <a:endParaRPr lang="es-EC"/>
        </a:p>
      </dgm:t>
    </dgm:pt>
    <dgm:pt modelId="{8227352B-B68B-42C2-86D3-836F3AECFF93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95289957-C481-46A5-9961-6F007BB5639B}" type="parTrans" cxnId="{3A5EDFDB-4B7B-465C-B6F8-5BE63E03B313}">
      <dgm:prSet/>
      <dgm:spPr/>
      <dgm:t>
        <a:bodyPr/>
        <a:lstStyle/>
        <a:p>
          <a:endParaRPr lang="es-EC"/>
        </a:p>
      </dgm:t>
    </dgm:pt>
    <dgm:pt modelId="{14560264-AD83-4BCC-9AEA-6CB17DDC4BBE}" type="sibTrans" cxnId="{3A5EDFDB-4B7B-465C-B6F8-5BE63E03B313}">
      <dgm:prSet/>
      <dgm:spPr/>
      <dgm:t>
        <a:bodyPr/>
        <a:lstStyle/>
        <a:p>
          <a:endParaRPr lang="es-EC"/>
        </a:p>
      </dgm:t>
    </dgm:pt>
    <dgm:pt modelId="{B7F23F51-714B-4CC5-B895-74511E2C08B0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F4766236-2E60-4496-BE2D-DDA0A2830C6F}" type="parTrans" cxnId="{0FE9BB40-8654-46A5-A93A-1DD2531F9228}">
      <dgm:prSet/>
      <dgm:spPr/>
      <dgm:t>
        <a:bodyPr/>
        <a:lstStyle/>
        <a:p>
          <a:endParaRPr lang="es-EC"/>
        </a:p>
      </dgm:t>
    </dgm:pt>
    <dgm:pt modelId="{2CBA1ACC-13CE-474A-9329-8ADE3D9C29ED}" type="sibTrans" cxnId="{0FE9BB40-8654-46A5-A93A-1DD2531F9228}">
      <dgm:prSet/>
      <dgm:spPr/>
      <dgm:t>
        <a:bodyPr/>
        <a:lstStyle/>
        <a:p>
          <a:endParaRPr lang="es-EC"/>
        </a:p>
      </dgm:t>
    </dgm:pt>
    <dgm:pt modelId="{42A41EC5-2025-4CD8-97FA-81FBABC0ADA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1</a:t>
          </a:r>
        </a:p>
      </dgm:t>
    </dgm:pt>
    <dgm:pt modelId="{A6FDB82A-259F-423A-8A53-30F7942AB2B3}" type="parTrans" cxnId="{FDF1B41C-26FB-4E26-B4DE-3CD07C59CCB6}">
      <dgm:prSet/>
      <dgm:spPr/>
      <dgm:t>
        <a:bodyPr/>
        <a:lstStyle/>
        <a:p>
          <a:endParaRPr lang="es-EC"/>
        </a:p>
      </dgm:t>
    </dgm:pt>
    <dgm:pt modelId="{9F0FC837-061F-49B1-A15E-EAFB301FF3B7}" type="sibTrans" cxnId="{FDF1B41C-26FB-4E26-B4DE-3CD07C59CCB6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9"/>
      <dgm:spPr/>
    </dgm:pt>
    <dgm:pt modelId="{81E432F6-3EF7-4549-811C-B578FA37B5ED}" type="pres">
      <dgm:prSet presAssocID="{DC92EE81-E160-409C-8D57-13731F9F37AC}" presName="connTx" presStyleLbl="parChTrans1D2" presStyleIdx="0" presStyleCnt="9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9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3F3348B2-04C2-46F8-8EB7-421170EC45A5}" type="pres">
      <dgm:prSet presAssocID="{2194B898-C327-4D4E-88DA-2F67F1A8A247}" presName="conn2-1" presStyleLbl="parChTrans1D3" presStyleIdx="0" presStyleCnt="9"/>
      <dgm:spPr/>
    </dgm:pt>
    <dgm:pt modelId="{0C90F4FC-85D3-4791-86E5-D9986B869FC4}" type="pres">
      <dgm:prSet presAssocID="{2194B898-C327-4D4E-88DA-2F67F1A8A247}" presName="connTx" presStyleLbl="parChTrans1D3" presStyleIdx="0" presStyleCnt="9"/>
      <dgm:spPr/>
    </dgm:pt>
    <dgm:pt modelId="{B94510B3-BBC4-4774-8283-7091DF1C7CF7}" type="pres">
      <dgm:prSet presAssocID="{FCC30B53-80CF-495C-9E37-AE840D0A54E9}" presName="root2" presStyleCnt="0"/>
      <dgm:spPr/>
    </dgm:pt>
    <dgm:pt modelId="{0D1B3F7F-30ED-4F6C-931F-D0F75EB516EC}" type="pres">
      <dgm:prSet presAssocID="{FCC30B53-80CF-495C-9E37-AE840D0A54E9}" presName="LevelTwoTextNode" presStyleLbl="node3" presStyleIdx="0" presStyleCnt="9">
        <dgm:presLayoutVars>
          <dgm:chPref val="3"/>
        </dgm:presLayoutVars>
      </dgm:prSet>
      <dgm:spPr/>
    </dgm:pt>
    <dgm:pt modelId="{D9250867-03C7-4A5E-AC1C-B73262C6F20F}" type="pres">
      <dgm:prSet presAssocID="{FCC30B53-80CF-495C-9E37-AE840D0A54E9}" presName="level3hierChild" presStyleCnt="0"/>
      <dgm:spPr/>
    </dgm:pt>
    <dgm:pt modelId="{A127D93A-C082-4168-98F1-0A3741E23D2D}" type="pres">
      <dgm:prSet presAssocID="{5F7CA2C7-BF1C-4D92-89BB-913C3FE228D5}" presName="conn2-1" presStyleLbl="parChTrans1D4" presStyleIdx="0" presStyleCnt="9"/>
      <dgm:spPr/>
    </dgm:pt>
    <dgm:pt modelId="{7588EB7B-8CD0-4D95-A555-6D9BAA0DAB7D}" type="pres">
      <dgm:prSet presAssocID="{5F7CA2C7-BF1C-4D92-89BB-913C3FE228D5}" presName="connTx" presStyleLbl="parChTrans1D4" presStyleIdx="0" presStyleCnt="9"/>
      <dgm:spPr/>
    </dgm:pt>
    <dgm:pt modelId="{42D1C9A8-B1E9-46B1-9851-8F605CD35EB7}" type="pres">
      <dgm:prSet presAssocID="{B64052CB-BE3E-428B-A360-07E8C24CCC0C}" presName="root2" presStyleCnt="0"/>
      <dgm:spPr/>
    </dgm:pt>
    <dgm:pt modelId="{0B6CCB4A-7225-4330-8D7C-CAD770CEC914}" type="pres">
      <dgm:prSet presAssocID="{B64052CB-BE3E-428B-A360-07E8C24CCC0C}" presName="LevelTwoTextNode" presStyleLbl="node4" presStyleIdx="0" presStyleCnt="9" custScaleX="48217">
        <dgm:presLayoutVars>
          <dgm:chPref val="3"/>
        </dgm:presLayoutVars>
      </dgm:prSet>
      <dgm:spPr/>
    </dgm:pt>
    <dgm:pt modelId="{6AEA6B9D-B290-471D-A07D-D3A27FE028C8}" type="pres">
      <dgm:prSet presAssocID="{B64052CB-BE3E-428B-A360-07E8C24CCC0C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9"/>
      <dgm:spPr/>
    </dgm:pt>
    <dgm:pt modelId="{37CD627C-8293-4029-B114-AA7B7535644E}" type="pres">
      <dgm:prSet presAssocID="{1EAAA8DD-4A75-4985-B423-64C84D4EE993}" presName="connTx" presStyleLbl="parChTrans1D2" presStyleIdx="1" presStyleCnt="9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9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5E4E42DD-3DC5-4B9C-A797-9F0465C2C0C2}" type="pres">
      <dgm:prSet presAssocID="{B7683DED-10F4-4090-8D51-0CEAF7134D98}" presName="conn2-1" presStyleLbl="parChTrans1D3" presStyleIdx="1" presStyleCnt="9"/>
      <dgm:spPr/>
    </dgm:pt>
    <dgm:pt modelId="{D8B29C5C-0816-4F81-865B-7EB6704402BF}" type="pres">
      <dgm:prSet presAssocID="{B7683DED-10F4-4090-8D51-0CEAF7134D98}" presName="connTx" presStyleLbl="parChTrans1D3" presStyleIdx="1" presStyleCnt="9"/>
      <dgm:spPr/>
    </dgm:pt>
    <dgm:pt modelId="{9021E3EC-0051-4559-A960-AB02ED1D8C43}" type="pres">
      <dgm:prSet presAssocID="{6583610E-1A7C-4E10-B2E8-E0C19D00B9A0}" presName="root2" presStyleCnt="0"/>
      <dgm:spPr/>
    </dgm:pt>
    <dgm:pt modelId="{6F6144C2-8CC6-4AA7-AF21-168289CF647E}" type="pres">
      <dgm:prSet presAssocID="{6583610E-1A7C-4E10-B2E8-E0C19D00B9A0}" presName="LevelTwoTextNode" presStyleLbl="node3" presStyleIdx="1" presStyleCnt="9">
        <dgm:presLayoutVars>
          <dgm:chPref val="3"/>
        </dgm:presLayoutVars>
      </dgm:prSet>
      <dgm:spPr/>
    </dgm:pt>
    <dgm:pt modelId="{DBCBC2FA-183D-4AC0-BA7A-238300C608E2}" type="pres">
      <dgm:prSet presAssocID="{6583610E-1A7C-4E10-B2E8-E0C19D00B9A0}" presName="level3hierChild" presStyleCnt="0"/>
      <dgm:spPr/>
    </dgm:pt>
    <dgm:pt modelId="{E66A7893-53DE-4C20-97F3-42A6AE3BBEA4}" type="pres">
      <dgm:prSet presAssocID="{B6D3E7F0-AD88-4060-8B97-6B68D288808B}" presName="conn2-1" presStyleLbl="parChTrans1D4" presStyleIdx="1" presStyleCnt="9"/>
      <dgm:spPr/>
    </dgm:pt>
    <dgm:pt modelId="{CCFCC316-DBF4-40CD-AB29-B3F58DFFD053}" type="pres">
      <dgm:prSet presAssocID="{B6D3E7F0-AD88-4060-8B97-6B68D288808B}" presName="connTx" presStyleLbl="parChTrans1D4" presStyleIdx="1" presStyleCnt="9"/>
      <dgm:spPr/>
    </dgm:pt>
    <dgm:pt modelId="{0EE56E90-DAD1-421C-8338-2EF21C3A506E}" type="pres">
      <dgm:prSet presAssocID="{6C2C6C0D-F038-48BF-A77A-0396757F631F}" presName="root2" presStyleCnt="0"/>
      <dgm:spPr/>
    </dgm:pt>
    <dgm:pt modelId="{B4C17056-AF94-4420-AB8F-2D52248DC182}" type="pres">
      <dgm:prSet presAssocID="{6C2C6C0D-F038-48BF-A77A-0396757F631F}" presName="LevelTwoTextNode" presStyleLbl="node4" presStyleIdx="1" presStyleCnt="9" custScaleX="48217">
        <dgm:presLayoutVars>
          <dgm:chPref val="3"/>
        </dgm:presLayoutVars>
      </dgm:prSet>
      <dgm:spPr/>
    </dgm:pt>
    <dgm:pt modelId="{1AA6312F-4947-40C0-B2BE-707601400B52}" type="pres">
      <dgm:prSet presAssocID="{6C2C6C0D-F038-48BF-A77A-0396757F631F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9"/>
      <dgm:spPr/>
    </dgm:pt>
    <dgm:pt modelId="{CE810C7E-C3EF-4168-95BF-2980E8095076}" type="pres">
      <dgm:prSet presAssocID="{6A43294B-A1CB-4D6F-B453-0FF0E5776867}" presName="connTx" presStyleLbl="parChTrans1D2" presStyleIdx="2" presStyleCnt="9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9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0B2C3DEE-29F0-4A70-9C19-F3A6568122D1}" type="pres">
      <dgm:prSet presAssocID="{F216DE7E-3334-4222-95FA-227277899B84}" presName="conn2-1" presStyleLbl="parChTrans1D3" presStyleIdx="2" presStyleCnt="9"/>
      <dgm:spPr/>
    </dgm:pt>
    <dgm:pt modelId="{D0460D2A-98B4-4457-AD5C-1B61D4B2581C}" type="pres">
      <dgm:prSet presAssocID="{F216DE7E-3334-4222-95FA-227277899B84}" presName="connTx" presStyleLbl="parChTrans1D3" presStyleIdx="2" presStyleCnt="9"/>
      <dgm:spPr/>
    </dgm:pt>
    <dgm:pt modelId="{D5A49201-80A1-4D17-8C96-50565380FDD4}" type="pres">
      <dgm:prSet presAssocID="{4C600106-8F02-465B-A4CD-0CBA6ED6368D}" presName="root2" presStyleCnt="0"/>
      <dgm:spPr/>
    </dgm:pt>
    <dgm:pt modelId="{7BB34EAD-A9D4-4433-82FB-8D85B83831B2}" type="pres">
      <dgm:prSet presAssocID="{4C600106-8F02-465B-A4CD-0CBA6ED6368D}" presName="LevelTwoTextNode" presStyleLbl="node3" presStyleIdx="2" presStyleCnt="9">
        <dgm:presLayoutVars>
          <dgm:chPref val="3"/>
        </dgm:presLayoutVars>
      </dgm:prSet>
      <dgm:spPr/>
    </dgm:pt>
    <dgm:pt modelId="{BD786D60-D357-49D5-AEEF-D726E602D51C}" type="pres">
      <dgm:prSet presAssocID="{4C600106-8F02-465B-A4CD-0CBA6ED6368D}" presName="level3hierChild" presStyleCnt="0"/>
      <dgm:spPr/>
    </dgm:pt>
    <dgm:pt modelId="{60DB86B8-AB26-4AE4-820F-80100E439A3D}" type="pres">
      <dgm:prSet presAssocID="{ACEB4D7F-AA28-40ED-93F7-336EFDA6045B}" presName="conn2-1" presStyleLbl="parChTrans1D4" presStyleIdx="2" presStyleCnt="9"/>
      <dgm:spPr/>
    </dgm:pt>
    <dgm:pt modelId="{486C6242-DD8D-402E-9699-C0DC4B6AA9AB}" type="pres">
      <dgm:prSet presAssocID="{ACEB4D7F-AA28-40ED-93F7-336EFDA6045B}" presName="connTx" presStyleLbl="parChTrans1D4" presStyleIdx="2" presStyleCnt="9"/>
      <dgm:spPr/>
    </dgm:pt>
    <dgm:pt modelId="{5942E6F4-853E-410C-B6A9-A07556C861DE}" type="pres">
      <dgm:prSet presAssocID="{EE2C145F-630A-43D4-9DBF-44F891674202}" presName="root2" presStyleCnt="0"/>
      <dgm:spPr/>
    </dgm:pt>
    <dgm:pt modelId="{B2BD390E-5AA1-48EE-BC8C-249D037084F5}" type="pres">
      <dgm:prSet presAssocID="{EE2C145F-630A-43D4-9DBF-44F891674202}" presName="LevelTwoTextNode" presStyleLbl="node4" presStyleIdx="2" presStyleCnt="9" custScaleX="48217">
        <dgm:presLayoutVars>
          <dgm:chPref val="3"/>
        </dgm:presLayoutVars>
      </dgm:prSet>
      <dgm:spPr/>
    </dgm:pt>
    <dgm:pt modelId="{7A9DDC9E-4939-4AE9-B028-7ACCBBF8AFB7}" type="pres">
      <dgm:prSet presAssocID="{EE2C145F-630A-43D4-9DBF-44F891674202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9"/>
      <dgm:spPr/>
    </dgm:pt>
    <dgm:pt modelId="{B1DAB71E-6E0D-4893-9248-FF2AC3D62576}" type="pres">
      <dgm:prSet presAssocID="{8BE22E42-DB0A-4790-87BD-8B0CEA94CA04}" presName="connTx" presStyleLbl="parChTrans1D2" presStyleIdx="3" presStyleCnt="9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9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1025C237-A869-49AD-9337-1D7407CAC99C}" type="pres">
      <dgm:prSet presAssocID="{C9F7F83B-5B4E-4FAB-A909-C8D85E4AE524}" presName="conn2-1" presStyleLbl="parChTrans1D3" presStyleIdx="3" presStyleCnt="9"/>
      <dgm:spPr/>
    </dgm:pt>
    <dgm:pt modelId="{68136AC4-BDD7-4777-A2D7-6110A212B42A}" type="pres">
      <dgm:prSet presAssocID="{C9F7F83B-5B4E-4FAB-A909-C8D85E4AE524}" presName="connTx" presStyleLbl="parChTrans1D3" presStyleIdx="3" presStyleCnt="9"/>
      <dgm:spPr/>
    </dgm:pt>
    <dgm:pt modelId="{80A61EC3-92FE-4EE6-9E70-BD5267F31811}" type="pres">
      <dgm:prSet presAssocID="{9897D2E6-F94B-448B-8BE6-3285E665D56C}" presName="root2" presStyleCnt="0"/>
      <dgm:spPr/>
    </dgm:pt>
    <dgm:pt modelId="{0BA20883-AC06-46A2-BDB2-084685A86392}" type="pres">
      <dgm:prSet presAssocID="{9897D2E6-F94B-448B-8BE6-3285E665D56C}" presName="LevelTwoTextNode" presStyleLbl="node3" presStyleIdx="3" presStyleCnt="9">
        <dgm:presLayoutVars>
          <dgm:chPref val="3"/>
        </dgm:presLayoutVars>
      </dgm:prSet>
      <dgm:spPr/>
    </dgm:pt>
    <dgm:pt modelId="{7D044068-356B-488A-9310-E9F4C93B5059}" type="pres">
      <dgm:prSet presAssocID="{9897D2E6-F94B-448B-8BE6-3285E665D56C}" presName="level3hierChild" presStyleCnt="0"/>
      <dgm:spPr/>
    </dgm:pt>
    <dgm:pt modelId="{E3EB1B03-3487-40DA-947F-CE0DCBC1024C}" type="pres">
      <dgm:prSet presAssocID="{0F307B27-365F-4572-9BEA-9980CAE2B7E2}" presName="conn2-1" presStyleLbl="parChTrans1D4" presStyleIdx="3" presStyleCnt="9"/>
      <dgm:spPr/>
    </dgm:pt>
    <dgm:pt modelId="{AB6BADEB-E717-4F4C-8BB1-05E739A15FD2}" type="pres">
      <dgm:prSet presAssocID="{0F307B27-365F-4572-9BEA-9980CAE2B7E2}" presName="connTx" presStyleLbl="parChTrans1D4" presStyleIdx="3" presStyleCnt="9"/>
      <dgm:spPr/>
    </dgm:pt>
    <dgm:pt modelId="{966F375D-DB9F-46A4-8167-E294611ED68F}" type="pres">
      <dgm:prSet presAssocID="{1D9A273D-1FBC-4DF9-9327-BA236040218D}" presName="root2" presStyleCnt="0"/>
      <dgm:spPr/>
    </dgm:pt>
    <dgm:pt modelId="{FBC4DB25-4C66-409B-8343-CDA5C3416EF5}" type="pres">
      <dgm:prSet presAssocID="{1D9A273D-1FBC-4DF9-9327-BA236040218D}" presName="LevelTwoTextNode" presStyleLbl="node4" presStyleIdx="3" presStyleCnt="9" custScaleX="48217">
        <dgm:presLayoutVars>
          <dgm:chPref val="3"/>
        </dgm:presLayoutVars>
      </dgm:prSet>
      <dgm:spPr/>
    </dgm:pt>
    <dgm:pt modelId="{7AFBB4E0-5F87-45C3-8E39-4C985447C8BA}" type="pres">
      <dgm:prSet presAssocID="{1D9A273D-1FBC-4DF9-9327-BA236040218D}" presName="level3hierChild" presStyleCnt="0"/>
      <dgm:spPr/>
    </dgm:pt>
    <dgm:pt modelId="{FE9BAB8F-E46F-4F0B-9F5C-E8662C1E6217}" type="pres">
      <dgm:prSet presAssocID="{062E7DA8-0F4D-4255-95A1-57CEFA146D1D}" presName="conn2-1" presStyleLbl="parChTrans1D2" presStyleIdx="4" presStyleCnt="9"/>
      <dgm:spPr/>
    </dgm:pt>
    <dgm:pt modelId="{BF41CCA9-4415-4941-A18B-00E2CD618542}" type="pres">
      <dgm:prSet presAssocID="{062E7DA8-0F4D-4255-95A1-57CEFA146D1D}" presName="connTx" presStyleLbl="parChTrans1D2" presStyleIdx="4" presStyleCnt="9"/>
      <dgm:spPr/>
    </dgm:pt>
    <dgm:pt modelId="{793784E1-95B3-48EF-A4BD-64F431A89F0C}" type="pres">
      <dgm:prSet presAssocID="{43C2C9CE-FB6B-4922-B62F-24129D0D74FE}" presName="root2" presStyleCnt="0"/>
      <dgm:spPr/>
    </dgm:pt>
    <dgm:pt modelId="{DAE82DBF-0D60-41F0-896E-3650DCF6B75A}" type="pres">
      <dgm:prSet presAssocID="{43C2C9CE-FB6B-4922-B62F-24129D0D74FE}" presName="LevelTwoTextNode" presStyleLbl="node2" presStyleIdx="4" presStyleCnt="9">
        <dgm:presLayoutVars>
          <dgm:chPref val="3"/>
        </dgm:presLayoutVars>
      </dgm:prSet>
      <dgm:spPr/>
    </dgm:pt>
    <dgm:pt modelId="{886F5094-6F41-45A7-A523-4206CD241528}" type="pres">
      <dgm:prSet presAssocID="{43C2C9CE-FB6B-4922-B62F-24129D0D74FE}" presName="level3hierChild" presStyleCnt="0"/>
      <dgm:spPr/>
    </dgm:pt>
    <dgm:pt modelId="{6E352E3A-D0F9-481B-A998-5B020A8C76CE}" type="pres">
      <dgm:prSet presAssocID="{D2456FFE-F36C-467B-9DE2-B796DD2BB734}" presName="conn2-1" presStyleLbl="parChTrans1D3" presStyleIdx="4" presStyleCnt="9"/>
      <dgm:spPr/>
    </dgm:pt>
    <dgm:pt modelId="{528AD2A8-E3A7-4DC2-821F-0125D89457A2}" type="pres">
      <dgm:prSet presAssocID="{D2456FFE-F36C-467B-9DE2-B796DD2BB734}" presName="connTx" presStyleLbl="parChTrans1D3" presStyleIdx="4" presStyleCnt="9"/>
      <dgm:spPr/>
    </dgm:pt>
    <dgm:pt modelId="{2BC4C651-4E5E-4935-A698-2E6D6FFB085B}" type="pres">
      <dgm:prSet presAssocID="{4074F581-04AF-4A88-A2B9-58FB6E5254C1}" presName="root2" presStyleCnt="0"/>
      <dgm:spPr/>
    </dgm:pt>
    <dgm:pt modelId="{A84F1D51-BB5A-4796-9230-3A120D891569}" type="pres">
      <dgm:prSet presAssocID="{4074F581-04AF-4A88-A2B9-58FB6E5254C1}" presName="LevelTwoTextNode" presStyleLbl="node3" presStyleIdx="4" presStyleCnt="9">
        <dgm:presLayoutVars>
          <dgm:chPref val="3"/>
        </dgm:presLayoutVars>
      </dgm:prSet>
      <dgm:spPr/>
    </dgm:pt>
    <dgm:pt modelId="{D285AB33-C789-49C6-B677-6A053047F1B5}" type="pres">
      <dgm:prSet presAssocID="{4074F581-04AF-4A88-A2B9-58FB6E5254C1}" presName="level3hierChild" presStyleCnt="0"/>
      <dgm:spPr/>
    </dgm:pt>
    <dgm:pt modelId="{FE941F1F-20CA-4C55-B397-5F4B1C4D50F1}" type="pres">
      <dgm:prSet presAssocID="{42357B54-A9CE-4816-924C-DF487F79B752}" presName="conn2-1" presStyleLbl="parChTrans1D4" presStyleIdx="4" presStyleCnt="9"/>
      <dgm:spPr/>
    </dgm:pt>
    <dgm:pt modelId="{FF359B89-0B39-4CE3-93E2-CD1A931C3CEA}" type="pres">
      <dgm:prSet presAssocID="{42357B54-A9CE-4816-924C-DF487F79B752}" presName="connTx" presStyleLbl="parChTrans1D4" presStyleIdx="4" presStyleCnt="9"/>
      <dgm:spPr/>
    </dgm:pt>
    <dgm:pt modelId="{44CF7D89-EE5D-4055-8FBA-F70B7343411E}" type="pres">
      <dgm:prSet presAssocID="{B14A0311-5726-4475-9E53-85C836AFC92C}" presName="root2" presStyleCnt="0"/>
      <dgm:spPr/>
    </dgm:pt>
    <dgm:pt modelId="{A3CE5435-1141-42DD-980C-414E23182890}" type="pres">
      <dgm:prSet presAssocID="{B14A0311-5726-4475-9E53-85C836AFC92C}" presName="LevelTwoTextNode" presStyleLbl="node4" presStyleIdx="4" presStyleCnt="9" custScaleX="48217">
        <dgm:presLayoutVars>
          <dgm:chPref val="3"/>
        </dgm:presLayoutVars>
      </dgm:prSet>
      <dgm:spPr/>
    </dgm:pt>
    <dgm:pt modelId="{0613B88B-6C5F-4837-B3B7-2E2843919BBC}" type="pres">
      <dgm:prSet presAssocID="{B14A0311-5726-4475-9E53-85C836AFC92C}" presName="level3hierChild" presStyleCnt="0"/>
      <dgm:spPr/>
    </dgm:pt>
    <dgm:pt modelId="{F7C38909-BE07-464E-834D-BDCFBA258100}" type="pres">
      <dgm:prSet presAssocID="{D61E1BDC-FFB4-4FDA-9F8F-A2D38A22FC13}" presName="conn2-1" presStyleLbl="parChTrans1D2" presStyleIdx="5" presStyleCnt="9"/>
      <dgm:spPr/>
    </dgm:pt>
    <dgm:pt modelId="{2D59348E-CC92-4EDA-8DAB-F0153DE00DFE}" type="pres">
      <dgm:prSet presAssocID="{D61E1BDC-FFB4-4FDA-9F8F-A2D38A22FC13}" presName="connTx" presStyleLbl="parChTrans1D2" presStyleIdx="5" presStyleCnt="9"/>
      <dgm:spPr/>
    </dgm:pt>
    <dgm:pt modelId="{09E3E5F7-6710-42A6-8755-1B392952BE7A}" type="pres">
      <dgm:prSet presAssocID="{B2DB83ED-41AF-4BCB-925B-2B612D563F67}" presName="root2" presStyleCnt="0"/>
      <dgm:spPr/>
    </dgm:pt>
    <dgm:pt modelId="{FDF91A2A-2A66-4C6C-A86A-CDF4326DA8EE}" type="pres">
      <dgm:prSet presAssocID="{B2DB83ED-41AF-4BCB-925B-2B612D563F67}" presName="LevelTwoTextNode" presStyleLbl="node2" presStyleIdx="5" presStyleCnt="9">
        <dgm:presLayoutVars>
          <dgm:chPref val="3"/>
        </dgm:presLayoutVars>
      </dgm:prSet>
      <dgm:spPr/>
    </dgm:pt>
    <dgm:pt modelId="{CF943F71-00A5-4A37-9AA2-340A74FF6AAC}" type="pres">
      <dgm:prSet presAssocID="{B2DB83ED-41AF-4BCB-925B-2B612D563F67}" presName="level3hierChild" presStyleCnt="0"/>
      <dgm:spPr/>
    </dgm:pt>
    <dgm:pt modelId="{4D78C0FD-C85D-44AE-95F1-5625C530C688}" type="pres">
      <dgm:prSet presAssocID="{6CC69F66-5D34-423E-AF5E-53AB5F7CFF70}" presName="conn2-1" presStyleLbl="parChTrans1D3" presStyleIdx="5" presStyleCnt="9"/>
      <dgm:spPr/>
    </dgm:pt>
    <dgm:pt modelId="{FCB80174-977E-4FDC-A16B-7D1437C183F2}" type="pres">
      <dgm:prSet presAssocID="{6CC69F66-5D34-423E-AF5E-53AB5F7CFF70}" presName="connTx" presStyleLbl="parChTrans1D3" presStyleIdx="5" presStyleCnt="9"/>
      <dgm:spPr/>
    </dgm:pt>
    <dgm:pt modelId="{F99645D6-B775-44B3-BD68-DE35BE73F39D}" type="pres">
      <dgm:prSet presAssocID="{D24F37B4-0AF7-4F6F-ABF8-8A9141F9BE16}" presName="root2" presStyleCnt="0"/>
      <dgm:spPr/>
    </dgm:pt>
    <dgm:pt modelId="{39579ECC-5A3F-4DBE-B681-3E450FCC0508}" type="pres">
      <dgm:prSet presAssocID="{D24F37B4-0AF7-4F6F-ABF8-8A9141F9BE16}" presName="LevelTwoTextNode" presStyleLbl="node3" presStyleIdx="5" presStyleCnt="9">
        <dgm:presLayoutVars>
          <dgm:chPref val="3"/>
        </dgm:presLayoutVars>
      </dgm:prSet>
      <dgm:spPr/>
    </dgm:pt>
    <dgm:pt modelId="{78FD9C01-7CBE-48E1-A65D-369494ADF49C}" type="pres">
      <dgm:prSet presAssocID="{D24F37B4-0AF7-4F6F-ABF8-8A9141F9BE16}" presName="level3hierChild" presStyleCnt="0"/>
      <dgm:spPr/>
    </dgm:pt>
    <dgm:pt modelId="{7B24AA88-93EC-4ACD-A3A2-F98FFA8C9C81}" type="pres">
      <dgm:prSet presAssocID="{CA7C5D69-D6FC-4892-9597-36D34D7B757B}" presName="conn2-1" presStyleLbl="parChTrans1D4" presStyleIdx="5" presStyleCnt="9"/>
      <dgm:spPr/>
    </dgm:pt>
    <dgm:pt modelId="{8356AC79-2EF4-49C1-9BE8-D778171D8DF5}" type="pres">
      <dgm:prSet presAssocID="{CA7C5D69-D6FC-4892-9597-36D34D7B757B}" presName="connTx" presStyleLbl="parChTrans1D4" presStyleIdx="5" presStyleCnt="9"/>
      <dgm:spPr/>
    </dgm:pt>
    <dgm:pt modelId="{B884D676-ADA4-4875-AA6D-A4A162F85EBB}" type="pres">
      <dgm:prSet presAssocID="{4B8BF121-62A4-42D6-8D44-3CD0F5A21956}" presName="root2" presStyleCnt="0"/>
      <dgm:spPr/>
    </dgm:pt>
    <dgm:pt modelId="{6C0DA723-208C-456B-8DC0-14BE49161222}" type="pres">
      <dgm:prSet presAssocID="{4B8BF121-62A4-42D6-8D44-3CD0F5A21956}" presName="LevelTwoTextNode" presStyleLbl="node4" presStyleIdx="5" presStyleCnt="9" custScaleX="48217">
        <dgm:presLayoutVars>
          <dgm:chPref val="3"/>
        </dgm:presLayoutVars>
      </dgm:prSet>
      <dgm:spPr/>
    </dgm:pt>
    <dgm:pt modelId="{F326B291-A370-49E2-93C5-92A41CE46CFA}" type="pres">
      <dgm:prSet presAssocID="{4B8BF121-62A4-42D6-8D44-3CD0F5A21956}" presName="level3hierChild" presStyleCnt="0"/>
      <dgm:spPr/>
    </dgm:pt>
    <dgm:pt modelId="{EA21B7AA-9486-4067-B349-50CE4D95F9B9}" type="pres">
      <dgm:prSet presAssocID="{950148CB-A4C6-463D-AF37-AF261141D0EB}" presName="conn2-1" presStyleLbl="parChTrans1D2" presStyleIdx="6" presStyleCnt="9"/>
      <dgm:spPr/>
    </dgm:pt>
    <dgm:pt modelId="{46C640A8-4221-49EA-B21F-B4D90F5A805F}" type="pres">
      <dgm:prSet presAssocID="{950148CB-A4C6-463D-AF37-AF261141D0EB}" presName="connTx" presStyleLbl="parChTrans1D2" presStyleIdx="6" presStyleCnt="9"/>
      <dgm:spPr/>
    </dgm:pt>
    <dgm:pt modelId="{CBEFB087-3B44-44CC-8A65-30A263DE3FA7}" type="pres">
      <dgm:prSet presAssocID="{DDE09034-1577-4615-AE7A-187B4C369A9A}" presName="root2" presStyleCnt="0"/>
      <dgm:spPr/>
    </dgm:pt>
    <dgm:pt modelId="{C3BAA938-E657-4B3A-9C99-A24D140B8CBB}" type="pres">
      <dgm:prSet presAssocID="{DDE09034-1577-4615-AE7A-187B4C369A9A}" presName="LevelTwoTextNode" presStyleLbl="node2" presStyleIdx="6" presStyleCnt="9">
        <dgm:presLayoutVars>
          <dgm:chPref val="3"/>
        </dgm:presLayoutVars>
      </dgm:prSet>
      <dgm:spPr/>
    </dgm:pt>
    <dgm:pt modelId="{803DB0ED-84B8-46AD-A2BD-DD3B28A4BD05}" type="pres">
      <dgm:prSet presAssocID="{DDE09034-1577-4615-AE7A-187B4C369A9A}" presName="level3hierChild" presStyleCnt="0"/>
      <dgm:spPr/>
    </dgm:pt>
    <dgm:pt modelId="{41991A70-5495-4DA6-ADF1-52AE3035041A}" type="pres">
      <dgm:prSet presAssocID="{7504140D-134C-4BA2-B28E-EE6998E30577}" presName="conn2-1" presStyleLbl="parChTrans1D3" presStyleIdx="6" presStyleCnt="9"/>
      <dgm:spPr/>
    </dgm:pt>
    <dgm:pt modelId="{A4C1AF91-0772-401F-B452-1B9FB50D902D}" type="pres">
      <dgm:prSet presAssocID="{7504140D-134C-4BA2-B28E-EE6998E30577}" presName="connTx" presStyleLbl="parChTrans1D3" presStyleIdx="6" presStyleCnt="9"/>
      <dgm:spPr/>
    </dgm:pt>
    <dgm:pt modelId="{D8182051-9983-4D39-A737-C2D0E2312C8F}" type="pres">
      <dgm:prSet presAssocID="{B48D0B44-3110-4378-976A-B95BE2D92E56}" presName="root2" presStyleCnt="0"/>
      <dgm:spPr/>
    </dgm:pt>
    <dgm:pt modelId="{22F4890B-3AF7-42E3-9465-6D51CBFE7F22}" type="pres">
      <dgm:prSet presAssocID="{B48D0B44-3110-4378-976A-B95BE2D92E56}" presName="LevelTwoTextNode" presStyleLbl="node3" presStyleIdx="6" presStyleCnt="9">
        <dgm:presLayoutVars>
          <dgm:chPref val="3"/>
        </dgm:presLayoutVars>
      </dgm:prSet>
      <dgm:spPr/>
    </dgm:pt>
    <dgm:pt modelId="{51829F90-596D-41C5-80D9-EDF56A3C12EA}" type="pres">
      <dgm:prSet presAssocID="{B48D0B44-3110-4378-976A-B95BE2D92E56}" presName="level3hierChild" presStyleCnt="0"/>
      <dgm:spPr/>
    </dgm:pt>
    <dgm:pt modelId="{73FD337A-6A62-440C-AAA2-FFC3EC6938DE}" type="pres">
      <dgm:prSet presAssocID="{95289957-C481-46A5-9961-6F007BB5639B}" presName="conn2-1" presStyleLbl="parChTrans1D4" presStyleIdx="6" presStyleCnt="9"/>
      <dgm:spPr/>
    </dgm:pt>
    <dgm:pt modelId="{294E2E05-8EB0-4855-9461-40F75FEB5DB8}" type="pres">
      <dgm:prSet presAssocID="{95289957-C481-46A5-9961-6F007BB5639B}" presName="connTx" presStyleLbl="parChTrans1D4" presStyleIdx="6" presStyleCnt="9"/>
      <dgm:spPr/>
    </dgm:pt>
    <dgm:pt modelId="{67E9512F-B5FF-493F-9463-B36C4CAFC81D}" type="pres">
      <dgm:prSet presAssocID="{8227352B-B68B-42C2-86D3-836F3AECFF93}" presName="root2" presStyleCnt="0"/>
      <dgm:spPr/>
    </dgm:pt>
    <dgm:pt modelId="{F9485734-481E-4A53-B2D5-97F403D795A0}" type="pres">
      <dgm:prSet presAssocID="{8227352B-B68B-42C2-86D3-836F3AECFF93}" presName="LevelTwoTextNode" presStyleLbl="node4" presStyleIdx="6" presStyleCnt="9" custScaleX="48217">
        <dgm:presLayoutVars>
          <dgm:chPref val="3"/>
        </dgm:presLayoutVars>
      </dgm:prSet>
      <dgm:spPr/>
    </dgm:pt>
    <dgm:pt modelId="{1F1CB7FB-0429-4AE0-A35C-D0ED6DAF4C16}" type="pres">
      <dgm:prSet presAssocID="{8227352B-B68B-42C2-86D3-836F3AECFF93}" presName="level3hierChild" presStyleCnt="0"/>
      <dgm:spPr/>
    </dgm:pt>
    <dgm:pt modelId="{E7448DA2-ABEA-4A21-9757-53D581D7F3FD}" type="pres">
      <dgm:prSet presAssocID="{402FF5D2-6E69-442B-87ED-AF119AB98C9A}" presName="conn2-1" presStyleLbl="parChTrans1D2" presStyleIdx="7" presStyleCnt="9"/>
      <dgm:spPr/>
    </dgm:pt>
    <dgm:pt modelId="{E3D0D3B2-09CA-4905-A15A-B5077E79086E}" type="pres">
      <dgm:prSet presAssocID="{402FF5D2-6E69-442B-87ED-AF119AB98C9A}" presName="connTx" presStyleLbl="parChTrans1D2" presStyleIdx="7" presStyleCnt="9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2" presStyleIdx="7" presStyleCnt="9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FEF38621-C909-48CF-B14E-859997849F5A}" type="pres">
      <dgm:prSet presAssocID="{9E50D789-F443-4F87-AABF-21B895119F63}" presName="conn2-1" presStyleLbl="parChTrans1D3" presStyleIdx="7" presStyleCnt="9"/>
      <dgm:spPr/>
    </dgm:pt>
    <dgm:pt modelId="{62B32946-0555-4CA6-A676-F8368863D843}" type="pres">
      <dgm:prSet presAssocID="{9E50D789-F443-4F87-AABF-21B895119F63}" presName="connTx" presStyleLbl="parChTrans1D3" presStyleIdx="7" presStyleCnt="9"/>
      <dgm:spPr/>
    </dgm:pt>
    <dgm:pt modelId="{AA409969-18B7-48FE-95F1-8F1A19799B0B}" type="pres">
      <dgm:prSet presAssocID="{948D3F28-4669-4EC4-923F-385FD3758F7A}" presName="root2" presStyleCnt="0"/>
      <dgm:spPr/>
    </dgm:pt>
    <dgm:pt modelId="{A6BD61BC-4141-400E-ACB2-D57F9AF06952}" type="pres">
      <dgm:prSet presAssocID="{948D3F28-4669-4EC4-923F-385FD3758F7A}" presName="LevelTwoTextNode" presStyleLbl="node3" presStyleIdx="7" presStyleCnt="9">
        <dgm:presLayoutVars>
          <dgm:chPref val="3"/>
        </dgm:presLayoutVars>
      </dgm:prSet>
      <dgm:spPr/>
    </dgm:pt>
    <dgm:pt modelId="{EFA03ACC-9B27-49AD-A779-76953488942D}" type="pres">
      <dgm:prSet presAssocID="{948D3F28-4669-4EC4-923F-385FD3758F7A}" presName="level3hierChild" presStyleCnt="0"/>
      <dgm:spPr/>
    </dgm:pt>
    <dgm:pt modelId="{31F36AA4-DD88-458F-818F-4B4E19268883}" type="pres">
      <dgm:prSet presAssocID="{F4766236-2E60-4496-BE2D-DDA0A2830C6F}" presName="conn2-1" presStyleLbl="parChTrans1D4" presStyleIdx="7" presStyleCnt="9"/>
      <dgm:spPr/>
    </dgm:pt>
    <dgm:pt modelId="{FED8EC24-646E-4BC6-9059-80111B5EF84C}" type="pres">
      <dgm:prSet presAssocID="{F4766236-2E60-4496-BE2D-DDA0A2830C6F}" presName="connTx" presStyleLbl="parChTrans1D4" presStyleIdx="7" presStyleCnt="9"/>
      <dgm:spPr/>
    </dgm:pt>
    <dgm:pt modelId="{9F8ED2AF-ED2D-4E73-86F3-28276EBA94C9}" type="pres">
      <dgm:prSet presAssocID="{B7F23F51-714B-4CC5-B895-74511E2C08B0}" presName="root2" presStyleCnt="0"/>
      <dgm:spPr/>
    </dgm:pt>
    <dgm:pt modelId="{62CD0928-6BCA-4D3E-A0AE-B8409B2849FD}" type="pres">
      <dgm:prSet presAssocID="{B7F23F51-714B-4CC5-B895-74511E2C08B0}" presName="LevelTwoTextNode" presStyleLbl="node4" presStyleIdx="7" presStyleCnt="9" custScaleX="48217">
        <dgm:presLayoutVars>
          <dgm:chPref val="3"/>
        </dgm:presLayoutVars>
      </dgm:prSet>
      <dgm:spPr/>
    </dgm:pt>
    <dgm:pt modelId="{2DCF32DA-CA76-4910-9EE2-F923E6533571}" type="pres">
      <dgm:prSet presAssocID="{B7F23F51-714B-4CC5-B895-74511E2C08B0}" presName="level3hierChild" presStyleCnt="0"/>
      <dgm:spPr/>
    </dgm:pt>
    <dgm:pt modelId="{88664CCB-9214-4D82-86B3-EFDDCFEAF4FB}" type="pres">
      <dgm:prSet presAssocID="{1BFF9B2F-01F0-4194-8B16-72C7004F37AD}" presName="conn2-1" presStyleLbl="parChTrans1D2" presStyleIdx="8" presStyleCnt="9"/>
      <dgm:spPr/>
    </dgm:pt>
    <dgm:pt modelId="{EE83F653-B2FA-4D4B-85D3-D5575E7023AC}" type="pres">
      <dgm:prSet presAssocID="{1BFF9B2F-01F0-4194-8B16-72C7004F37AD}" presName="connTx" presStyleLbl="parChTrans1D2" presStyleIdx="8" presStyleCnt="9"/>
      <dgm:spPr/>
    </dgm:pt>
    <dgm:pt modelId="{9F7A3BE1-8606-43FD-B7EE-7A3DFB935645}" type="pres">
      <dgm:prSet presAssocID="{63A13E15-030F-42B2-A010-CCBD43D5DA68}" presName="root2" presStyleCnt="0"/>
      <dgm:spPr/>
    </dgm:pt>
    <dgm:pt modelId="{93341C07-B5F1-4CC7-BB14-0920D0E784AE}" type="pres">
      <dgm:prSet presAssocID="{63A13E15-030F-42B2-A010-CCBD43D5DA68}" presName="LevelTwoTextNode" presStyleLbl="node2" presStyleIdx="8" presStyleCnt="9">
        <dgm:presLayoutVars>
          <dgm:chPref val="3"/>
        </dgm:presLayoutVars>
      </dgm:prSet>
      <dgm:spPr/>
    </dgm:pt>
    <dgm:pt modelId="{6D0F1497-A2DD-48C8-9967-E8CCD380CFE3}" type="pres">
      <dgm:prSet presAssocID="{63A13E15-030F-42B2-A010-CCBD43D5DA68}" presName="level3hierChild" presStyleCnt="0"/>
      <dgm:spPr/>
    </dgm:pt>
    <dgm:pt modelId="{2AEE0977-4A75-4059-821D-B21488B2EDD3}" type="pres">
      <dgm:prSet presAssocID="{5BED75B8-F9CB-4F93-9113-8E17F4221FB1}" presName="conn2-1" presStyleLbl="parChTrans1D3" presStyleIdx="8" presStyleCnt="9"/>
      <dgm:spPr/>
    </dgm:pt>
    <dgm:pt modelId="{4AB34F3F-5530-4B4A-AD3D-E7353D81C3E6}" type="pres">
      <dgm:prSet presAssocID="{5BED75B8-F9CB-4F93-9113-8E17F4221FB1}" presName="connTx" presStyleLbl="parChTrans1D3" presStyleIdx="8" presStyleCnt="9"/>
      <dgm:spPr/>
    </dgm:pt>
    <dgm:pt modelId="{3902BB5D-4B78-4067-B6D6-C2E2A0BD19FA}" type="pres">
      <dgm:prSet presAssocID="{B6140F67-7907-4206-B3F2-799B6774088D}" presName="root2" presStyleCnt="0"/>
      <dgm:spPr/>
    </dgm:pt>
    <dgm:pt modelId="{3A5EF45C-5D59-4585-B71A-DF482DAE80EE}" type="pres">
      <dgm:prSet presAssocID="{B6140F67-7907-4206-B3F2-799B6774088D}" presName="LevelTwoTextNode" presStyleLbl="node3" presStyleIdx="8" presStyleCnt="9">
        <dgm:presLayoutVars>
          <dgm:chPref val="3"/>
        </dgm:presLayoutVars>
      </dgm:prSet>
      <dgm:spPr/>
    </dgm:pt>
    <dgm:pt modelId="{5C7EA8AE-0C6F-4A6E-8165-E1C62B608C9A}" type="pres">
      <dgm:prSet presAssocID="{B6140F67-7907-4206-B3F2-799B6774088D}" presName="level3hierChild" presStyleCnt="0"/>
      <dgm:spPr/>
    </dgm:pt>
    <dgm:pt modelId="{5C95B02D-F837-46A9-85F9-5F6D834B3855}" type="pres">
      <dgm:prSet presAssocID="{A6FDB82A-259F-423A-8A53-30F7942AB2B3}" presName="conn2-1" presStyleLbl="parChTrans1D4" presStyleIdx="8" presStyleCnt="9"/>
      <dgm:spPr/>
    </dgm:pt>
    <dgm:pt modelId="{8885D25F-0ABF-4D46-84B4-00F0133DAEEC}" type="pres">
      <dgm:prSet presAssocID="{A6FDB82A-259F-423A-8A53-30F7942AB2B3}" presName="connTx" presStyleLbl="parChTrans1D4" presStyleIdx="8" presStyleCnt="9"/>
      <dgm:spPr/>
    </dgm:pt>
    <dgm:pt modelId="{0FB46B19-C355-435C-8133-89C2E19DF246}" type="pres">
      <dgm:prSet presAssocID="{42A41EC5-2025-4CD8-97FA-81FBABC0ADAE}" presName="root2" presStyleCnt="0"/>
      <dgm:spPr/>
    </dgm:pt>
    <dgm:pt modelId="{AC7A7488-4047-4261-AB4A-0880674A7AEE}" type="pres">
      <dgm:prSet presAssocID="{42A41EC5-2025-4CD8-97FA-81FBABC0ADAE}" presName="LevelTwoTextNode" presStyleLbl="node4" presStyleIdx="8" presStyleCnt="9" custScaleX="48217">
        <dgm:presLayoutVars>
          <dgm:chPref val="3"/>
        </dgm:presLayoutVars>
      </dgm:prSet>
      <dgm:spPr/>
    </dgm:pt>
    <dgm:pt modelId="{8BA6894D-F20F-4C08-A080-855FF671A8A8}" type="pres">
      <dgm:prSet presAssocID="{42A41EC5-2025-4CD8-97FA-81FBABC0ADAE}" presName="level3hierChild" presStyleCnt="0"/>
      <dgm:spPr/>
    </dgm:pt>
  </dgm:ptLst>
  <dgm:cxnLst>
    <dgm:cxn modelId="{3DCB5900-D2CA-429C-AECF-03C3B86A161D}" type="presOf" srcId="{ACEB4D7F-AA28-40ED-93F7-336EFDA6045B}" destId="{486C6242-DD8D-402E-9699-C0DC4B6AA9AB}" srcOrd="1" destOrd="0" presId="urn:microsoft.com/office/officeart/2008/layout/HorizontalMultiLevelHierarchy"/>
    <dgm:cxn modelId="{D5025001-895B-4487-B4D0-B3312516F3AB}" type="presOf" srcId="{DC92EE81-E160-409C-8D57-13731F9F37AC}" destId="{81E432F6-3EF7-4549-811C-B578FA37B5ED}" srcOrd="1" destOrd="0" presId="urn:microsoft.com/office/officeart/2008/layout/HorizontalMultiLevelHierarchy"/>
    <dgm:cxn modelId="{E94CE604-7403-4CFC-BB49-70424289A4B5}" type="presOf" srcId="{5F7CA2C7-BF1C-4D92-89BB-913C3FE228D5}" destId="{A127D93A-C082-4168-98F1-0A3741E23D2D}" srcOrd="0" destOrd="0" presId="urn:microsoft.com/office/officeart/2008/layout/HorizontalMultiLevelHierarchy"/>
    <dgm:cxn modelId="{D4DC6D06-967A-44CD-9269-82429B138CAF}" srcId="{ED807E35-B5D3-4BCB-9B29-5888EC2127F1}" destId="{9897D2E6-F94B-448B-8BE6-3285E665D56C}" srcOrd="0" destOrd="0" parTransId="{C9F7F83B-5B4E-4FAB-A909-C8D85E4AE524}" sibTransId="{1991202F-E28A-4D96-AA0C-25EC813BE1CA}"/>
    <dgm:cxn modelId="{348AFB0A-9BF6-4672-AB7F-283A6551FC7C}" srcId="{F8A4306D-2EA6-4060-9C81-584FC924A72D}" destId="{07CF0387-B6A7-46F6-8D80-6515DE1A07FD}" srcOrd="7" destOrd="0" parTransId="{402FF5D2-6E69-442B-87ED-AF119AB98C9A}" sibTransId="{FD08B8F3-3B0B-4311-A42C-F673A29231EB}"/>
    <dgm:cxn modelId="{435EBE0C-C951-4A68-A57B-A011C05938E9}" type="presOf" srcId="{9E50D789-F443-4F87-AABF-21B895119F63}" destId="{62B32946-0555-4CA6-A676-F8368863D843}" srcOrd="1" destOrd="0" presId="urn:microsoft.com/office/officeart/2008/layout/HorizontalMultiLevelHierarchy"/>
    <dgm:cxn modelId="{3C2CE814-C70A-4E0D-B8EA-155DA9CB1568}" srcId="{63A13E15-030F-42B2-A010-CCBD43D5DA68}" destId="{B6140F67-7907-4206-B3F2-799B6774088D}" srcOrd="0" destOrd="0" parTransId="{5BED75B8-F9CB-4F93-9113-8E17F4221FB1}" sibTransId="{F8A2730F-FEBE-4E6B-A076-8B916F9F43D7}"/>
    <dgm:cxn modelId="{58D0D018-3548-4BB2-BD57-173DB790935F}" type="presOf" srcId="{5F7CA2C7-BF1C-4D92-89BB-913C3FE228D5}" destId="{7588EB7B-8CD0-4D95-A555-6D9BAA0DAB7D}" srcOrd="1" destOrd="0" presId="urn:microsoft.com/office/officeart/2008/layout/HorizontalMultiLevelHierarchy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AE3B7A1B-537A-4329-ABB5-2FE0C4CD1068}" type="presOf" srcId="{8BE22E42-DB0A-4790-87BD-8B0CEA94CA04}" destId="{B1DAB71E-6E0D-4893-9248-FF2AC3D62576}" srcOrd="1" destOrd="0" presId="urn:microsoft.com/office/officeart/2008/layout/HorizontalMultiLevelHierarchy"/>
    <dgm:cxn modelId="{FDF1B41C-26FB-4E26-B4DE-3CD07C59CCB6}" srcId="{B6140F67-7907-4206-B3F2-799B6774088D}" destId="{42A41EC5-2025-4CD8-97FA-81FBABC0ADAE}" srcOrd="0" destOrd="0" parTransId="{A6FDB82A-259F-423A-8A53-30F7942AB2B3}" sibTransId="{9F0FC837-061F-49B1-A15E-EAFB301FF3B7}"/>
    <dgm:cxn modelId="{6E7FEF1C-8441-46A5-B52C-2E43DB56A680}" type="presOf" srcId="{062E7DA8-0F4D-4255-95A1-57CEFA146D1D}" destId="{FE9BAB8F-E46F-4F0B-9F5C-E8662C1E6217}" srcOrd="0" destOrd="0" presId="urn:microsoft.com/office/officeart/2008/layout/HorizontalMultiLevelHierarchy"/>
    <dgm:cxn modelId="{F381081D-366D-4FF0-80B5-4DF243F41618}" type="presOf" srcId="{ED807E35-B5D3-4BCB-9B29-5888EC2127F1}" destId="{BEDCAB73-F473-4593-A1D1-34DA9B04C965}" srcOrd="0" destOrd="0" presId="urn:microsoft.com/office/officeart/2008/layout/HorizontalMultiLevelHierarchy"/>
    <dgm:cxn modelId="{75280D1D-76A5-4CDC-87AA-0738FDEC180B}" srcId="{9897D2E6-F94B-448B-8BE6-3285E665D56C}" destId="{1D9A273D-1FBC-4DF9-9327-BA236040218D}" srcOrd="0" destOrd="0" parTransId="{0F307B27-365F-4572-9BEA-9980CAE2B7E2}" sibTransId="{D18D3C83-A8F8-4B0F-BBF7-AC3C021C1A87}"/>
    <dgm:cxn modelId="{934F2523-3EDD-4856-8F1E-32AE6EEDE0CE}" srcId="{D24F37B4-0AF7-4F6F-ABF8-8A9141F9BE16}" destId="{4B8BF121-62A4-42D6-8D44-3CD0F5A21956}" srcOrd="0" destOrd="0" parTransId="{CA7C5D69-D6FC-4892-9597-36D34D7B757B}" sibTransId="{0B2F41B0-D65D-4399-A01C-2330905C7F0D}"/>
    <dgm:cxn modelId="{24CA5823-F494-4993-A853-C4C8ED198096}" type="presOf" srcId="{950148CB-A4C6-463D-AF37-AF261141D0EB}" destId="{EA21B7AA-9486-4067-B349-50CE4D95F9B9}" srcOrd="0" destOrd="0" presId="urn:microsoft.com/office/officeart/2008/layout/HorizontalMultiLevelHierarchy"/>
    <dgm:cxn modelId="{802E1424-A759-497C-A5F0-54A5615F3321}" type="presOf" srcId="{B7683DED-10F4-4090-8D51-0CEAF7134D98}" destId="{5E4E42DD-3DC5-4B9C-A797-9F0465C2C0C2}" srcOrd="0" destOrd="0" presId="urn:microsoft.com/office/officeart/2008/layout/HorizontalMultiLevelHierarchy"/>
    <dgm:cxn modelId="{DB72C72A-0153-4D0A-B301-09AE4EBA8D00}" srcId="{8DCCF5A1-F5D2-48CE-BA98-5C85D6801254}" destId="{4C600106-8F02-465B-A4CD-0CBA6ED6368D}" srcOrd="0" destOrd="0" parTransId="{F216DE7E-3334-4222-95FA-227277899B84}" sibTransId="{AC990C1A-D79F-4FD3-A66D-317E3B0924A6}"/>
    <dgm:cxn modelId="{11812D2D-B1B3-45D5-A90D-17B62C27706E}" srcId="{26A7866C-CE89-4BAB-B6B8-421B68991845}" destId="{6583610E-1A7C-4E10-B2E8-E0C19D00B9A0}" srcOrd="0" destOrd="0" parTransId="{B7683DED-10F4-4090-8D51-0CEAF7134D98}" sibTransId="{667C098B-61D3-422E-A1FF-07987E7694DE}"/>
    <dgm:cxn modelId="{A3F5E72D-D184-462B-8342-EFEC35738FEA}" type="presOf" srcId="{6A43294B-A1CB-4D6F-B453-0FF0E5776867}" destId="{CE810C7E-C3EF-4168-95BF-2980E8095076}" srcOrd="1" destOrd="0" presId="urn:microsoft.com/office/officeart/2008/layout/HorizontalMultiLevelHierarchy"/>
    <dgm:cxn modelId="{CE118732-7899-4722-8488-0F9D2CA86A9C}" type="presOf" srcId="{4B8BF121-62A4-42D6-8D44-3CD0F5A21956}" destId="{6C0DA723-208C-456B-8DC0-14BE49161222}" srcOrd="0" destOrd="0" presId="urn:microsoft.com/office/officeart/2008/layout/HorizontalMultiLevelHierarchy"/>
    <dgm:cxn modelId="{91503E33-29BA-4A11-B4C0-B6ABAF059894}" type="presOf" srcId="{C9F7F83B-5B4E-4FAB-A909-C8D85E4AE524}" destId="{1025C237-A869-49AD-9337-1D7407CAC99C}" srcOrd="0" destOrd="0" presId="urn:microsoft.com/office/officeart/2008/layout/HorizontalMultiLevelHierarchy"/>
    <dgm:cxn modelId="{CC976535-82A9-4292-9E6F-E474CC0D4846}" srcId="{6583610E-1A7C-4E10-B2E8-E0C19D00B9A0}" destId="{6C2C6C0D-F038-48BF-A77A-0396757F631F}" srcOrd="0" destOrd="0" parTransId="{B6D3E7F0-AD88-4060-8B97-6B68D288808B}" sibTransId="{C0936F94-6589-4112-96E6-7D66E05D931C}"/>
    <dgm:cxn modelId="{EA34843C-EBCE-450E-9D09-82719DF160E4}" srcId="{07CF0387-B6A7-46F6-8D80-6515DE1A07FD}" destId="{948D3F28-4669-4EC4-923F-385FD3758F7A}" srcOrd="0" destOrd="0" parTransId="{9E50D789-F443-4F87-AABF-21B895119F63}" sibTransId="{B7E079C7-AD44-426C-8A80-C0CA0F1B966F}"/>
    <dgm:cxn modelId="{8F60A53E-8EEA-428B-8B88-1A62A53269F8}" type="presOf" srcId="{1EAAA8DD-4A75-4985-B423-64C84D4EE993}" destId="{37CD627C-8293-4029-B114-AA7B7535644E}" srcOrd="1" destOrd="0" presId="urn:microsoft.com/office/officeart/2008/layout/HorizontalMultiLevelHierarchy"/>
    <dgm:cxn modelId="{0FE9BB40-8654-46A5-A93A-1DD2531F9228}" srcId="{948D3F28-4669-4EC4-923F-385FD3758F7A}" destId="{B7F23F51-714B-4CC5-B895-74511E2C08B0}" srcOrd="0" destOrd="0" parTransId="{F4766236-2E60-4496-BE2D-DDA0A2830C6F}" sibTransId="{2CBA1ACC-13CE-474A-9329-8ADE3D9C29ED}"/>
    <dgm:cxn modelId="{7D19B25C-8BB5-4487-850B-23E698C7B2DD}" type="presOf" srcId="{6A43294B-A1CB-4D6F-B453-0FF0E5776867}" destId="{E43A60A7-9DDF-42B2-A812-4D4F0F75076B}" srcOrd="0" destOrd="0" presId="urn:microsoft.com/office/officeart/2008/layout/HorizontalMultiLevelHierarchy"/>
    <dgm:cxn modelId="{18B5C65D-830A-451F-AFBB-BB9E2C62D200}" type="presOf" srcId="{D2456FFE-F36C-467B-9DE2-B796DD2BB734}" destId="{6E352E3A-D0F9-481B-A998-5B020A8C76CE}" srcOrd="0" destOrd="0" presId="urn:microsoft.com/office/officeart/2008/layout/HorizontalMultiLevelHierarchy"/>
    <dgm:cxn modelId="{6427A05F-EC66-4A4B-943E-C85E41006AA1}" type="presOf" srcId="{6C2C6C0D-F038-48BF-A77A-0396757F631F}" destId="{B4C17056-AF94-4420-AB8F-2D52248DC182}" srcOrd="0" destOrd="0" presId="urn:microsoft.com/office/officeart/2008/layout/HorizontalMultiLevelHierarchy"/>
    <dgm:cxn modelId="{EF8BD842-AC6D-4F55-8B7E-DB90D55A1041}" type="presOf" srcId="{F216DE7E-3334-4222-95FA-227277899B84}" destId="{0B2C3DEE-29F0-4A70-9C19-F3A6568122D1}" srcOrd="0" destOrd="0" presId="urn:microsoft.com/office/officeart/2008/layout/HorizontalMultiLevelHierarchy"/>
    <dgm:cxn modelId="{F2B4FB42-46C9-4522-BA7C-BB8BBF5C3BCD}" type="presOf" srcId="{4C600106-8F02-465B-A4CD-0CBA6ED6368D}" destId="{7BB34EAD-A9D4-4433-82FB-8D85B83831B2}" srcOrd="0" destOrd="0" presId="urn:microsoft.com/office/officeart/2008/layout/HorizontalMultiLevelHierarchy"/>
    <dgm:cxn modelId="{9232DA66-6DBD-4798-8EFC-C5E4B42D99BD}" type="presOf" srcId="{C9F7F83B-5B4E-4FAB-A909-C8D85E4AE524}" destId="{68136AC4-BDD7-4777-A2D7-6110A212B42A}" srcOrd="1" destOrd="0" presId="urn:microsoft.com/office/officeart/2008/layout/HorizontalMultiLevelHierarchy"/>
    <dgm:cxn modelId="{B18DEC67-0299-4388-98EF-CC615B86A57B}" srcId="{D386F11A-1804-40C3-B4C6-97A93DDDA638}" destId="{FCC30B53-80CF-495C-9E37-AE840D0A54E9}" srcOrd="0" destOrd="0" parTransId="{2194B898-C327-4D4E-88DA-2F67F1A8A247}" sibTransId="{E6CB6BCC-2022-4E26-8590-C6A9B6610F55}"/>
    <dgm:cxn modelId="{26C83668-512E-4397-A7A5-D8BDE12EE8E7}" type="presOf" srcId="{DC92EE81-E160-409C-8D57-13731F9F37AC}" destId="{92090F43-5B4E-4749-BCAA-CA724B1D4710}" srcOrd="0" destOrd="0" presId="urn:microsoft.com/office/officeart/2008/layout/HorizontalMultiLevelHierarchy"/>
    <dgm:cxn modelId="{23522F69-C8BE-4FD6-A616-236D03A39A52}" type="presOf" srcId="{0F307B27-365F-4572-9BEA-9980CAE2B7E2}" destId="{E3EB1B03-3487-40DA-947F-CE0DCBC1024C}" srcOrd="0" destOrd="0" presId="urn:microsoft.com/office/officeart/2008/layout/HorizontalMultiLevelHierarchy"/>
    <dgm:cxn modelId="{5A74A74B-78E5-477C-A748-561D6C438ED3}" type="presOf" srcId="{2194B898-C327-4D4E-88DA-2F67F1A8A247}" destId="{3F3348B2-04C2-46F8-8EB7-421170EC45A5}" srcOrd="0" destOrd="0" presId="urn:microsoft.com/office/officeart/2008/layout/HorizontalMultiLevelHierarchy"/>
    <dgm:cxn modelId="{138B706D-6C06-463B-AC37-C16C514A7C85}" type="presOf" srcId="{F4766236-2E60-4496-BE2D-DDA0A2830C6F}" destId="{FED8EC24-646E-4BC6-9059-80111B5EF84C}" srcOrd="1" destOrd="0" presId="urn:microsoft.com/office/officeart/2008/layout/HorizontalMultiLevelHierarchy"/>
    <dgm:cxn modelId="{BC2C5C6E-A545-4B64-BA75-C0DE22AD1431}" type="presOf" srcId="{ACEB4D7F-AA28-40ED-93F7-336EFDA6045B}" destId="{60DB86B8-AB26-4AE4-820F-80100E439A3D}" srcOrd="0" destOrd="0" presId="urn:microsoft.com/office/officeart/2008/layout/HorizontalMultiLevelHierarchy"/>
    <dgm:cxn modelId="{0C656E71-88E8-44B8-9642-FA3660FE67E8}" type="presOf" srcId="{062E7DA8-0F4D-4255-95A1-57CEFA146D1D}" destId="{BF41CCA9-4415-4941-A18B-00E2CD618542}" srcOrd="1" destOrd="0" presId="urn:microsoft.com/office/officeart/2008/layout/HorizontalMultiLevelHierarchy"/>
    <dgm:cxn modelId="{0D5B8351-E886-4594-9806-FF4F116C80B7}" type="presOf" srcId="{1BFF9B2F-01F0-4194-8B16-72C7004F37AD}" destId="{EE83F653-B2FA-4D4B-85D3-D5575E7023AC}" srcOrd="1" destOrd="0" presId="urn:microsoft.com/office/officeart/2008/layout/HorizontalMultiLevelHierarchy"/>
    <dgm:cxn modelId="{245B6D54-6713-4AF5-9519-F09950B48389}" type="presOf" srcId="{948D3F28-4669-4EC4-923F-385FD3758F7A}" destId="{A6BD61BC-4141-400E-ACB2-D57F9AF06952}" srcOrd="0" destOrd="0" presId="urn:microsoft.com/office/officeart/2008/layout/HorizontalMultiLevelHierarchy"/>
    <dgm:cxn modelId="{2C75F674-AA6D-4935-9EDA-95685938A68A}" type="presOf" srcId="{7504140D-134C-4BA2-B28E-EE6998E30577}" destId="{A4C1AF91-0772-401F-B452-1B9FB50D902D}" srcOrd="1" destOrd="0" presId="urn:microsoft.com/office/officeart/2008/layout/HorizontalMultiLevelHierarchy"/>
    <dgm:cxn modelId="{998E8D55-DE0E-4476-861D-9456CC89D733}" type="presOf" srcId="{26A7866C-CE89-4BAB-B6B8-421B68991845}" destId="{8F7C36BE-E589-4461-8F16-778807C0B166}" srcOrd="0" destOrd="0" presId="urn:microsoft.com/office/officeart/2008/layout/HorizontalMultiLevelHierarchy"/>
    <dgm:cxn modelId="{7A057357-6AEB-4349-9371-F299B124EF75}" type="presOf" srcId="{9897D2E6-F94B-448B-8BE6-3285E665D56C}" destId="{0BA20883-AC06-46A2-BDB2-084685A86392}" srcOrd="0" destOrd="0" presId="urn:microsoft.com/office/officeart/2008/layout/HorizontalMultiLevelHierarchy"/>
    <dgm:cxn modelId="{5B71537A-C2F9-423E-A830-FA72A080B4C9}" type="presOf" srcId="{B7F23F51-714B-4CC5-B895-74511E2C08B0}" destId="{62CD0928-6BCA-4D3E-A0AE-B8409B2849FD}" srcOrd="0" destOrd="0" presId="urn:microsoft.com/office/officeart/2008/layout/HorizontalMultiLevelHierarchy"/>
    <dgm:cxn modelId="{5CCC4A7C-1A9F-484F-BD66-A08B422464CB}" type="presOf" srcId="{950148CB-A4C6-463D-AF37-AF261141D0EB}" destId="{46C640A8-4221-49EA-B21F-B4D90F5A805F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A588D787-5F1C-4212-B0AB-E958AD812824}" type="presOf" srcId="{B6140F67-7907-4206-B3F2-799B6774088D}" destId="{3A5EF45C-5D59-4585-B71A-DF482DAE80EE}" srcOrd="0" destOrd="0" presId="urn:microsoft.com/office/officeart/2008/layout/HorizontalMultiLevelHierarchy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1CB16690-93BB-4479-AE3F-C186295FDC19}" type="presOf" srcId="{95289957-C481-46A5-9961-6F007BB5639B}" destId="{73FD337A-6A62-440C-AAA2-FFC3EC6938DE}" srcOrd="0" destOrd="0" presId="urn:microsoft.com/office/officeart/2008/layout/HorizontalMultiLevelHierarchy"/>
    <dgm:cxn modelId="{68DC6492-5C10-4F1E-A8D5-DF911FF2F10A}" srcId="{B2DB83ED-41AF-4BCB-925B-2B612D563F67}" destId="{D24F37B4-0AF7-4F6F-ABF8-8A9141F9BE16}" srcOrd="0" destOrd="0" parTransId="{6CC69F66-5D34-423E-AF5E-53AB5F7CFF70}" sibTransId="{A6A15A12-A559-43CD-8975-B137DC458BB2}"/>
    <dgm:cxn modelId="{66ACE196-D8AC-4CAA-BAAC-2CC78F92D47E}" type="presOf" srcId="{B48D0B44-3110-4378-976A-B95BE2D92E56}" destId="{22F4890B-3AF7-42E3-9465-6D51CBFE7F22}" srcOrd="0" destOrd="0" presId="urn:microsoft.com/office/officeart/2008/layout/HorizontalMultiLevelHierarchy"/>
    <dgm:cxn modelId="{33D68199-F8E0-46B0-A7CC-542115AD342B}" type="presOf" srcId="{D61E1BDC-FFB4-4FDA-9F8F-A2D38A22FC13}" destId="{F7C38909-BE07-464E-834D-BDCFBA258100}" srcOrd="0" destOrd="0" presId="urn:microsoft.com/office/officeart/2008/layout/HorizontalMultiLevelHierarchy"/>
    <dgm:cxn modelId="{F730899A-5EF5-42B2-AED5-1478D710FDA7}" type="presOf" srcId="{5BED75B8-F9CB-4F93-9113-8E17F4221FB1}" destId="{4AB34F3F-5530-4B4A-AD3D-E7353D81C3E6}" srcOrd="1" destOrd="0" presId="urn:microsoft.com/office/officeart/2008/layout/HorizontalMultiLevelHierarchy"/>
    <dgm:cxn modelId="{4C16059C-7D3B-444D-ABA9-60EC9F2D5CD3}" srcId="{4C600106-8F02-465B-A4CD-0CBA6ED6368D}" destId="{EE2C145F-630A-43D4-9DBF-44F891674202}" srcOrd="0" destOrd="0" parTransId="{ACEB4D7F-AA28-40ED-93F7-336EFDA6045B}" sibTransId="{8BC291A3-05A4-4FF9-BCAD-D00951AEA457}"/>
    <dgm:cxn modelId="{DC43749C-CC48-4A77-A0BF-38028526D605}" type="presOf" srcId="{42A41EC5-2025-4CD8-97FA-81FBABC0ADAE}" destId="{AC7A7488-4047-4261-AB4A-0880674A7AEE}" srcOrd="0" destOrd="0" presId="urn:microsoft.com/office/officeart/2008/layout/HorizontalMultiLevelHierarchy"/>
    <dgm:cxn modelId="{519A309D-8076-4AB6-93FC-D4774B046D0F}" type="presOf" srcId="{EE2C145F-630A-43D4-9DBF-44F891674202}" destId="{B2BD390E-5AA1-48EE-BC8C-249D037084F5}" srcOrd="0" destOrd="0" presId="urn:microsoft.com/office/officeart/2008/layout/HorizontalMultiLevelHierarchy"/>
    <dgm:cxn modelId="{27D3429E-D10E-486A-9632-8323ADC7587F}" type="presOf" srcId="{DDE09034-1577-4615-AE7A-187B4C369A9A}" destId="{C3BAA938-E657-4B3A-9C99-A24D140B8CBB}" srcOrd="0" destOrd="0" presId="urn:microsoft.com/office/officeart/2008/layout/HorizontalMultiLevelHierarchy"/>
    <dgm:cxn modelId="{9C8ACBA1-3B7B-41A2-9118-09FFD349F379}" type="presOf" srcId="{43C2C9CE-FB6B-4922-B62F-24129D0D74FE}" destId="{DAE82DBF-0D60-41F0-896E-3650DCF6B75A}" srcOrd="0" destOrd="0" presId="urn:microsoft.com/office/officeart/2008/layout/HorizontalMultiLevelHierarchy"/>
    <dgm:cxn modelId="{4BCD0CA4-EC6B-4A1D-8DE0-F23C8D5F076B}" type="presOf" srcId="{D24F37B4-0AF7-4F6F-ABF8-8A9141F9BE16}" destId="{39579ECC-5A3F-4DBE-B681-3E450FCC0508}" srcOrd="0" destOrd="0" presId="urn:microsoft.com/office/officeart/2008/layout/HorizontalMultiLevelHierarchy"/>
    <dgm:cxn modelId="{ADE696A4-291A-4027-890B-34A59B93B66E}" type="presOf" srcId="{42357B54-A9CE-4816-924C-DF487F79B752}" destId="{FE941F1F-20CA-4C55-B397-5F4B1C4D50F1}" srcOrd="0" destOrd="0" presId="urn:microsoft.com/office/officeart/2008/layout/HorizontalMultiLevelHierarchy"/>
    <dgm:cxn modelId="{80D837A5-25F9-4365-AAD8-36CF747CD761}" type="presOf" srcId="{8DCCF5A1-F5D2-48CE-BA98-5C85D6801254}" destId="{32ACC1F6-D5B9-4CEA-991A-2E04658BD206}" srcOrd="0" destOrd="0" presId="urn:microsoft.com/office/officeart/2008/layout/HorizontalMultiLevelHierarchy"/>
    <dgm:cxn modelId="{DEED8BA7-2136-4F79-8C9C-F71CCF43428F}" type="presOf" srcId="{B64052CB-BE3E-428B-A360-07E8C24CCC0C}" destId="{0B6CCB4A-7225-4330-8D7C-CAD770CEC914}" srcOrd="0" destOrd="0" presId="urn:microsoft.com/office/officeart/2008/layout/HorizontalMultiLevelHierarchy"/>
    <dgm:cxn modelId="{726228AC-08A6-40FF-99BA-EC80F7A7040B}" type="presOf" srcId="{9E50D789-F443-4F87-AABF-21B895119F63}" destId="{FEF38621-C909-48CF-B14E-859997849F5A}" srcOrd="0" destOrd="0" presId="urn:microsoft.com/office/officeart/2008/layout/HorizontalMultiLevelHierarchy"/>
    <dgm:cxn modelId="{B4512CAC-1100-43B7-ABAA-200A78C20EFF}" type="presOf" srcId="{D2456FFE-F36C-467B-9DE2-B796DD2BB734}" destId="{528AD2A8-E3A7-4DC2-821F-0125D89457A2}" srcOrd="1" destOrd="0" presId="urn:microsoft.com/office/officeart/2008/layout/HorizontalMultiLevelHierarchy"/>
    <dgm:cxn modelId="{BF7C1CAD-35B8-4491-BFCC-CC1749C38F90}" type="presOf" srcId="{8227352B-B68B-42C2-86D3-836F3AECFF93}" destId="{F9485734-481E-4A53-B2D5-97F403D795A0}" srcOrd="0" destOrd="0" presId="urn:microsoft.com/office/officeart/2008/layout/HorizontalMultiLevelHierarchy"/>
    <dgm:cxn modelId="{413221B1-C1E0-48BB-901E-95C5E6D2D899}" srcId="{F8A4306D-2EA6-4060-9C81-584FC924A72D}" destId="{43C2C9CE-FB6B-4922-B62F-24129D0D74FE}" srcOrd="4" destOrd="0" parTransId="{062E7DA8-0F4D-4255-95A1-57CEFA146D1D}" sibTransId="{C182848E-C2F4-4CEA-ACAA-6EAAFCE1EE4B}"/>
    <dgm:cxn modelId="{A444C3B1-2530-4346-9DAD-0559A7391CA4}" type="presOf" srcId="{6CC69F66-5D34-423E-AF5E-53AB5F7CFF70}" destId="{FCB80174-977E-4FDC-A16B-7D1437C183F2}" srcOrd="1" destOrd="0" presId="urn:microsoft.com/office/officeart/2008/layout/HorizontalMultiLevelHierarchy"/>
    <dgm:cxn modelId="{023B52B8-B7B0-4D38-BD78-3FA137DC7661}" type="presOf" srcId="{F216DE7E-3334-4222-95FA-227277899B84}" destId="{D0460D2A-98B4-4457-AD5C-1B61D4B2581C}" srcOrd="1" destOrd="0" presId="urn:microsoft.com/office/officeart/2008/layout/HorizontalMultiLevelHierarchy"/>
    <dgm:cxn modelId="{A69D8DBB-64D2-46B5-A923-8E0F33B33A47}" type="presOf" srcId="{95289957-C481-46A5-9961-6F007BB5639B}" destId="{294E2E05-8EB0-4855-9461-40F75FEB5DB8}" srcOrd="1" destOrd="0" presId="urn:microsoft.com/office/officeart/2008/layout/HorizontalMultiLevelHierarchy"/>
    <dgm:cxn modelId="{98BEA3BE-6CE0-4ED8-A014-C0218D443437}" type="presOf" srcId="{8BE22E42-DB0A-4790-87BD-8B0CEA94CA04}" destId="{FA624BE1-9ACC-4E7D-9F6D-BDD9E6D78BF6}" srcOrd="0" destOrd="0" presId="urn:microsoft.com/office/officeart/2008/layout/HorizontalMultiLevelHierarchy"/>
    <dgm:cxn modelId="{8FD07BC0-A0C7-4E0D-94E6-97B27C95F55A}" type="presOf" srcId="{B14A0311-5726-4475-9E53-85C836AFC92C}" destId="{A3CE5435-1141-42DD-980C-414E23182890}" srcOrd="0" destOrd="0" presId="urn:microsoft.com/office/officeart/2008/layout/HorizontalMultiLevelHierarchy"/>
    <dgm:cxn modelId="{B1455EC1-7D7A-407B-A805-20471EBCC547}" type="presOf" srcId="{D61E1BDC-FFB4-4FDA-9F8F-A2D38A22FC13}" destId="{2D59348E-CC92-4EDA-8DAB-F0153DE00DFE}" srcOrd="1" destOrd="0" presId="urn:microsoft.com/office/officeart/2008/layout/HorizontalMultiLevelHierarchy"/>
    <dgm:cxn modelId="{718AC3C1-AA7E-424B-86A0-0F3793C78AB5}" type="presOf" srcId="{1BFF9B2F-01F0-4194-8B16-72C7004F37AD}" destId="{88664CCB-9214-4D82-86B3-EFDDCFEAF4FB}" srcOrd="0" destOrd="0" presId="urn:microsoft.com/office/officeart/2008/layout/HorizontalMultiLevelHierarchy"/>
    <dgm:cxn modelId="{58F0F8C2-D226-42E1-9AA8-217CF130F388}" srcId="{F8A4306D-2EA6-4060-9C81-584FC924A72D}" destId="{63A13E15-030F-42B2-A010-CCBD43D5DA68}" srcOrd="8" destOrd="0" parTransId="{1BFF9B2F-01F0-4194-8B16-72C7004F37AD}" sibTransId="{9858371F-9E0A-4784-A4B7-F1D338663087}"/>
    <dgm:cxn modelId="{629499C5-E278-4881-818E-7314B6A9983D}" srcId="{DDE09034-1577-4615-AE7A-187B4C369A9A}" destId="{B48D0B44-3110-4378-976A-B95BE2D92E56}" srcOrd="0" destOrd="0" parTransId="{7504140D-134C-4BA2-B28E-EE6998E30577}" sibTransId="{E4E64A70-C914-4971-866C-CBF9CF78163D}"/>
    <dgm:cxn modelId="{BD5A72C6-B917-4F01-9691-FDBD9FC7A761}" type="presOf" srcId="{63A13E15-030F-42B2-A010-CCBD43D5DA68}" destId="{93341C07-B5F1-4CC7-BB14-0920D0E784AE}" srcOrd="0" destOrd="0" presId="urn:microsoft.com/office/officeart/2008/layout/HorizontalMultiLevelHierarchy"/>
    <dgm:cxn modelId="{02C9A3C8-2C99-4714-8017-C6B6BA335B7C}" type="presOf" srcId="{2194B898-C327-4D4E-88DA-2F67F1A8A247}" destId="{0C90F4FC-85D3-4791-86E5-D9986B869FC4}" srcOrd="1" destOrd="0" presId="urn:microsoft.com/office/officeart/2008/layout/HorizontalMultiLevelHierarchy"/>
    <dgm:cxn modelId="{F38D40C9-12B5-4D1A-8921-F6A959055FB5}" type="presOf" srcId="{F4766236-2E60-4496-BE2D-DDA0A2830C6F}" destId="{31F36AA4-DD88-458F-818F-4B4E19268883}" srcOrd="0" destOrd="0" presId="urn:microsoft.com/office/officeart/2008/layout/HorizontalMultiLevelHierarchy"/>
    <dgm:cxn modelId="{75EB11CA-2C06-4051-975E-3F4F2A514446}" type="presOf" srcId="{F8A4306D-2EA6-4060-9C81-584FC924A72D}" destId="{1A8C8775-11A9-4910-9DB9-4ADDC072442C}" srcOrd="0" destOrd="0" presId="urn:microsoft.com/office/officeart/2008/layout/HorizontalMultiLevelHierarchy"/>
    <dgm:cxn modelId="{8ED71DCA-E359-473B-BDBF-322A15849C5F}" type="presOf" srcId="{B6D3E7F0-AD88-4060-8B97-6B68D288808B}" destId="{E66A7893-53DE-4C20-97F3-42A6AE3BBEA4}" srcOrd="0" destOrd="0" presId="urn:microsoft.com/office/officeart/2008/layout/HorizontalMultiLevelHierarchy"/>
    <dgm:cxn modelId="{1F244DD0-6F11-4DE9-9EBE-45D1EAAEB4F9}" type="presOf" srcId="{A6FDB82A-259F-423A-8A53-30F7942AB2B3}" destId="{8885D25F-0ABF-4D46-84B4-00F0133DAEEC}" srcOrd="1" destOrd="0" presId="urn:microsoft.com/office/officeart/2008/layout/HorizontalMultiLevelHierarchy"/>
    <dgm:cxn modelId="{118C60D3-3C8A-4BB8-A415-DB04C84B68D7}" type="presOf" srcId="{A6FDB82A-259F-423A-8A53-30F7942AB2B3}" destId="{5C95B02D-F837-46A9-85F9-5F6D834B3855}" srcOrd="0" destOrd="0" presId="urn:microsoft.com/office/officeart/2008/layout/HorizontalMultiLevelHierarchy"/>
    <dgm:cxn modelId="{6AB0E6D3-2D72-49CB-922F-F7DDFB3412B7}" srcId="{FCC30B53-80CF-495C-9E37-AE840D0A54E9}" destId="{B64052CB-BE3E-428B-A360-07E8C24CCC0C}" srcOrd="0" destOrd="0" parTransId="{5F7CA2C7-BF1C-4D92-89BB-913C3FE228D5}" sibTransId="{CE60FCFB-AB6D-4ED9-A6F3-913846F31EFC}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9495F7D6-AEC6-4E6F-A220-F7125D08A37C}" srcId="{43C2C9CE-FB6B-4922-B62F-24129D0D74FE}" destId="{4074F581-04AF-4A88-A2B9-58FB6E5254C1}" srcOrd="0" destOrd="0" parTransId="{D2456FFE-F36C-467B-9DE2-B796DD2BB734}" sibTransId="{5694B169-6083-4CE6-ADB0-3AD806D47EA4}"/>
    <dgm:cxn modelId="{C217C7D7-8AB2-4CC4-979C-D32A5962051D}" type="presOf" srcId="{6583610E-1A7C-4E10-B2E8-E0C19D00B9A0}" destId="{6F6144C2-8CC6-4AA7-AF21-168289CF647E}" srcOrd="0" destOrd="0" presId="urn:microsoft.com/office/officeart/2008/layout/HorizontalMultiLevelHierarchy"/>
    <dgm:cxn modelId="{54278CD8-4397-4099-8F50-EFE573D5200E}" srcId="{F8A4306D-2EA6-4060-9C81-584FC924A72D}" destId="{B2DB83ED-41AF-4BCB-925B-2B612D563F67}" srcOrd="5" destOrd="0" parTransId="{D61E1BDC-FFB4-4FDA-9F8F-A2D38A22FC13}" sibTransId="{C5BE9560-3EDF-4CB5-9220-16F25EFEC07F}"/>
    <dgm:cxn modelId="{731FAED9-9D9D-4C93-84DA-526E36704AC0}" type="presOf" srcId="{5BED75B8-F9CB-4F93-9113-8E17F4221FB1}" destId="{2AEE0977-4A75-4059-821D-B21488B2EDD3}" srcOrd="0" destOrd="0" presId="urn:microsoft.com/office/officeart/2008/layout/HorizontalMultiLevelHierarchy"/>
    <dgm:cxn modelId="{3A5EDFDB-4B7B-465C-B6F8-5BE63E03B313}" srcId="{B48D0B44-3110-4378-976A-B95BE2D92E56}" destId="{8227352B-B68B-42C2-86D3-836F3AECFF93}" srcOrd="0" destOrd="0" parTransId="{95289957-C481-46A5-9961-6F007BB5639B}" sibTransId="{14560264-AD83-4BCC-9AEA-6CB17DDC4BBE}"/>
    <dgm:cxn modelId="{43015CDE-F363-43A2-9EA6-5EA3D0FFB5E2}" type="presOf" srcId="{1D9A273D-1FBC-4DF9-9327-BA236040218D}" destId="{FBC4DB25-4C66-409B-8343-CDA5C3416EF5}" srcOrd="0" destOrd="0" presId="urn:microsoft.com/office/officeart/2008/layout/HorizontalMultiLevelHierarchy"/>
    <dgm:cxn modelId="{B4D8B9DE-DF9B-4124-9934-B01FAF883BBE}" srcId="{4074F581-04AF-4A88-A2B9-58FB6E5254C1}" destId="{B14A0311-5726-4475-9E53-85C836AFC92C}" srcOrd="0" destOrd="0" parTransId="{42357B54-A9CE-4816-924C-DF487F79B752}" sibTransId="{D7D8E9BB-9A19-4692-8484-01876E384CB8}"/>
    <dgm:cxn modelId="{58B743DF-8ABD-4AF2-AED4-796CB412BC84}" type="presOf" srcId="{7504140D-134C-4BA2-B28E-EE6998E30577}" destId="{41991A70-5495-4DA6-ADF1-52AE3035041A}" srcOrd="0" destOrd="0" presId="urn:microsoft.com/office/officeart/2008/layout/HorizontalMultiLevelHierarchy"/>
    <dgm:cxn modelId="{61583BE3-2472-4095-9EC0-EAC0BA6DC7C4}" type="presOf" srcId="{42357B54-A9CE-4816-924C-DF487F79B752}" destId="{FF359B89-0B39-4CE3-93E2-CD1A931C3CEA}" srcOrd="1" destOrd="0" presId="urn:microsoft.com/office/officeart/2008/layout/HorizontalMultiLevelHierarchy"/>
    <dgm:cxn modelId="{A16B54E4-52D9-418F-859C-64C0161163C0}" type="presOf" srcId="{B7683DED-10F4-4090-8D51-0CEAF7134D98}" destId="{D8B29C5C-0816-4F81-865B-7EB6704402BF}" srcOrd="1" destOrd="0" presId="urn:microsoft.com/office/officeart/2008/layout/HorizontalMultiLevelHierarchy"/>
    <dgm:cxn modelId="{2AD754E5-301F-45F7-9CB2-05365D7CCCD6}" type="presOf" srcId="{FCC30B53-80CF-495C-9E37-AE840D0A54E9}" destId="{0D1B3F7F-30ED-4F6C-931F-D0F75EB516EC}" srcOrd="0" destOrd="0" presId="urn:microsoft.com/office/officeart/2008/layout/HorizontalMultiLevelHierarchy"/>
    <dgm:cxn modelId="{D58E95E5-74A6-4F2B-9927-F31EE868FF3B}" type="presOf" srcId="{6CC69F66-5D34-423E-AF5E-53AB5F7CFF70}" destId="{4D78C0FD-C85D-44AE-95F1-5625C530C688}" srcOrd="0" destOrd="0" presId="urn:microsoft.com/office/officeart/2008/layout/HorizontalMultiLevelHierarchy"/>
    <dgm:cxn modelId="{725673E6-1177-4AD0-9437-B55FFDB5D74D}" type="presOf" srcId="{07CF0387-B6A7-46F6-8D80-6515DE1A07FD}" destId="{F79FB1EC-FF45-40C7-BCB6-021087AEF7A4}" srcOrd="0" destOrd="0" presId="urn:microsoft.com/office/officeart/2008/layout/HorizontalMultiLevelHierarchy"/>
    <dgm:cxn modelId="{733D9CE7-C169-48F1-8963-A51A6814B4AD}" type="presOf" srcId="{4074F581-04AF-4A88-A2B9-58FB6E5254C1}" destId="{A84F1D51-BB5A-4796-9230-3A120D891569}" srcOrd="0" destOrd="0" presId="urn:microsoft.com/office/officeart/2008/layout/HorizontalMultiLevelHierarchy"/>
    <dgm:cxn modelId="{30B938E9-C321-4342-907C-58C985811210}" type="presOf" srcId="{0F307B27-365F-4572-9BEA-9980CAE2B7E2}" destId="{AB6BADEB-E717-4F4C-8BB1-05E739A15FD2}" srcOrd="1" destOrd="0" presId="urn:microsoft.com/office/officeart/2008/layout/HorizontalMultiLevelHierarchy"/>
    <dgm:cxn modelId="{85B2D9ED-02F6-4DB4-95FE-39536BA810F1}" type="presOf" srcId="{B2DB83ED-41AF-4BCB-925B-2B612D563F67}" destId="{FDF91A2A-2A66-4C6C-A86A-CDF4326DA8EE}" srcOrd="0" destOrd="0" presId="urn:microsoft.com/office/officeart/2008/layout/HorizontalMultiLevelHierarchy"/>
    <dgm:cxn modelId="{CDD5B8EE-0A02-4A89-97B8-A4CF717D7EE3}" type="presOf" srcId="{CA7C5D69-D6FC-4892-9597-36D34D7B757B}" destId="{7B24AA88-93EC-4ACD-A3A2-F98FFA8C9C81}" srcOrd="0" destOrd="0" presId="urn:microsoft.com/office/officeart/2008/layout/HorizontalMultiLevelHierarchy"/>
    <dgm:cxn modelId="{1C3D26F0-C8C4-4F91-85C1-B285DC7DEF4F}" type="presOf" srcId="{D386F11A-1804-40C3-B4C6-97A93DDDA638}" destId="{B2ADA6F2-50C6-4A88-AAA9-37F38027290A}" srcOrd="0" destOrd="0" presId="urn:microsoft.com/office/officeart/2008/layout/HorizontalMultiLevelHierarchy"/>
    <dgm:cxn modelId="{DF212AF1-0AAB-4A60-9BA0-9EE435F9EA24}" type="presOf" srcId="{CA7C5D69-D6FC-4892-9597-36D34D7B757B}" destId="{8356AC79-2EF4-49C1-9BE8-D778171D8DF5}" srcOrd="1" destOrd="0" presId="urn:microsoft.com/office/officeart/2008/layout/HorizontalMultiLevelHierarchy"/>
    <dgm:cxn modelId="{90ACA8F1-75A4-4D9D-9A1A-4DE332DF7290}" srcId="{F8A4306D-2EA6-4060-9C81-584FC924A72D}" destId="{DDE09034-1577-4615-AE7A-187B4C369A9A}" srcOrd="6" destOrd="0" parTransId="{950148CB-A4C6-463D-AF37-AF261141D0EB}" sibTransId="{AF13E3D2-1026-4758-91E6-17B3CBDCA8B8}"/>
    <dgm:cxn modelId="{8A2A95F4-BD49-4E3D-A299-882E56EA255D}" type="presOf" srcId="{1EAAA8DD-4A75-4985-B423-64C84D4EE993}" destId="{F31F3F23-7C72-452A-ADC8-1CB2C7B14B46}" srcOrd="0" destOrd="0" presId="urn:microsoft.com/office/officeart/2008/layout/HorizontalMultiLevelHierarchy"/>
    <dgm:cxn modelId="{143CA2F5-5CAA-4224-A0AB-F8272042E4D4}" type="presOf" srcId="{402FF5D2-6E69-442B-87ED-AF119AB98C9A}" destId="{E7448DA2-ABEA-4A21-9757-53D581D7F3FD}" srcOrd="0" destOrd="0" presId="urn:microsoft.com/office/officeart/2008/layout/HorizontalMultiLevelHierarchy"/>
    <dgm:cxn modelId="{70D171F8-D1F6-45D1-9125-81CCDAAAE8EB}" type="presOf" srcId="{B6D3E7F0-AD88-4060-8B97-6B68D288808B}" destId="{CCFCC316-DBF4-40CD-AB29-B3F58DFFD053}" srcOrd="1" destOrd="0" presId="urn:microsoft.com/office/officeart/2008/layout/HorizontalMultiLevelHierarchy"/>
    <dgm:cxn modelId="{4A522EFF-760E-42F4-9213-6C4EDC83A73A}" type="presOf" srcId="{402FF5D2-6E69-442B-87ED-AF119AB98C9A}" destId="{E3D0D3B2-09CA-4905-A15A-B5077E79086E}" srcOrd="1" destOrd="0" presId="urn:microsoft.com/office/officeart/2008/layout/HorizontalMultiLevelHierarchy"/>
    <dgm:cxn modelId="{7B31CDDD-29F6-496D-8866-DEDAA341F39A}" type="presParOf" srcId="{AB769FB9-81B7-4D88-8E0E-4605BD1B277C}" destId="{4EC09F46-69D8-4EC8-A3FD-B9943A6C53ED}" srcOrd="0" destOrd="0" presId="urn:microsoft.com/office/officeart/2008/layout/HorizontalMultiLevelHierarchy"/>
    <dgm:cxn modelId="{931D1ADD-6412-4D6D-9197-84C7BAA94E1E}" type="presParOf" srcId="{4EC09F46-69D8-4EC8-A3FD-B9943A6C53ED}" destId="{1A8C8775-11A9-4910-9DB9-4ADDC072442C}" srcOrd="0" destOrd="0" presId="urn:microsoft.com/office/officeart/2008/layout/HorizontalMultiLevelHierarchy"/>
    <dgm:cxn modelId="{1A26CC88-3D7D-4872-8862-C2CB847815C7}" type="presParOf" srcId="{4EC09F46-69D8-4EC8-A3FD-B9943A6C53ED}" destId="{15760790-9539-44A9-A52D-58AB584996E5}" srcOrd="1" destOrd="0" presId="urn:microsoft.com/office/officeart/2008/layout/HorizontalMultiLevelHierarchy"/>
    <dgm:cxn modelId="{ED1D8BF4-ADB0-4F3B-821F-B921B120EC51}" type="presParOf" srcId="{15760790-9539-44A9-A52D-58AB584996E5}" destId="{92090F43-5B4E-4749-BCAA-CA724B1D4710}" srcOrd="0" destOrd="0" presId="urn:microsoft.com/office/officeart/2008/layout/HorizontalMultiLevelHierarchy"/>
    <dgm:cxn modelId="{20459A26-3122-493D-9B98-D929CBB2FBD1}" type="presParOf" srcId="{92090F43-5B4E-4749-BCAA-CA724B1D4710}" destId="{81E432F6-3EF7-4549-811C-B578FA37B5ED}" srcOrd="0" destOrd="0" presId="urn:microsoft.com/office/officeart/2008/layout/HorizontalMultiLevelHierarchy"/>
    <dgm:cxn modelId="{C091C564-E154-4843-99D6-D053CA31F954}" type="presParOf" srcId="{15760790-9539-44A9-A52D-58AB584996E5}" destId="{72B2EE92-AB90-4A5C-9510-488C5A769220}" srcOrd="1" destOrd="0" presId="urn:microsoft.com/office/officeart/2008/layout/HorizontalMultiLevelHierarchy"/>
    <dgm:cxn modelId="{AF1F6E7B-299F-4C44-8740-C63CA3D935BC}" type="presParOf" srcId="{72B2EE92-AB90-4A5C-9510-488C5A769220}" destId="{B2ADA6F2-50C6-4A88-AAA9-37F38027290A}" srcOrd="0" destOrd="0" presId="urn:microsoft.com/office/officeart/2008/layout/HorizontalMultiLevelHierarchy"/>
    <dgm:cxn modelId="{1B486CF3-DE06-4FCD-9EC8-058A6FD1CA5D}" type="presParOf" srcId="{72B2EE92-AB90-4A5C-9510-488C5A769220}" destId="{FCCA6175-AB58-4D81-9EEF-6F7407CF7161}" srcOrd="1" destOrd="0" presId="urn:microsoft.com/office/officeart/2008/layout/HorizontalMultiLevelHierarchy"/>
    <dgm:cxn modelId="{321992E8-F1FE-43ED-8FE1-AC89996B9E88}" type="presParOf" srcId="{FCCA6175-AB58-4D81-9EEF-6F7407CF7161}" destId="{3F3348B2-04C2-46F8-8EB7-421170EC45A5}" srcOrd="0" destOrd="0" presId="urn:microsoft.com/office/officeart/2008/layout/HorizontalMultiLevelHierarchy"/>
    <dgm:cxn modelId="{702BD446-1588-43FD-940C-B79044B28935}" type="presParOf" srcId="{3F3348B2-04C2-46F8-8EB7-421170EC45A5}" destId="{0C90F4FC-85D3-4791-86E5-D9986B869FC4}" srcOrd="0" destOrd="0" presId="urn:microsoft.com/office/officeart/2008/layout/HorizontalMultiLevelHierarchy"/>
    <dgm:cxn modelId="{7CA45952-6A9F-404E-A354-B6098620310F}" type="presParOf" srcId="{FCCA6175-AB58-4D81-9EEF-6F7407CF7161}" destId="{B94510B3-BBC4-4774-8283-7091DF1C7CF7}" srcOrd="1" destOrd="0" presId="urn:microsoft.com/office/officeart/2008/layout/HorizontalMultiLevelHierarchy"/>
    <dgm:cxn modelId="{7230A089-E6E2-4682-8840-EDE4E00DA05F}" type="presParOf" srcId="{B94510B3-BBC4-4774-8283-7091DF1C7CF7}" destId="{0D1B3F7F-30ED-4F6C-931F-D0F75EB516EC}" srcOrd="0" destOrd="0" presId="urn:microsoft.com/office/officeart/2008/layout/HorizontalMultiLevelHierarchy"/>
    <dgm:cxn modelId="{0857D8B0-A78E-449A-8567-B0857984120C}" type="presParOf" srcId="{B94510B3-BBC4-4774-8283-7091DF1C7CF7}" destId="{D9250867-03C7-4A5E-AC1C-B73262C6F20F}" srcOrd="1" destOrd="0" presId="urn:microsoft.com/office/officeart/2008/layout/HorizontalMultiLevelHierarchy"/>
    <dgm:cxn modelId="{330A9B49-94F8-41FB-85E2-23A551A326BB}" type="presParOf" srcId="{D9250867-03C7-4A5E-AC1C-B73262C6F20F}" destId="{A127D93A-C082-4168-98F1-0A3741E23D2D}" srcOrd="0" destOrd="0" presId="urn:microsoft.com/office/officeart/2008/layout/HorizontalMultiLevelHierarchy"/>
    <dgm:cxn modelId="{094144D2-B0C2-4AB6-BC4B-4877591F31F3}" type="presParOf" srcId="{A127D93A-C082-4168-98F1-0A3741E23D2D}" destId="{7588EB7B-8CD0-4D95-A555-6D9BAA0DAB7D}" srcOrd="0" destOrd="0" presId="urn:microsoft.com/office/officeart/2008/layout/HorizontalMultiLevelHierarchy"/>
    <dgm:cxn modelId="{0547A39F-984A-4620-85F8-94A93D7D2C15}" type="presParOf" srcId="{D9250867-03C7-4A5E-AC1C-B73262C6F20F}" destId="{42D1C9A8-B1E9-46B1-9851-8F605CD35EB7}" srcOrd="1" destOrd="0" presId="urn:microsoft.com/office/officeart/2008/layout/HorizontalMultiLevelHierarchy"/>
    <dgm:cxn modelId="{675B1B56-82E9-4204-8B61-53F5A82709AF}" type="presParOf" srcId="{42D1C9A8-B1E9-46B1-9851-8F605CD35EB7}" destId="{0B6CCB4A-7225-4330-8D7C-CAD770CEC914}" srcOrd="0" destOrd="0" presId="urn:microsoft.com/office/officeart/2008/layout/HorizontalMultiLevelHierarchy"/>
    <dgm:cxn modelId="{11FEEB99-9561-4748-A7BB-EC21D6611CFC}" type="presParOf" srcId="{42D1C9A8-B1E9-46B1-9851-8F605CD35EB7}" destId="{6AEA6B9D-B290-471D-A07D-D3A27FE028C8}" srcOrd="1" destOrd="0" presId="urn:microsoft.com/office/officeart/2008/layout/HorizontalMultiLevelHierarchy"/>
    <dgm:cxn modelId="{661836E7-B9EB-4801-9055-F7CCE17002F5}" type="presParOf" srcId="{15760790-9539-44A9-A52D-58AB584996E5}" destId="{F31F3F23-7C72-452A-ADC8-1CB2C7B14B46}" srcOrd="2" destOrd="0" presId="urn:microsoft.com/office/officeart/2008/layout/HorizontalMultiLevelHierarchy"/>
    <dgm:cxn modelId="{48A001BF-4E7D-4AAB-95F6-6344778C122C}" type="presParOf" srcId="{F31F3F23-7C72-452A-ADC8-1CB2C7B14B46}" destId="{37CD627C-8293-4029-B114-AA7B7535644E}" srcOrd="0" destOrd="0" presId="urn:microsoft.com/office/officeart/2008/layout/HorizontalMultiLevelHierarchy"/>
    <dgm:cxn modelId="{0C71DD39-A0E5-443C-A2F6-F268BBD00C47}" type="presParOf" srcId="{15760790-9539-44A9-A52D-58AB584996E5}" destId="{81987734-CB8C-4533-9770-A4DA592EF4DF}" srcOrd="3" destOrd="0" presId="urn:microsoft.com/office/officeart/2008/layout/HorizontalMultiLevelHierarchy"/>
    <dgm:cxn modelId="{2C3C12C8-083D-4034-A7A6-1CB9B5D534A5}" type="presParOf" srcId="{81987734-CB8C-4533-9770-A4DA592EF4DF}" destId="{8F7C36BE-E589-4461-8F16-778807C0B166}" srcOrd="0" destOrd="0" presId="urn:microsoft.com/office/officeart/2008/layout/HorizontalMultiLevelHierarchy"/>
    <dgm:cxn modelId="{72FD350F-A4C8-40D3-9527-933DFDF41814}" type="presParOf" srcId="{81987734-CB8C-4533-9770-A4DA592EF4DF}" destId="{3820E890-198B-4C85-958B-050818C8959F}" srcOrd="1" destOrd="0" presId="urn:microsoft.com/office/officeart/2008/layout/HorizontalMultiLevelHierarchy"/>
    <dgm:cxn modelId="{DA195388-C951-4119-9EA8-9EDEE5F5590D}" type="presParOf" srcId="{3820E890-198B-4C85-958B-050818C8959F}" destId="{5E4E42DD-3DC5-4B9C-A797-9F0465C2C0C2}" srcOrd="0" destOrd="0" presId="urn:microsoft.com/office/officeart/2008/layout/HorizontalMultiLevelHierarchy"/>
    <dgm:cxn modelId="{6DEEDA32-1310-4FCB-B567-7195FF40174E}" type="presParOf" srcId="{5E4E42DD-3DC5-4B9C-A797-9F0465C2C0C2}" destId="{D8B29C5C-0816-4F81-865B-7EB6704402BF}" srcOrd="0" destOrd="0" presId="urn:microsoft.com/office/officeart/2008/layout/HorizontalMultiLevelHierarchy"/>
    <dgm:cxn modelId="{0C7285D3-CB62-4EBE-A6A5-443C9BB1AEA2}" type="presParOf" srcId="{3820E890-198B-4C85-958B-050818C8959F}" destId="{9021E3EC-0051-4559-A960-AB02ED1D8C43}" srcOrd="1" destOrd="0" presId="urn:microsoft.com/office/officeart/2008/layout/HorizontalMultiLevelHierarchy"/>
    <dgm:cxn modelId="{D2A85F77-5F9B-44D3-81F3-8CA25655A741}" type="presParOf" srcId="{9021E3EC-0051-4559-A960-AB02ED1D8C43}" destId="{6F6144C2-8CC6-4AA7-AF21-168289CF647E}" srcOrd="0" destOrd="0" presId="urn:microsoft.com/office/officeart/2008/layout/HorizontalMultiLevelHierarchy"/>
    <dgm:cxn modelId="{2AB01C07-9EF8-4F45-A14B-AEDFA76D3677}" type="presParOf" srcId="{9021E3EC-0051-4559-A960-AB02ED1D8C43}" destId="{DBCBC2FA-183D-4AC0-BA7A-238300C608E2}" srcOrd="1" destOrd="0" presId="urn:microsoft.com/office/officeart/2008/layout/HorizontalMultiLevelHierarchy"/>
    <dgm:cxn modelId="{A415C809-80D4-4B5E-8BC6-75D8F5679617}" type="presParOf" srcId="{DBCBC2FA-183D-4AC0-BA7A-238300C608E2}" destId="{E66A7893-53DE-4C20-97F3-42A6AE3BBEA4}" srcOrd="0" destOrd="0" presId="urn:microsoft.com/office/officeart/2008/layout/HorizontalMultiLevelHierarchy"/>
    <dgm:cxn modelId="{4413C96A-ADE7-4FD3-9B84-9F0911649003}" type="presParOf" srcId="{E66A7893-53DE-4C20-97F3-42A6AE3BBEA4}" destId="{CCFCC316-DBF4-40CD-AB29-B3F58DFFD053}" srcOrd="0" destOrd="0" presId="urn:microsoft.com/office/officeart/2008/layout/HorizontalMultiLevelHierarchy"/>
    <dgm:cxn modelId="{9A11B212-F413-4791-8353-61E74E7FE825}" type="presParOf" srcId="{DBCBC2FA-183D-4AC0-BA7A-238300C608E2}" destId="{0EE56E90-DAD1-421C-8338-2EF21C3A506E}" srcOrd="1" destOrd="0" presId="urn:microsoft.com/office/officeart/2008/layout/HorizontalMultiLevelHierarchy"/>
    <dgm:cxn modelId="{D0B88BC8-258D-4E29-B9CF-EE184B2525CE}" type="presParOf" srcId="{0EE56E90-DAD1-421C-8338-2EF21C3A506E}" destId="{B4C17056-AF94-4420-AB8F-2D52248DC182}" srcOrd="0" destOrd="0" presId="urn:microsoft.com/office/officeart/2008/layout/HorizontalMultiLevelHierarchy"/>
    <dgm:cxn modelId="{5931E745-D8E1-4659-909B-FE85841222C5}" type="presParOf" srcId="{0EE56E90-DAD1-421C-8338-2EF21C3A506E}" destId="{1AA6312F-4947-40C0-B2BE-707601400B52}" srcOrd="1" destOrd="0" presId="urn:microsoft.com/office/officeart/2008/layout/HorizontalMultiLevelHierarchy"/>
    <dgm:cxn modelId="{3368C8D7-B94B-4576-864D-BEC051084FC8}" type="presParOf" srcId="{15760790-9539-44A9-A52D-58AB584996E5}" destId="{E43A60A7-9DDF-42B2-A812-4D4F0F75076B}" srcOrd="4" destOrd="0" presId="urn:microsoft.com/office/officeart/2008/layout/HorizontalMultiLevelHierarchy"/>
    <dgm:cxn modelId="{0232F794-6B1A-47AB-B0A1-1A600538D6E3}" type="presParOf" srcId="{E43A60A7-9DDF-42B2-A812-4D4F0F75076B}" destId="{CE810C7E-C3EF-4168-95BF-2980E8095076}" srcOrd="0" destOrd="0" presId="urn:microsoft.com/office/officeart/2008/layout/HorizontalMultiLevelHierarchy"/>
    <dgm:cxn modelId="{54C21307-9823-401A-8408-1026D2E75D13}" type="presParOf" srcId="{15760790-9539-44A9-A52D-58AB584996E5}" destId="{2FDCB53E-1839-42F6-B7BD-BFFEEA57B5F0}" srcOrd="5" destOrd="0" presId="urn:microsoft.com/office/officeart/2008/layout/HorizontalMultiLevelHierarchy"/>
    <dgm:cxn modelId="{11353AA0-656C-469D-BE86-4FF28A967E9A}" type="presParOf" srcId="{2FDCB53E-1839-42F6-B7BD-BFFEEA57B5F0}" destId="{32ACC1F6-D5B9-4CEA-991A-2E04658BD206}" srcOrd="0" destOrd="0" presId="urn:microsoft.com/office/officeart/2008/layout/HorizontalMultiLevelHierarchy"/>
    <dgm:cxn modelId="{CFAEC3B2-CFD3-4579-A970-2C3E588A4D67}" type="presParOf" srcId="{2FDCB53E-1839-42F6-B7BD-BFFEEA57B5F0}" destId="{B74E96B9-7929-453A-8253-F93A52E48265}" srcOrd="1" destOrd="0" presId="urn:microsoft.com/office/officeart/2008/layout/HorizontalMultiLevelHierarchy"/>
    <dgm:cxn modelId="{0FC51E9B-3CDF-4D89-8749-A9A41A6EEE4B}" type="presParOf" srcId="{B74E96B9-7929-453A-8253-F93A52E48265}" destId="{0B2C3DEE-29F0-4A70-9C19-F3A6568122D1}" srcOrd="0" destOrd="0" presId="urn:microsoft.com/office/officeart/2008/layout/HorizontalMultiLevelHierarchy"/>
    <dgm:cxn modelId="{DED022CE-5E79-4CF0-AD2A-F45AFEB3F710}" type="presParOf" srcId="{0B2C3DEE-29F0-4A70-9C19-F3A6568122D1}" destId="{D0460D2A-98B4-4457-AD5C-1B61D4B2581C}" srcOrd="0" destOrd="0" presId="urn:microsoft.com/office/officeart/2008/layout/HorizontalMultiLevelHierarchy"/>
    <dgm:cxn modelId="{6CC3CAB3-F557-486B-A967-9B196D41729F}" type="presParOf" srcId="{B74E96B9-7929-453A-8253-F93A52E48265}" destId="{D5A49201-80A1-4D17-8C96-50565380FDD4}" srcOrd="1" destOrd="0" presId="urn:microsoft.com/office/officeart/2008/layout/HorizontalMultiLevelHierarchy"/>
    <dgm:cxn modelId="{3B4A2E06-054C-4D45-970C-5331AAE58931}" type="presParOf" srcId="{D5A49201-80A1-4D17-8C96-50565380FDD4}" destId="{7BB34EAD-A9D4-4433-82FB-8D85B83831B2}" srcOrd="0" destOrd="0" presId="urn:microsoft.com/office/officeart/2008/layout/HorizontalMultiLevelHierarchy"/>
    <dgm:cxn modelId="{4A6EFED8-FFA6-4ABF-A58A-62B68D580D98}" type="presParOf" srcId="{D5A49201-80A1-4D17-8C96-50565380FDD4}" destId="{BD786D60-D357-49D5-AEEF-D726E602D51C}" srcOrd="1" destOrd="0" presId="urn:microsoft.com/office/officeart/2008/layout/HorizontalMultiLevelHierarchy"/>
    <dgm:cxn modelId="{0D85891C-083E-4DDE-93DA-455BBC2559ED}" type="presParOf" srcId="{BD786D60-D357-49D5-AEEF-D726E602D51C}" destId="{60DB86B8-AB26-4AE4-820F-80100E439A3D}" srcOrd="0" destOrd="0" presId="urn:microsoft.com/office/officeart/2008/layout/HorizontalMultiLevelHierarchy"/>
    <dgm:cxn modelId="{4A9C2C3B-5CA7-4174-B982-370287ACF3B3}" type="presParOf" srcId="{60DB86B8-AB26-4AE4-820F-80100E439A3D}" destId="{486C6242-DD8D-402E-9699-C0DC4B6AA9AB}" srcOrd="0" destOrd="0" presId="urn:microsoft.com/office/officeart/2008/layout/HorizontalMultiLevelHierarchy"/>
    <dgm:cxn modelId="{74BFAED9-5BF6-48B3-A084-D93B826D232E}" type="presParOf" srcId="{BD786D60-D357-49D5-AEEF-D726E602D51C}" destId="{5942E6F4-853E-410C-B6A9-A07556C861DE}" srcOrd="1" destOrd="0" presId="urn:microsoft.com/office/officeart/2008/layout/HorizontalMultiLevelHierarchy"/>
    <dgm:cxn modelId="{2A533520-7813-4C88-AD39-306FE00E74F1}" type="presParOf" srcId="{5942E6F4-853E-410C-B6A9-A07556C861DE}" destId="{B2BD390E-5AA1-48EE-BC8C-249D037084F5}" srcOrd="0" destOrd="0" presId="urn:microsoft.com/office/officeart/2008/layout/HorizontalMultiLevelHierarchy"/>
    <dgm:cxn modelId="{BECBC1E4-46C8-4F29-ABC2-D1F246FCB3EC}" type="presParOf" srcId="{5942E6F4-853E-410C-B6A9-A07556C861DE}" destId="{7A9DDC9E-4939-4AE9-B028-7ACCBBF8AFB7}" srcOrd="1" destOrd="0" presId="urn:microsoft.com/office/officeart/2008/layout/HorizontalMultiLevelHierarchy"/>
    <dgm:cxn modelId="{D0E4C47A-289C-4F0D-923F-186904AD20D4}" type="presParOf" srcId="{15760790-9539-44A9-A52D-58AB584996E5}" destId="{FA624BE1-9ACC-4E7D-9F6D-BDD9E6D78BF6}" srcOrd="6" destOrd="0" presId="urn:microsoft.com/office/officeart/2008/layout/HorizontalMultiLevelHierarchy"/>
    <dgm:cxn modelId="{1269ADE1-167E-4085-996D-7BA9913D0106}" type="presParOf" srcId="{FA624BE1-9ACC-4E7D-9F6D-BDD9E6D78BF6}" destId="{B1DAB71E-6E0D-4893-9248-FF2AC3D62576}" srcOrd="0" destOrd="0" presId="urn:microsoft.com/office/officeart/2008/layout/HorizontalMultiLevelHierarchy"/>
    <dgm:cxn modelId="{94ED892B-B59E-4D6D-9591-086151303208}" type="presParOf" srcId="{15760790-9539-44A9-A52D-58AB584996E5}" destId="{39B18842-E86C-4A21-9358-DDBD88C9AE12}" srcOrd="7" destOrd="0" presId="urn:microsoft.com/office/officeart/2008/layout/HorizontalMultiLevelHierarchy"/>
    <dgm:cxn modelId="{29943D2D-D7D1-45F2-B274-22BE448A739F}" type="presParOf" srcId="{39B18842-E86C-4A21-9358-DDBD88C9AE12}" destId="{BEDCAB73-F473-4593-A1D1-34DA9B04C965}" srcOrd="0" destOrd="0" presId="urn:microsoft.com/office/officeart/2008/layout/HorizontalMultiLevelHierarchy"/>
    <dgm:cxn modelId="{93029448-A19A-433A-8BF7-C44763EAC8C0}" type="presParOf" srcId="{39B18842-E86C-4A21-9358-DDBD88C9AE12}" destId="{EC061381-D743-43E7-A907-6CB83D1DEB83}" srcOrd="1" destOrd="0" presId="urn:microsoft.com/office/officeart/2008/layout/HorizontalMultiLevelHierarchy"/>
    <dgm:cxn modelId="{A6CB0BD1-80C8-4007-8E79-84BB4E35496F}" type="presParOf" srcId="{EC061381-D743-43E7-A907-6CB83D1DEB83}" destId="{1025C237-A869-49AD-9337-1D7407CAC99C}" srcOrd="0" destOrd="0" presId="urn:microsoft.com/office/officeart/2008/layout/HorizontalMultiLevelHierarchy"/>
    <dgm:cxn modelId="{5BA7A8D0-8FB6-4BCE-A4E6-E8A0D4F30A50}" type="presParOf" srcId="{1025C237-A869-49AD-9337-1D7407CAC99C}" destId="{68136AC4-BDD7-4777-A2D7-6110A212B42A}" srcOrd="0" destOrd="0" presId="urn:microsoft.com/office/officeart/2008/layout/HorizontalMultiLevelHierarchy"/>
    <dgm:cxn modelId="{3F79F209-1164-48B8-B021-C022F7899A46}" type="presParOf" srcId="{EC061381-D743-43E7-A907-6CB83D1DEB83}" destId="{80A61EC3-92FE-4EE6-9E70-BD5267F31811}" srcOrd="1" destOrd="0" presId="urn:microsoft.com/office/officeart/2008/layout/HorizontalMultiLevelHierarchy"/>
    <dgm:cxn modelId="{0FD94C11-BEDF-4909-900B-09D003A6AB0C}" type="presParOf" srcId="{80A61EC3-92FE-4EE6-9E70-BD5267F31811}" destId="{0BA20883-AC06-46A2-BDB2-084685A86392}" srcOrd="0" destOrd="0" presId="urn:microsoft.com/office/officeart/2008/layout/HorizontalMultiLevelHierarchy"/>
    <dgm:cxn modelId="{14F85B75-F440-46BC-83C0-E1DA87D5ADD0}" type="presParOf" srcId="{80A61EC3-92FE-4EE6-9E70-BD5267F31811}" destId="{7D044068-356B-488A-9310-E9F4C93B5059}" srcOrd="1" destOrd="0" presId="urn:microsoft.com/office/officeart/2008/layout/HorizontalMultiLevelHierarchy"/>
    <dgm:cxn modelId="{4445E500-E719-40AC-8E64-EF3CE1A4AF4A}" type="presParOf" srcId="{7D044068-356B-488A-9310-E9F4C93B5059}" destId="{E3EB1B03-3487-40DA-947F-CE0DCBC1024C}" srcOrd="0" destOrd="0" presId="urn:microsoft.com/office/officeart/2008/layout/HorizontalMultiLevelHierarchy"/>
    <dgm:cxn modelId="{F306CA07-F0B4-4D48-8C51-F69A4CCEEB02}" type="presParOf" srcId="{E3EB1B03-3487-40DA-947F-CE0DCBC1024C}" destId="{AB6BADEB-E717-4F4C-8BB1-05E739A15FD2}" srcOrd="0" destOrd="0" presId="urn:microsoft.com/office/officeart/2008/layout/HorizontalMultiLevelHierarchy"/>
    <dgm:cxn modelId="{7FBC6532-69A8-44A9-BF7A-A4AFE2A9295C}" type="presParOf" srcId="{7D044068-356B-488A-9310-E9F4C93B5059}" destId="{966F375D-DB9F-46A4-8167-E294611ED68F}" srcOrd="1" destOrd="0" presId="urn:microsoft.com/office/officeart/2008/layout/HorizontalMultiLevelHierarchy"/>
    <dgm:cxn modelId="{8A2A7ADF-B5D4-491C-B013-453C39A0D375}" type="presParOf" srcId="{966F375D-DB9F-46A4-8167-E294611ED68F}" destId="{FBC4DB25-4C66-409B-8343-CDA5C3416EF5}" srcOrd="0" destOrd="0" presId="urn:microsoft.com/office/officeart/2008/layout/HorizontalMultiLevelHierarchy"/>
    <dgm:cxn modelId="{A5B17AA1-67F8-44A5-B437-BEF5B7D86AA8}" type="presParOf" srcId="{966F375D-DB9F-46A4-8167-E294611ED68F}" destId="{7AFBB4E0-5F87-45C3-8E39-4C985447C8BA}" srcOrd="1" destOrd="0" presId="urn:microsoft.com/office/officeart/2008/layout/HorizontalMultiLevelHierarchy"/>
    <dgm:cxn modelId="{9CAB728D-DD9D-4C39-BDB8-9D74ACA50F80}" type="presParOf" srcId="{15760790-9539-44A9-A52D-58AB584996E5}" destId="{FE9BAB8F-E46F-4F0B-9F5C-E8662C1E6217}" srcOrd="8" destOrd="0" presId="urn:microsoft.com/office/officeart/2008/layout/HorizontalMultiLevelHierarchy"/>
    <dgm:cxn modelId="{48EA81D4-C475-46B5-B41B-A31CD43328A2}" type="presParOf" srcId="{FE9BAB8F-E46F-4F0B-9F5C-E8662C1E6217}" destId="{BF41CCA9-4415-4941-A18B-00E2CD618542}" srcOrd="0" destOrd="0" presId="urn:microsoft.com/office/officeart/2008/layout/HorizontalMultiLevelHierarchy"/>
    <dgm:cxn modelId="{51D22E27-E236-4ED9-92B9-B47A4DB3A644}" type="presParOf" srcId="{15760790-9539-44A9-A52D-58AB584996E5}" destId="{793784E1-95B3-48EF-A4BD-64F431A89F0C}" srcOrd="9" destOrd="0" presId="urn:microsoft.com/office/officeart/2008/layout/HorizontalMultiLevelHierarchy"/>
    <dgm:cxn modelId="{66694CA2-0F10-416B-BAA0-A68692536C8D}" type="presParOf" srcId="{793784E1-95B3-48EF-A4BD-64F431A89F0C}" destId="{DAE82DBF-0D60-41F0-896E-3650DCF6B75A}" srcOrd="0" destOrd="0" presId="urn:microsoft.com/office/officeart/2008/layout/HorizontalMultiLevelHierarchy"/>
    <dgm:cxn modelId="{11A4F4D3-8C3E-4F2A-AED1-E2D64D7F3B61}" type="presParOf" srcId="{793784E1-95B3-48EF-A4BD-64F431A89F0C}" destId="{886F5094-6F41-45A7-A523-4206CD241528}" srcOrd="1" destOrd="0" presId="urn:microsoft.com/office/officeart/2008/layout/HorizontalMultiLevelHierarchy"/>
    <dgm:cxn modelId="{3BCCF03E-1263-4EFE-BBBA-4C9D40EB7DDB}" type="presParOf" srcId="{886F5094-6F41-45A7-A523-4206CD241528}" destId="{6E352E3A-D0F9-481B-A998-5B020A8C76CE}" srcOrd="0" destOrd="0" presId="urn:microsoft.com/office/officeart/2008/layout/HorizontalMultiLevelHierarchy"/>
    <dgm:cxn modelId="{E0CBB51B-7010-45C9-A2BC-4B94772B1966}" type="presParOf" srcId="{6E352E3A-D0F9-481B-A998-5B020A8C76CE}" destId="{528AD2A8-E3A7-4DC2-821F-0125D89457A2}" srcOrd="0" destOrd="0" presId="urn:microsoft.com/office/officeart/2008/layout/HorizontalMultiLevelHierarchy"/>
    <dgm:cxn modelId="{50725E57-1DE9-450A-A23E-0D7488B0F133}" type="presParOf" srcId="{886F5094-6F41-45A7-A523-4206CD241528}" destId="{2BC4C651-4E5E-4935-A698-2E6D6FFB085B}" srcOrd="1" destOrd="0" presId="urn:microsoft.com/office/officeart/2008/layout/HorizontalMultiLevelHierarchy"/>
    <dgm:cxn modelId="{1B401D8F-5A6F-4E76-9485-5E5B37978C04}" type="presParOf" srcId="{2BC4C651-4E5E-4935-A698-2E6D6FFB085B}" destId="{A84F1D51-BB5A-4796-9230-3A120D891569}" srcOrd="0" destOrd="0" presId="urn:microsoft.com/office/officeart/2008/layout/HorizontalMultiLevelHierarchy"/>
    <dgm:cxn modelId="{FA7BF2AB-177F-47B3-B73A-620B69E14C56}" type="presParOf" srcId="{2BC4C651-4E5E-4935-A698-2E6D6FFB085B}" destId="{D285AB33-C789-49C6-B677-6A053047F1B5}" srcOrd="1" destOrd="0" presId="urn:microsoft.com/office/officeart/2008/layout/HorizontalMultiLevelHierarchy"/>
    <dgm:cxn modelId="{B17107F6-B1E1-4440-8D41-B3AF0415ED1A}" type="presParOf" srcId="{D285AB33-C789-49C6-B677-6A053047F1B5}" destId="{FE941F1F-20CA-4C55-B397-5F4B1C4D50F1}" srcOrd="0" destOrd="0" presId="urn:microsoft.com/office/officeart/2008/layout/HorizontalMultiLevelHierarchy"/>
    <dgm:cxn modelId="{44FB5F5E-802A-4B3C-9DF2-C8B962A56F93}" type="presParOf" srcId="{FE941F1F-20CA-4C55-B397-5F4B1C4D50F1}" destId="{FF359B89-0B39-4CE3-93E2-CD1A931C3CEA}" srcOrd="0" destOrd="0" presId="urn:microsoft.com/office/officeart/2008/layout/HorizontalMultiLevelHierarchy"/>
    <dgm:cxn modelId="{53CA8F77-973C-4BCD-9C1E-D3A31E797282}" type="presParOf" srcId="{D285AB33-C789-49C6-B677-6A053047F1B5}" destId="{44CF7D89-EE5D-4055-8FBA-F70B7343411E}" srcOrd="1" destOrd="0" presId="urn:microsoft.com/office/officeart/2008/layout/HorizontalMultiLevelHierarchy"/>
    <dgm:cxn modelId="{EE355C5A-44C4-4241-992A-86EE134407A1}" type="presParOf" srcId="{44CF7D89-EE5D-4055-8FBA-F70B7343411E}" destId="{A3CE5435-1141-42DD-980C-414E23182890}" srcOrd="0" destOrd="0" presId="urn:microsoft.com/office/officeart/2008/layout/HorizontalMultiLevelHierarchy"/>
    <dgm:cxn modelId="{7F0828D1-7718-4D66-869B-818D2F7C364F}" type="presParOf" srcId="{44CF7D89-EE5D-4055-8FBA-F70B7343411E}" destId="{0613B88B-6C5F-4837-B3B7-2E2843919BBC}" srcOrd="1" destOrd="0" presId="urn:microsoft.com/office/officeart/2008/layout/HorizontalMultiLevelHierarchy"/>
    <dgm:cxn modelId="{394D8371-B11D-4BE8-975C-12191D27BD7F}" type="presParOf" srcId="{15760790-9539-44A9-A52D-58AB584996E5}" destId="{F7C38909-BE07-464E-834D-BDCFBA258100}" srcOrd="10" destOrd="0" presId="urn:microsoft.com/office/officeart/2008/layout/HorizontalMultiLevelHierarchy"/>
    <dgm:cxn modelId="{CDEADADD-55C0-4221-AA90-CADC1C98EFD4}" type="presParOf" srcId="{F7C38909-BE07-464E-834D-BDCFBA258100}" destId="{2D59348E-CC92-4EDA-8DAB-F0153DE00DFE}" srcOrd="0" destOrd="0" presId="urn:microsoft.com/office/officeart/2008/layout/HorizontalMultiLevelHierarchy"/>
    <dgm:cxn modelId="{BEC9BE16-FC34-4E73-BF9F-9FAFB1B3D58B}" type="presParOf" srcId="{15760790-9539-44A9-A52D-58AB584996E5}" destId="{09E3E5F7-6710-42A6-8755-1B392952BE7A}" srcOrd="11" destOrd="0" presId="urn:microsoft.com/office/officeart/2008/layout/HorizontalMultiLevelHierarchy"/>
    <dgm:cxn modelId="{7B68D57A-2856-4E7C-84B5-F907B15D5137}" type="presParOf" srcId="{09E3E5F7-6710-42A6-8755-1B392952BE7A}" destId="{FDF91A2A-2A66-4C6C-A86A-CDF4326DA8EE}" srcOrd="0" destOrd="0" presId="urn:microsoft.com/office/officeart/2008/layout/HorizontalMultiLevelHierarchy"/>
    <dgm:cxn modelId="{8184AF7F-69E4-483D-A06D-0CC142315385}" type="presParOf" srcId="{09E3E5F7-6710-42A6-8755-1B392952BE7A}" destId="{CF943F71-00A5-4A37-9AA2-340A74FF6AAC}" srcOrd="1" destOrd="0" presId="urn:microsoft.com/office/officeart/2008/layout/HorizontalMultiLevelHierarchy"/>
    <dgm:cxn modelId="{CF14C596-7F90-46A5-92B7-0CBF353B4C12}" type="presParOf" srcId="{CF943F71-00A5-4A37-9AA2-340A74FF6AAC}" destId="{4D78C0FD-C85D-44AE-95F1-5625C530C688}" srcOrd="0" destOrd="0" presId="urn:microsoft.com/office/officeart/2008/layout/HorizontalMultiLevelHierarchy"/>
    <dgm:cxn modelId="{94D57E48-7048-475F-A98F-CB442335203D}" type="presParOf" srcId="{4D78C0FD-C85D-44AE-95F1-5625C530C688}" destId="{FCB80174-977E-4FDC-A16B-7D1437C183F2}" srcOrd="0" destOrd="0" presId="urn:microsoft.com/office/officeart/2008/layout/HorizontalMultiLevelHierarchy"/>
    <dgm:cxn modelId="{BEEE85F5-87E5-4C4B-9A4E-E6402C95D637}" type="presParOf" srcId="{CF943F71-00A5-4A37-9AA2-340A74FF6AAC}" destId="{F99645D6-B775-44B3-BD68-DE35BE73F39D}" srcOrd="1" destOrd="0" presId="urn:microsoft.com/office/officeart/2008/layout/HorizontalMultiLevelHierarchy"/>
    <dgm:cxn modelId="{F728E009-420F-4471-841C-4C213E0AEF8B}" type="presParOf" srcId="{F99645D6-B775-44B3-BD68-DE35BE73F39D}" destId="{39579ECC-5A3F-4DBE-B681-3E450FCC0508}" srcOrd="0" destOrd="0" presId="urn:microsoft.com/office/officeart/2008/layout/HorizontalMultiLevelHierarchy"/>
    <dgm:cxn modelId="{47E1D879-5108-4D0E-894C-1A25F50396D7}" type="presParOf" srcId="{F99645D6-B775-44B3-BD68-DE35BE73F39D}" destId="{78FD9C01-7CBE-48E1-A65D-369494ADF49C}" srcOrd="1" destOrd="0" presId="urn:microsoft.com/office/officeart/2008/layout/HorizontalMultiLevelHierarchy"/>
    <dgm:cxn modelId="{0B91B112-A6F4-4F0A-9A19-1D47822A3FB9}" type="presParOf" srcId="{78FD9C01-7CBE-48E1-A65D-369494ADF49C}" destId="{7B24AA88-93EC-4ACD-A3A2-F98FFA8C9C81}" srcOrd="0" destOrd="0" presId="urn:microsoft.com/office/officeart/2008/layout/HorizontalMultiLevelHierarchy"/>
    <dgm:cxn modelId="{0178663C-D6A8-4B9C-AEFC-4074391DC6C6}" type="presParOf" srcId="{7B24AA88-93EC-4ACD-A3A2-F98FFA8C9C81}" destId="{8356AC79-2EF4-49C1-9BE8-D778171D8DF5}" srcOrd="0" destOrd="0" presId="urn:microsoft.com/office/officeart/2008/layout/HorizontalMultiLevelHierarchy"/>
    <dgm:cxn modelId="{6397BFB2-3B77-43C5-8453-6138A3C30B93}" type="presParOf" srcId="{78FD9C01-7CBE-48E1-A65D-369494ADF49C}" destId="{B884D676-ADA4-4875-AA6D-A4A162F85EBB}" srcOrd="1" destOrd="0" presId="urn:microsoft.com/office/officeart/2008/layout/HorizontalMultiLevelHierarchy"/>
    <dgm:cxn modelId="{0C1BC2B2-1B27-4D90-AEEC-B3AFEE1DE135}" type="presParOf" srcId="{B884D676-ADA4-4875-AA6D-A4A162F85EBB}" destId="{6C0DA723-208C-456B-8DC0-14BE49161222}" srcOrd="0" destOrd="0" presId="urn:microsoft.com/office/officeart/2008/layout/HorizontalMultiLevelHierarchy"/>
    <dgm:cxn modelId="{C3E625DB-EBCF-4447-BC40-7D4A26D6A323}" type="presParOf" srcId="{B884D676-ADA4-4875-AA6D-A4A162F85EBB}" destId="{F326B291-A370-49E2-93C5-92A41CE46CFA}" srcOrd="1" destOrd="0" presId="urn:microsoft.com/office/officeart/2008/layout/HorizontalMultiLevelHierarchy"/>
    <dgm:cxn modelId="{9E89E01F-EB59-459E-903B-2B3751613EA2}" type="presParOf" srcId="{15760790-9539-44A9-A52D-58AB584996E5}" destId="{EA21B7AA-9486-4067-B349-50CE4D95F9B9}" srcOrd="12" destOrd="0" presId="urn:microsoft.com/office/officeart/2008/layout/HorizontalMultiLevelHierarchy"/>
    <dgm:cxn modelId="{2E6E55C2-A8F1-42D8-97BE-8B67D6A37EB7}" type="presParOf" srcId="{EA21B7AA-9486-4067-B349-50CE4D95F9B9}" destId="{46C640A8-4221-49EA-B21F-B4D90F5A805F}" srcOrd="0" destOrd="0" presId="urn:microsoft.com/office/officeart/2008/layout/HorizontalMultiLevelHierarchy"/>
    <dgm:cxn modelId="{A203D90D-38F8-459E-96E0-8D3E9E88C943}" type="presParOf" srcId="{15760790-9539-44A9-A52D-58AB584996E5}" destId="{CBEFB087-3B44-44CC-8A65-30A263DE3FA7}" srcOrd="13" destOrd="0" presId="urn:microsoft.com/office/officeart/2008/layout/HorizontalMultiLevelHierarchy"/>
    <dgm:cxn modelId="{3E27DB83-2177-423E-A1DB-C3C219B82FF3}" type="presParOf" srcId="{CBEFB087-3B44-44CC-8A65-30A263DE3FA7}" destId="{C3BAA938-E657-4B3A-9C99-A24D140B8CBB}" srcOrd="0" destOrd="0" presId="urn:microsoft.com/office/officeart/2008/layout/HorizontalMultiLevelHierarchy"/>
    <dgm:cxn modelId="{6EE0355D-6FCB-402F-A4B9-02F6B187BBC4}" type="presParOf" srcId="{CBEFB087-3B44-44CC-8A65-30A263DE3FA7}" destId="{803DB0ED-84B8-46AD-A2BD-DD3B28A4BD05}" srcOrd="1" destOrd="0" presId="urn:microsoft.com/office/officeart/2008/layout/HorizontalMultiLevelHierarchy"/>
    <dgm:cxn modelId="{BF2F2794-9ECC-4C19-A928-13BDF2EE7FAD}" type="presParOf" srcId="{803DB0ED-84B8-46AD-A2BD-DD3B28A4BD05}" destId="{41991A70-5495-4DA6-ADF1-52AE3035041A}" srcOrd="0" destOrd="0" presId="urn:microsoft.com/office/officeart/2008/layout/HorizontalMultiLevelHierarchy"/>
    <dgm:cxn modelId="{ACCCBF3E-3719-4042-B19A-A00DA75E18E9}" type="presParOf" srcId="{41991A70-5495-4DA6-ADF1-52AE3035041A}" destId="{A4C1AF91-0772-401F-B452-1B9FB50D902D}" srcOrd="0" destOrd="0" presId="urn:microsoft.com/office/officeart/2008/layout/HorizontalMultiLevelHierarchy"/>
    <dgm:cxn modelId="{2EB92167-48D1-4092-9E73-93EDA26F1B73}" type="presParOf" srcId="{803DB0ED-84B8-46AD-A2BD-DD3B28A4BD05}" destId="{D8182051-9983-4D39-A737-C2D0E2312C8F}" srcOrd="1" destOrd="0" presId="urn:microsoft.com/office/officeart/2008/layout/HorizontalMultiLevelHierarchy"/>
    <dgm:cxn modelId="{91CD506C-2D17-4B65-A271-5FCB047499DD}" type="presParOf" srcId="{D8182051-9983-4D39-A737-C2D0E2312C8F}" destId="{22F4890B-3AF7-42E3-9465-6D51CBFE7F22}" srcOrd="0" destOrd="0" presId="urn:microsoft.com/office/officeart/2008/layout/HorizontalMultiLevelHierarchy"/>
    <dgm:cxn modelId="{23D29943-EE30-4F35-B124-7A4D61B04316}" type="presParOf" srcId="{D8182051-9983-4D39-A737-C2D0E2312C8F}" destId="{51829F90-596D-41C5-80D9-EDF56A3C12EA}" srcOrd="1" destOrd="0" presId="urn:microsoft.com/office/officeart/2008/layout/HorizontalMultiLevelHierarchy"/>
    <dgm:cxn modelId="{3D76E06F-E2F3-4C75-882F-822F3EE09E38}" type="presParOf" srcId="{51829F90-596D-41C5-80D9-EDF56A3C12EA}" destId="{73FD337A-6A62-440C-AAA2-FFC3EC6938DE}" srcOrd="0" destOrd="0" presId="urn:microsoft.com/office/officeart/2008/layout/HorizontalMultiLevelHierarchy"/>
    <dgm:cxn modelId="{5C511F26-14BD-44F5-B85D-D098DDA92B5D}" type="presParOf" srcId="{73FD337A-6A62-440C-AAA2-FFC3EC6938DE}" destId="{294E2E05-8EB0-4855-9461-40F75FEB5DB8}" srcOrd="0" destOrd="0" presId="urn:microsoft.com/office/officeart/2008/layout/HorizontalMultiLevelHierarchy"/>
    <dgm:cxn modelId="{068A4531-20B6-4375-AF30-9B8D855B2757}" type="presParOf" srcId="{51829F90-596D-41C5-80D9-EDF56A3C12EA}" destId="{67E9512F-B5FF-493F-9463-B36C4CAFC81D}" srcOrd="1" destOrd="0" presId="urn:microsoft.com/office/officeart/2008/layout/HorizontalMultiLevelHierarchy"/>
    <dgm:cxn modelId="{05914F7F-1925-4DFD-8FBF-206463D5FBA7}" type="presParOf" srcId="{67E9512F-B5FF-493F-9463-B36C4CAFC81D}" destId="{F9485734-481E-4A53-B2D5-97F403D795A0}" srcOrd="0" destOrd="0" presId="urn:microsoft.com/office/officeart/2008/layout/HorizontalMultiLevelHierarchy"/>
    <dgm:cxn modelId="{46FEBC17-E21B-4EC3-BAC5-938BEC4C4CD8}" type="presParOf" srcId="{67E9512F-B5FF-493F-9463-B36C4CAFC81D}" destId="{1F1CB7FB-0429-4AE0-A35C-D0ED6DAF4C16}" srcOrd="1" destOrd="0" presId="urn:microsoft.com/office/officeart/2008/layout/HorizontalMultiLevelHierarchy"/>
    <dgm:cxn modelId="{82AFFE3D-B7BA-43DF-92F6-6283EA7A75AF}" type="presParOf" srcId="{15760790-9539-44A9-A52D-58AB584996E5}" destId="{E7448DA2-ABEA-4A21-9757-53D581D7F3FD}" srcOrd="14" destOrd="0" presId="urn:microsoft.com/office/officeart/2008/layout/HorizontalMultiLevelHierarchy"/>
    <dgm:cxn modelId="{9B856766-167A-4DAC-80FB-854F639B1D7E}" type="presParOf" srcId="{E7448DA2-ABEA-4A21-9757-53D581D7F3FD}" destId="{E3D0D3B2-09CA-4905-A15A-B5077E79086E}" srcOrd="0" destOrd="0" presId="urn:microsoft.com/office/officeart/2008/layout/HorizontalMultiLevelHierarchy"/>
    <dgm:cxn modelId="{AF67015A-35E2-41A5-BC81-8E7ABF325DF1}" type="presParOf" srcId="{15760790-9539-44A9-A52D-58AB584996E5}" destId="{1A5AA4F0-CBA6-4DC1-BA95-294FA49D68E6}" srcOrd="15" destOrd="0" presId="urn:microsoft.com/office/officeart/2008/layout/HorizontalMultiLevelHierarchy"/>
    <dgm:cxn modelId="{A08575D3-5F1F-4274-8718-4B6E58529059}" type="presParOf" srcId="{1A5AA4F0-CBA6-4DC1-BA95-294FA49D68E6}" destId="{F79FB1EC-FF45-40C7-BCB6-021087AEF7A4}" srcOrd="0" destOrd="0" presId="urn:microsoft.com/office/officeart/2008/layout/HorizontalMultiLevelHierarchy"/>
    <dgm:cxn modelId="{49239C6A-4C91-47E2-9AC6-5D5FB91D2CCD}" type="presParOf" srcId="{1A5AA4F0-CBA6-4DC1-BA95-294FA49D68E6}" destId="{D8836E39-B4A4-4487-81A7-7BAB37E5BE9D}" srcOrd="1" destOrd="0" presId="urn:microsoft.com/office/officeart/2008/layout/HorizontalMultiLevelHierarchy"/>
    <dgm:cxn modelId="{5A319FEB-EEA8-4D9D-BBB1-62832BBB651A}" type="presParOf" srcId="{D8836E39-B4A4-4487-81A7-7BAB37E5BE9D}" destId="{FEF38621-C909-48CF-B14E-859997849F5A}" srcOrd="0" destOrd="0" presId="urn:microsoft.com/office/officeart/2008/layout/HorizontalMultiLevelHierarchy"/>
    <dgm:cxn modelId="{9FEB0DBF-F635-446A-8370-55B195458A3A}" type="presParOf" srcId="{FEF38621-C909-48CF-B14E-859997849F5A}" destId="{62B32946-0555-4CA6-A676-F8368863D843}" srcOrd="0" destOrd="0" presId="urn:microsoft.com/office/officeart/2008/layout/HorizontalMultiLevelHierarchy"/>
    <dgm:cxn modelId="{1BA70D5A-A527-4758-A190-F7F6BCBA6A2C}" type="presParOf" srcId="{D8836E39-B4A4-4487-81A7-7BAB37E5BE9D}" destId="{AA409969-18B7-48FE-95F1-8F1A19799B0B}" srcOrd="1" destOrd="0" presId="urn:microsoft.com/office/officeart/2008/layout/HorizontalMultiLevelHierarchy"/>
    <dgm:cxn modelId="{6E54670A-9D8E-4B61-9DE2-372B1355F280}" type="presParOf" srcId="{AA409969-18B7-48FE-95F1-8F1A19799B0B}" destId="{A6BD61BC-4141-400E-ACB2-D57F9AF06952}" srcOrd="0" destOrd="0" presId="urn:microsoft.com/office/officeart/2008/layout/HorizontalMultiLevelHierarchy"/>
    <dgm:cxn modelId="{B7DC4D5B-0B76-4C8C-9642-8C51A7FE5AEE}" type="presParOf" srcId="{AA409969-18B7-48FE-95F1-8F1A19799B0B}" destId="{EFA03ACC-9B27-49AD-A779-76953488942D}" srcOrd="1" destOrd="0" presId="urn:microsoft.com/office/officeart/2008/layout/HorizontalMultiLevelHierarchy"/>
    <dgm:cxn modelId="{56A0833F-5D67-42B2-A964-136071306A7D}" type="presParOf" srcId="{EFA03ACC-9B27-49AD-A779-76953488942D}" destId="{31F36AA4-DD88-458F-818F-4B4E19268883}" srcOrd="0" destOrd="0" presId="urn:microsoft.com/office/officeart/2008/layout/HorizontalMultiLevelHierarchy"/>
    <dgm:cxn modelId="{9D67854D-FB24-45DA-8A6A-7F03FA8E7A74}" type="presParOf" srcId="{31F36AA4-DD88-458F-818F-4B4E19268883}" destId="{FED8EC24-646E-4BC6-9059-80111B5EF84C}" srcOrd="0" destOrd="0" presId="urn:microsoft.com/office/officeart/2008/layout/HorizontalMultiLevelHierarchy"/>
    <dgm:cxn modelId="{82654A47-AE63-4741-9781-B44DB4EC3D80}" type="presParOf" srcId="{EFA03ACC-9B27-49AD-A779-76953488942D}" destId="{9F8ED2AF-ED2D-4E73-86F3-28276EBA94C9}" srcOrd="1" destOrd="0" presId="urn:microsoft.com/office/officeart/2008/layout/HorizontalMultiLevelHierarchy"/>
    <dgm:cxn modelId="{F89F484C-BF81-470C-A782-6176703BCA58}" type="presParOf" srcId="{9F8ED2AF-ED2D-4E73-86F3-28276EBA94C9}" destId="{62CD0928-6BCA-4D3E-A0AE-B8409B2849FD}" srcOrd="0" destOrd="0" presId="urn:microsoft.com/office/officeart/2008/layout/HorizontalMultiLevelHierarchy"/>
    <dgm:cxn modelId="{B0918C11-83C0-4EFE-AAE6-EEBC601BE810}" type="presParOf" srcId="{9F8ED2AF-ED2D-4E73-86F3-28276EBA94C9}" destId="{2DCF32DA-CA76-4910-9EE2-F923E6533571}" srcOrd="1" destOrd="0" presId="urn:microsoft.com/office/officeart/2008/layout/HorizontalMultiLevelHierarchy"/>
    <dgm:cxn modelId="{940BD5CD-BCCC-46D9-B16B-5EA0C1F571B7}" type="presParOf" srcId="{15760790-9539-44A9-A52D-58AB584996E5}" destId="{88664CCB-9214-4D82-86B3-EFDDCFEAF4FB}" srcOrd="16" destOrd="0" presId="urn:microsoft.com/office/officeart/2008/layout/HorizontalMultiLevelHierarchy"/>
    <dgm:cxn modelId="{497CA5EC-04E8-4D5B-AFCE-2878DA4C7E4C}" type="presParOf" srcId="{88664CCB-9214-4D82-86B3-EFDDCFEAF4FB}" destId="{EE83F653-B2FA-4D4B-85D3-D5575E7023AC}" srcOrd="0" destOrd="0" presId="urn:microsoft.com/office/officeart/2008/layout/HorizontalMultiLevelHierarchy"/>
    <dgm:cxn modelId="{B1CB61F7-2C73-40DF-9850-A1F852637CD0}" type="presParOf" srcId="{15760790-9539-44A9-A52D-58AB584996E5}" destId="{9F7A3BE1-8606-43FD-B7EE-7A3DFB935645}" srcOrd="17" destOrd="0" presId="urn:microsoft.com/office/officeart/2008/layout/HorizontalMultiLevelHierarchy"/>
    <dgm:cxn modelId="{67F17BEE-EC36-4DCE-B0D5-BF60B94118FD}" type="presParOf" srcId="{9F7A3BE1-8606-43FD-B7EE-7A3DFB935645}" destId="{93341C07-B5F1-4CC7-BB14-0920D0E784AE}" srcOrd="0" destOrd="0" presId="urn:microsoft.com/office/officeart/2008/layout/HorizontalMultiLevelHierarchy"/>
    <dgm:cxn modelId="{DD0A5E73-AA5E-4CEF-9DFB-DF0A87933548}" type="presParOf" srcId="{9F7A3BE1-8606-43FD-B7EE-7A3DFB935645}" destId="{6D0F1497-A2DD-48C8-9967-E8CCD380CFE3}" srcOrd="1" destOrd="0" presId="urn:microsoft.com/office/officeart/2008/layout/HorizontalMultiLevelHierarchy"/>
    <dgm:cxn modelId="{E59C8339-F0FF-4ECD-BCFB-0B18F4A50370}" type="presParOf" srcId="{6D0F1497-A2DD-48C8-9967-E8CCD380CFE3}" destId="{2AEE0977-4A75-4059-821D-B21488B2EDD3}" srcOrd="0" destOrd="0" presId="urn:microsoft.com/office/officeart/2008/layout/HorizontalMultiLevelHierarchy"/>
    <dgm:cxn modelId="{64BB039A-140D-440C-A7D8-BDAA89AE0169}" type="presParOf" srcId="{2AEE0977-4A75-4059-821D-B21488B2EDD3}" destId="{4AB34F3F-5530-4B4A-AD3D-E7353D81C3E6}" srcOrd="0" destOrd="0" presId="urn:microsoft.com/office/officeart/2008/layout/HorizontalMultiLevelHierarchy"/>
    <dgm:cxn modelId="{51E1469F-39C5-4519-BBBC-A7202BAC83F2}" type="presParOf" srcId="{6D0F1497-A2DD-48C8-9967-E8CCD380CFE3}" destId="{3902BB5D-4B78-4067-B6D6-C2E2A0BD19FA}" srcOrd="1" destOrd="0" presId="urn:microsoft.com/office/officeart/2008/layout/HorizontalMultiLevelHierarchy"/>
    <dgm:cxn modelId="{F80D68F3-BDCD-48FA-9AFE-A1AAFF594D2B}" type="presParOf" srcId="{3902BB5D-4B78-4067-B6D6-C2E2A0BD19FA}" destId="{3A5EF45C-5D59-4585-B71A-DF482DAE80EE}" srcOrd="0" destOrd="0" presId="urn:microsoft.com/office/officeart/2008/layout/HorizontalMultiLevelHierarchy"/>
    <dgm:cxn modelId="{D24552DA-7D45-4CE9-BF7F-B4F2C40646B1}" type="presParOf" srcId="{3902BB5D-4B78-4067-B6D6-C2E2A0BD19FA}" destId="{5C7EA8AE-0C6F-4A6E-8165-E1C62B608C9A}" srcOrd="1" destOrd="0" presId="urn:microsoft.com/office/officeart/2008/layout/HorizontalMultiLevelHierarchy"/>
    <dgm:cxn modelId="{4AE7A105-C5DD-4A6F-A4EF-9C3CC0A58CFE}" type="presParOf" srcId="{5C7EA8AE-0C6F-4A6E-8165-E1C62B608C9A}" destId="{5C95B02D-F837-46A9-85F9-5F6D834B3855}" srcOrd="0" destOrd="0" presId="urn:microsoft.com/office/officeart/2008/layout/HorizontalMultiLevelHierarchy"/>
    <dgm:cxn modelId="{CA8BA023-51A9-426E-AEC6-63F5A98C4B3A}" type="presParOf" srcId="{5C95B02D-F837-46A9-85F9-5F6D834B3855}" destId="{8885D25F-0ABF-4D46-84B4-00F0133DAEEC}" srcOrd="0" destOrd="0" presId="urn:microsoft.com/office/officeart/2008/layout/HorizontalMultiLevelHierarchy"/>
    <dgm:cxn modelId="{81461E65-A098-42F1-A449-B404CFA96EDF}" type="presParOf" srcId="{5C7EA8AE-0C6F-4A6E-8165-E1C62B608C9A}" destId="{0FB46B19-C355-435C-8133-89C2E19DF246}" srcOrd="1" destOrd="0" presId="urn:microsoft.com/office/officeart/2008/layout/HorizontalMultiLevelHierarchy"/>
    <dgm:cxn modelId="{D2B5613B-4F55-4998-8ECE-6E5018D515E8}" type="presParOf" srcId="{0FB46B19-C355-435C-8133-89C2E19DF246}" destId="{AC7A7488-4047-4261-AB4A-0880674A7AEE}" srcOrd="0" destOrd="0" presId="urn:microsoft.com/office/officeart/2008/layout/HorizontalMultiLevelHierarchy"/>
    <dgm:cxn modelId="{50F7DD17-F2F6-4341-9522-3411FDD59981}" type="presParOf" srcId="{0FB46B19-C355-435C-8133-89C2E19DF246}" destId="{8BA6894D-F20F-4C08-A080-855FF671A8A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Uso</a:t>
          </a:r>
          <a:endParaRPr lang="es-EC" dirty="0">
            <a:solidFill>
              <a:schemeClr val="bg1"/>
            </a:solidFill>
          </a:endParaRP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Seguros V / Asistencia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07CF0387-B6A7-46F6-8D80-6515DE1A07FD}">
      <dgm:prSet phldrT="[Texto]" phldr="0"/>
      <dgm:spPr>
        <a:gradFill rotWithShape="0">
          <a:gsLst>
            <a:gs pos="96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EC" dirty="0">
              <a:solidFill>
                <a:schemeClr val="bg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ED807E35-B5D3-4BCB-9B29-5888EC2127F1}">
      <dgm:prSet phldrT="[Texto]" phldr="0"/>
      <dgm:spPr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EC" dirty="0">
              <a:solidFill>
                <a:schemeClr val="bg1"/>
              </a:solidFill>
            </a:rPr>
            <a:t>Crédito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43C2C9CE-FB6B-4922-B62F-24129D0D74FE}">
      <dgm:prSet phldrT="[Texto]" phldr="0"/>
      <dgm:spPr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EC" dirty="0">
              <a:solidFill>
                <a:schemeClr val="bg1"/>
              </a:solidFill>
            </a:rPr>
            <a:t>Póliza</a:t>
          </a:r>
        </a:p>
      </dgm:t>
    </dgm:pt>
    <dgm:pt modelId="{062E7DA8-0F4D-4255-95A1-57CEFA146D1D}" type="par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182848E-C2F4-4CEA-ACAA-6EAAFCE1EE4B}" type="sib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B2DB83ED-41AF-4BCB-925B-2B612D563F67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Ahorro Meta</a:t>
          </a:r>
        </a:p>
      </dgm:t>
    </dgm:pt>
    <dgm:pt modelId="{D61E1BDC-FFB4-4FDA-9F8F-A2D38A22FC13}" type="par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5BE9560-3EDF-4CB5-9220-16F25EFEC07F}" type="sib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3A13E15-030F-42B2-A010-CCBD43D5DA6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Banca Virtual / Banca Virtual Empresa</a:t>
          </a:r>
        </a:p>
      </dgm:t>
    </dgm:pt>
    <dgm:pt modelId="{1BFF9B2F-01F0-4194-8B16-72C7004F37AD}" type="par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9858371F-9E0A-4784-A4B7-F1D338663087}" type="sib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DE09034-1577-4615-AE7A-187B4C369A9A}">
      <dgm:prSet phldrT="[Texto]" phldr="0"/>
      <dgm:spPr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EC" dirty="0">
              <a:solidFill>
                <a:schemeClr val="bg1"/>
              </a:solidFill>
            </a:rPr>
            <a:t>Hipotecario</a:t>
          </a:r>
        </a:p>
      </dgm:t>
    </dgm:pt>
    <dgm:pt modelId="{950148CB-A4C6-463D-AF37-AF261141D0EB}" type="par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F13E3D2-1026-4758-91E6-17B3CBDCA8B8}" type="sib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CC30B53-80CF-495C-9E37-AE840D0A54E9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1 deposito + 1 transferencia (</a:t>
          </a:r>
          <a:r>
            <a:rPr lang="es-EC" baseline="0" dirty="0" err="1">
              <a:solidFill>
                <a:srgbClr val="150F41"/>
              </a:solidFill>
            </a:rPr>
            <a:t>últ</a:t>
          </a:r>
          <a:r>
            <a:rPr lang="es-EC" baseline="0" dirty="0">
              <a:solidFill>
                <a:srgbClr val="150F41"/>
              </a:solidFill>
            </a:rPr>
            <a:t> mes)</a:t>
          </a:r>
        </a:p>
      </dgm:t>
    </dgm:pt>
    <dgm:pt modelId="{2194B898-C327-4D4E-88DA-2F67F1A8A247}" type="parTrans" cxnId="{B18DEC67-0299-4388-98EF-CC615B86A57B}">
      <dgm:prSet/>
      <dgm:spPr/>
      <dgm:t>
        <a:bodyPr/>
        <a:lstStyle/>
        <a:p>
          <a:endParaRPr lang="es-EC"/>
        </a:p>
      </dgm:t>
    </dgm:pt>
    <dgm:pt modelId="{E6CB6BCC-2022-4E26-8590-C6A9B6610F55}" type="sibTrans" cxnId="{B18DEC67-0299-4388-98EF-CC615B86A57B}">
      <dgm:prSet/>
      <dgm:spPr/>
      <dgm:t>
        <a:bodyPr/>
        <a:lstStyle/>
        <a:p>
          <a:endParaRPr lang="es-EC"/>
        </a:p>
      </dgm:t>
    </dgm:pt>
    <dgm:pt modelId="{6583610E-1A7C-4E10-B2E8-E0C19D00B9A0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consumo recurrente – consumo (</a:t>
          </a:r>
          <a:r>
            <a:rPr lang="es-EC" baseline="0" dirty="0" err="1">
              <a:solidFill>
                <a:srgbClr val="150F41"/>
              </a:solidFill>
            </a:rPr>
            <a:t>últ</a:t>
          </a:r>
          <a:r>
            <a:rPr lang="es-EC" baseline="0" dirty="0">
              <a:solidFill>
                <a:srgbClr val="150F41"/>
              </a:solidFill>
            </a:rPr>
            <a:t> mes)</a:t>
          </a:r>
        </a:p>
      </dgm:t>
    </dgm:pt>
    <dgm:pt modelId="{B7683DED-10F4-4090-8D51-0CEAF7134D98}" type="parTrans" cxnId="{11812D2D-B1B3-45D5-A90D-17B62C27706E}">
      <dgm:prSet/>
      <dgm:spPr/>
      <dgm:t>
        <a:bodyPr/>
        <a:lstStyle/>
        <a:p>
          <a:endParaRPr lang="es-EC"/>
        </a:p>
      </dgm:t>
    </dgm:pt>
    <dgm:pt modelId="{667C098B-61D3-422E-A1FF-07987E7694DE}" type="sibTrans" cxnId="{11812D2D-B1B3-45D5-A90D-17B62C27706E}">
      <dgm:prSet/>
      <dgm:spPr/>
      <dgm:t>
        <a:bodyPr/>
        <a:lstStyle/>
        <a:p>
          <a:endParaRPr lang="es-EC"/>
        </a:p>
      </dgm:t>
    </dgm:pt>
    <dgm:pt modelId="{D24F37B4-0AF7-4F6F-ABF8-8A9141F9BE16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Saldo en Meta</a:t>
          </a:r>
        </a:p>
      </dgm:t>
    </dgm:pt>
    <dgm:pt modelId="{6CC69F66-5D34-423E-AF5E-53AB5F7CFF70}" type="parTrans" cxnId="{68DC6492-5C10-4F1E-A8D5-DF911FF2F10A}">
      <dgm:prSet/>
      <dgm:spPr/>
      <dgm:t>
        <a:bodyPr/>
        <a:lstStyle/>
        <a:p>
          <a:endParaRPr lang="es-EC"/>
        </a:p>
      </dgm:t>
    </dgm:pt>
    <dgm:pt modelId="{A6A15A12-A559-43CD-8975-B137DC458BB2}" type="sibTrans" cxnId="{68DC6492-5C10-4F1E-A8D5-DF911FF2F10A}">
      <dgm:prSet/>
      <dgm:spPr/>
      <dgm:t>
        <a:bodyPr/>
        <a:lstStyle/>
        <a:p>
          <a:endParaRPr lang="es-EC"/>
        </a:p>
      </dgm:t>
    </dgm:pt>
    <dgm:pt modelId="{B48D0B44-3110-4378-976A-B95BE2D92E56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7504140D-134C-4BA2-B28E-EE6998E30577}" type="parTrans" cxnId="{629499C5-E278-4881-818E-7314B6A9983D}">
      <dgm:prSet/>
      <dgm:spPr/>
      <dgm:t>
        <a:bodyPr/>
        <a:lstStyle/>
        <a:p>
          <a:endParaRPr lang="es-EC"/>
        </a:p>
      </dgm:t>
    </dgm:pt>
    <dgm:pt modelId="{E4E64A70-C914-4971-866C-CBF9CF78163D}" type="sibTrans" cxnId="{629499C5-E278-4881-818E-7314B6A9983D}">
      <dgm:prSet/>
      <dgm:spPr/>
      <dgm:t>
        <a:bodyPr/>
        <a:lstStyle/>
        <a:p>
          <a:endParaRPr lang="es-EC"/>
        </a:p>
      </dgm:t>
    </dgm:pt>
    <dgm:pt modelId="{948D3F28-4669-4EC4-923F-385FD3758F7A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9E50D789-F443-4F87-AABF-21B895119F63}" type="parTrans" cxnId="{EA34843C-EBCE-450E-9D09-82719DF160E4}">
      <dgm:prSet/>
      <dgm:spPr/>
      <dgm:t>
        <a:bodyPr/>
        <a:lstStyle/>
        <a:p>
          <a:endParaRPr lang="es-EC"/>
        </a:p>
      </dgm:t>
    </dgm:pt>
    <dgm:pt modelId="{B7E079C7-AD44-426C-8A80-C0CA0F1B966F}" type="sibTrans" cxnId="{EA34843C-EBCE-450E-9D09-82719DF160E4}">
      <dgm:prSet/>
      <dgm:spPr/>
      <dgm:t>
        <a:bodyPr/>
        <a:lstStyle/>
        <a:p>
          <a:endParaRPr lang="es-EC"/>
        </a:p>
      </dgm:t>
    </dgm:pt>
    <dgm:pt modelId="{9897D2E6-F94B-448B-8BE6-3285E665D56C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C9F7F83B-5B4E-4FAB-A909-C8D85E4AE524}" type="parTrans" cxnId="{D4DC6D06-967A-44CD-9269-82429B138CAF}">
      <dgm:prSet/>
      <dgm:spPr/>
      <dgm:t>
        <a:bodyPr/>
        <a:lstStyle/>
        <a:p>
          <a:endParaRPr lang="es-EC"/>
        </a:p>
      </dgm:t>
    </dgm:pt>
    <dgm:pt modelId="{1991202F-E28A-4D96-AA0C-25EC813BE1CA}" type="sibTrans" cxnId="{D4DC6D06-967A-44CD-9269-82429B138CAF}">
      <dgm:prSet/>
      <dgm:spPr/>
      <dgm:t>
        <a:bodyPr/>
        <a:lstStyle/>
        <a:p>
          <a:endParaRPr lang="es-EC"/>
        </a:p>
      </dgm:t>
    </dgm:pt>
    <dgm:pt modelId="{4074F581-04AF-4A88-A2B9-58FB6E5254C1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D2456FFE-F36C-467B-9DE2-B796DD2BB734}" type="parTrans" cxnId="{9495F7D6-AEC6-4E6F-A220-F7125D08A37C}">
      <dgm:prSet/>
      <dgm:spPr/>
      <dgm:t>
        <a:bodyPr/>
        <a:lstStyle/>
        <a:p>
          <a:endParaRPr lang="es-EC"/>
        </a:p>
      </dgm:t>
    </dgm:pt>
    <dgm:pt modelId="{5694B169-6083-4CE6-ADB0-3AD806D47EA4}" type="sibTrans" cxnId="{9495F7D6-AEC6-4E6F-A220-F7125D08A37C}">
      <dgm:prSet/>
      <dgm:spPr/>
      <dgm:t>
        <a:bodyPr/>
        <a:lstStyle/>
        <a:p>
          <a:endParaRPr lang="es-EC"/>
        </a:p>
      </dgm:t>
    </dgm:pt>
    <dgm:pt modelId="{B6140F67-7907-4206-B3F2-799B6774088D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Cliente Digital</a:t>
          </a:r>
        </a:p>
      </dgm:t>
    </dgm:pt>
    <dgm:pt modelId="{5BED75B8-F9CB-4F93-9113-8E17F4221FB1}" type="parTrans" cxnId="{3C2CE814-C70A-4E0D-B8EA-155DA9CB1568}">
      <dgm:prSet/>
      <dgm:spPr/>
      <dgm:t>
        <a:bodyPr/>
        <a:lstStyle/>
        <a:p>
          <a:endParaRPr lang="es-EC"/>
        </a:p>
      </dgm:t>
    </dgm:pt>
    <dgm:pt modelId="{F8A2730F-FEBE-4E6B-A076-8B916F9F43D7}" type="sibTrans" cxnId="{3C2CE814-C70A-4E0D-B8EA-155DA9CB1568}">
      <dgm:prSet/>
      <dgm:spPr/>
      <dgm:t>
        <a:bodyPr/>
        <a:lstStyle/>
        <a:p>
          <a:endParaRPr lang="es-EC"/>
        </a:p>
      </dgm:t>
    </dgm:pt>
    <dgm:pt modelId="{B64052CB-BE3E-428B-A360-07E8C24CCC0C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5F7CA2C7-BF1C-4D92-89BB-913C3FE228D5}" type="parTrans" cxnId="{6AB0E6D3-2D72-49CB-922F-F7DDFB3412B7}">
      <dgm:prSet/>
      <dgm:spPr/>
      <dgm:t>
        <a:bodyPr/>
        <a:lstStyle/>
        <a:p>
          <a:endParaRPr lang="es-EC"/>
        </a:p>
      </dgm:t>
    </dgm:pt>
    <dgm:pt modelId="{CE60FCFB-AB6D-4ED9-A6F3-913846F31EFC}" type="sibTrans" cxnId="{6AB0E6D3-2D72-49CB-922F-F7DDFB3412B7}">
      <dgm:prSet/>
      <dgm:spPr/>
      <dgm:t>
        <a:bodyPr/>
        <a:lstStyle/>
        <a:p>
          <a:endParaRPr lang="es-EC"/>
        </a:p>
      </dgm:t>
    </dgm:pt>
    <dgm:pt modelId="{6C2C6C0D-F038-48BF-A77A-0396757F631F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B6D3E7F0-AD88-4060-8B97-6B68D288808B}" type="parTrans" cxnId="{CC976535-82A9-4292-9E6F-E474CC0D4846}">
      <dgm:prSet/>
      <dgm:spPr/>
      <dgm:t>
        <a:bodyPr/>
        <a:lstStyle/>
        <a:p>
          <a:endParaRPr lang="es-EC"/>
        </a:p>
      </dgm:t>
    </dgm:pt>
    <dgm:pt modelId="{C0936F94-6589-4112-96E6-7D66E05D931C}" type="sibTrans" cxnId="{CC976535-82A9-4292-9E6F-E474CC0D4846}">
      <dgm:prSet/>
      <dgm:spPr/>
      <dgm:t>
        <a:bodyPr/>
        <a:lstStyle/>
        <a:p>
          <a:endParaRPr lang="es-EC"/>
        </a:p>
      </dgm:t>
    </dgm:pt>
    <dgm:pt modelId="{4C600106-8F02-465B-A4CD-0CBA6ED6368D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Débito (</a:t>
          </a:r>
          <a:r>
            <a:rPr lang="es-EC" baseline="0" dirty="0" err="1">
              <a:solidFill>
                <a:srgbClr val="150F41"/>
              </a:solidFill>
            </a:rPr>
            <a:t>últ</a:t>
          </a:r>
          <a:r>
            <a:rPr lang="es-EC" baseline="0" dirty="0">
              <a:solidFill>
                <a:srgbClr val="150F41"/>
              </a:solidFill>
            </a:rPr>
            <a:t> mes)</a:t>
          </a:r>
        </a:p>
      </dgm:t>
    </dgm:pt>
    <dgm:pt modelId="{F216DE7E-3334-4222-95FA-227277899B84}" type="parTrans" cxnId="{DB72C72A-0153-4D0A-B301-09AE4EBA8D00}">
      <dgm:prSet/>
      <dgm:spPr/>
      <dgm:t>
        <a:bodyPr/>
        <a:lstStyle/>
        <a:p>
          <a:endParaRPr lang="es-EC"/>
        </a:p>
      </dgm:t>
    </dgm:pt>
    <dgm:pt modelId="{AC990C1A-D79F-4FD3-A66D-317E3B0924A6}" type="sibTrans" cxnId="{DB72C72A-0153-4D0A-B301-09AE4EBA8D00}">
      <dgm:prSet/>
      <dgm:spPr/>
      <dgm:t>
        <a:bodyPr/>
        <a:lstStyle/>
        <a:p>
          <a:endParaRPr lang="es-EC"/>
        </a:p>
      </dgm:t>
    </dgm:pt>
    <dgm:pt modelId="{EE2C145F-630A-43D4-9DBF-44F891674202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1</a:t>
          </a:r>
        </a:p>
      </dgm:t>
    </dgm:pt>
    <dgm:pt modelId="{ACEB4D7F-AA28-40ED-93F7-336EFDA6045B}" type="parTrans" cxnId="{4C16059C-7D3B-444D-ABA9-60EC9F2D5CD3}">
      <dgm:prSet/>
      <dgm:spPr/>
      <dgm:t>
        <a:bodyPr/>
        <a:lstStyle/>
        <a:p>
          <a:endParaRPr lang="es-EC"/>
        </a:p>
      </dgm:t>
    </dgm:pt>
    <dgm:pt modelId="{8BC291A3-05A4-4FF9-BCAD-D00951AEA457}" type="sibTrans" cxnId="{4C16059C-7D3B-444D-ABA9-60EC9F2D5CD3}">
      <dgm:prSet/>
      <dgm:spPr/>
      <dgm:t>
        <a:bodyPr/>
        <a:lstStyle/>
        <a:p>
          <a:endParaRPr lang="es-EC"/>
        </a:p>
      </dgm:t>
    </dgm:pt>
    <dgm:pt modelId="{1D9A273D-1FBC-4DF9-9327-BA236040218D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0F307B27-365F-4572-9BEA-9980CAE2B7E2}" type="parTrans" cxnId="{75280D1D-76A5-4CDC-87AA-0738FDEC180B}">
      <dgm:prSet/>
      <dgm:spPr/>
      <dgm:t>
        <a:bodyPr/>
        <a:lstStyle/>
        <a:p>
          <a:endParaRPr lang="es-EC"/>
        </a:p>
      </dgm:t>
    </dgm:pt>
    <dgm:pt modelId="{D18D3C83-A8F8-4B0F-BBF7-AC3C021C1A87}" type="sibTrans" cxnId="{75280D1D-76A5-4CDC-87AA-0738FDEC180B}">
      <dgm:prSet/>
      <dgm:spPr/>
      <dgm:t>
        <a:bodyPr/>
        <a:lstStyle/>
        <a:p>
          <a:endParaRPr lang="es-EC"/>
        </a:p>
      </dgm:t>
    </dgm:pt>
    <dgm:pt modelId="{B14A0311-5726-4475-9E53-85C836AFC92C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42357B54-A9CE-4816-924C-DF487F79B752}" type="parTrans" cxnId="{B4D8B9DE-DF9B-4124-9934-B01FAF883BBE}">
      <dgm:prSet/>
      <dgm:spPr/>
      <dgm:t>
        <a:bodyPr/>
        <a:lstStyle/>
        <a:p>
          <a:endParaRPr lang="es-EC"/>
        </a:p>
      </dgm:t>
    </dgm:pt>
    <dgm:pt modelId="{D7D8E9BB-9A19-4692-8484-01876E384CB8}" type="sibTrans" cxnId="{B4D8B9DE-DF9B-4124-9934-B01FAF883BBE}">
      <dgm:prSet/>
      <dgm:spPr/>
      <dgm:t>
        <a:bodyPr/>
        <a:lstStyle/>
        <a:p>
          <a:endParaRPr lang="es-EC"/>
        </a:p>
      </dgm:t>
    </dgm:pt>
    <dgm:pt modelId="{4B8BF121-62A4-42D6-8D44-3CD0F5A21956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CA7C5D69-D6FC-4892-9597-36D34D7B757B}" type="parTrans" cxnId="{934F2523-3EDD-4856-8F1E-32AE6EEDE0CE}">
      <dgm:prSet/>
      <dgm:spPr/>
      <dgm:t>
        <a:bodyPr/>
        <a:lstStyle/>
        <a:p>
          <a:endParaRPr lang="es-EC"/>
        </a:p>
      </dgm:t>
    </dgm:pt>
    <dgm:pt modelId="{0B2F41B0-D65D-4399-A01C-2330905C7F0D}" type="sibTrans" cxnId="{934F2523-3EDD-4856-8F1E-32AE6EEDE0CE}">
      <dgm:prSet/>
      <dgm:spPr/>
      <dgm:t>
        <a:bodyPr/>
        <a:lstStyle/>
        <a:p>
          <a:endParaRPr lang="es-EC"/>
        </a:p>
      </dgm:t>
    </dgm:pt>
    <dgm:pt modelId="{8227352B-B68B-42C2-86D3-836F3AECFF93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95289957-C481-46A5-9961-6F007BB5639B}" type="parTrans" cxnId="{3A5EDFDB-4B7B-465C-B6F8-5BE63E03B313}">
      <dgm:prSet/>
      <dgm:spPr/>
      <dgm:t>
        <a:bodyPr/>
        <a:lstStyle/>
        <a:p>
          <a:endParaRPr lang="es-EC"/>
        </a:p>
      </dgm:t>
    </dgm:pt>
    <dgm:pt modelId="{14560264-AD83-4BCC-9AEA-6CB17DDC4BBE}" type="sibTrans" cxnId="{3A5EDFDB-4B7B-465C-B6F8-5BE63E03B313}">
      <dgm:prSet/>
      <dgm:spPr/>
      <dgm:t>
        <a:bodyPr/>
        <a:lstStyle/>
        <a:p>
          <a:endParaRPr lang="es-EC"/>
        </a:p>
      </dgm:t>
    </dgm:pt>
    <dgm:pt modelId="{B7F23F51-714B-4CC5-B895-74511E2C08B0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F4766236-2E60-4496-BE2D-DDA0A2830C6F}" type="parTrans" cxnId="{0FE9BB40-8654-46A5-A93A-1DD2531F9228}">
      <dgm:prSet/>
      <dgm:spPr/>
      <dgm:t>
        <a:bodyPr/>
        <a:lstStyle/>
        <a:p>
          <a:endParaRPr lang="es-EC"/>
        </a:p>
      </dgm:t>
    </dgm:pt>
    <dgm:pt modelId="{2CBA1ACC-13CE-474A-9329-8ADE3D9C29ED}" type="sibTrans" cxnId="{0FE9BB40-8654-46A5-A93A-1DD2531F9228}">
      <dgm:prSet/>
      <dgm:spPr/>
      <dgm:t>
        <a:bodyPr/>
        <a:lstStyle/>
        <a:p>
          <a:endParaRPr lang="es-EC"/>
        </a:p>
      </dgm:t>
    </dgm:pt>
    <dgm:pt modelId="{42A41EC5-2025-4CD8-97FA-81FBABC0ADA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1</a:t>
          </a:r>
        </a:p>
      </dgm:t>
    </dgm:pt>
    <dgm:pt modelId="{A6FDB82A-259F-423A-8A53-30F7942AB2B3}" type="parTrans" cxnId="{FDF1B41C-26FB-4E26-B4DE-3CD07C59CCB6}">
      <dgm:prSet/>
      <dgm:spPr/>
      <dgm:t>
        <a:bodyPr/>
        <a:lstStyle/>
        <a:p>
          <a:endParaRPr lang="es-EC"/>
        </a:p>
      </dgm:t>
    </dgm:pt>
    <dgm:pt modelId="{9F0FC837-061F-49B1-A15E-EAFB301FF3B7}" type="sibTrans" cxnId="{FDF1B41C-26FB-4E26-B4DE-3CD07C59CCB6}">
      <dgm:prSet/>
      <dgm:spPr/>
      <dgm:t>
        <a:bodyPr/>
        <a:lstStyle/>
        <a:p>
          <a:endParaRPr lang="es-EC"/>
        </a:p>
      </dgm:t>
    </dgm:pt>
    <dgm:pt modelId="{B7E54385-8BC1-46FF-8E14-00F1B0661F6D}">
      <dgm:prSet phldrT="[Texto]" phldr="0"/>
      <dgm:spPr/>
      <dgm:t>
        <a:bodyPr/>
        <a:lstStyle/>
        <a:p>
          <a:r>
            <a:rPr lang="es-EC" baseline="0" dirty="0">
              <a:solidFill>
                <a:schemeClr val="bg1"/>
              </a:solidFill>
            </a:rPr>
            <a:t>Nómina</a:t>
          </a:r>
        </a:p>
      </dgm:t>
    </dgm:pt>
    <dgm:pt modelId="{16804AD2-2BD1-4CAB-A594-13FF7A771F87}" type="parTrans" cxnId="{2F1162AE-0933-41D7-8963-810DA3FC340E}">
      <dgm:prSet/>
      <dgm:spPr/>
      <dgm:t>
        <a:bodyPr/>
        <a:lstStyle/>
        <a:p>
          <a:endParaRPr lang="es-EC"/>
        </a:p>
      </dgm:t>
    </dgm:pt>
    <dgm:pt modelId="{9D704ADC-5B61-4EEF-BAD7-1BB88549BBE4}" type="sibTrans" cxnId="{2F1162AE-0933-41D7-8963-810DA3FC340E}">
      <dgm:prSet/>
      <dgm:spPr/>
      <dgm:t>
        <a:bodyPr/>
        <a:lstStyle/>
        <a:p>
          <a:endParaRPr lang="es-EC"/>
        </a:p>
      </dgm:t>
    </dgm:pt>
    <dgm:pt modelId="{D65AB02F-F0A3-46D7-B932-7864B7047F56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Tener Producto</a:t>
          </a:r>
          <a:endParaRPr lang="es-EC" dirty="0">
            <a:solidFill>
              <a:srgbClr val="150F41"/>
            </a:solidFill>
          </a:endParaRPr>
        </a:p>
      </dgm:t>
    </dgm:pt>
    <dgm:pt modelId="{7B421B0F-55A0-43E3-AAB4-7F7453CC308D}" type="parTrans" cxnId="{2B702970-F3AB-4C88-A4BF-C682AA38264F}">
      <dgm:prSet/>
      <dgm:spPr/>
      <dgm:t>
        <a:bodyPr/>
        <a:lstStyle/>
        <a:p>
          <a:endParaRPr lang="es-EC"/>
        </a:p>
      </dgm:t>
    </dgm:pt>
    <dgm:pt modelId="{195073AE-D293-42C7-948C-750FA9FCE90B}" type="sibTrans" cxnId="{2B702970-F3AB-4C88-A4BF-C682AA38264F}">
      <dgm:prSet/>
      <dgm:spPr/>
      <dgm:t>
        <a:bodyPr/>
        <a:lstStyle/>
        <a:p>
          <a:endParaRPr lang="es-EC"/>
        </a:p>
      </dgm:t>
    </dgm:pt>
    <dgm:pt modelId="{DFCECDA1-F5DE-4D2E-B165-821A13D53181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7D955B6F-F42D-4BD2-9D6E-CB680270C029}" type="parTrans" cxnId="{25B5E12C-3671-4FED-BA9A-28FB09331F4A}">
      <dgm:prSet/>
      <dgm:spPr/>
      <dgm:t>
        <a:bodyPr/>
        <a:lstStyle/>
        <a:p>
          <a:endParaRPr lang="es-EC"/>
        </a:p>
      </dgm:t>
    </dgm:pt>
    <dgm:pt modelId="{233A2DDF-4C40-4B1C-8BF2-15D4778F5870}" type="sibTrans" cxnId="{25B5E12C-3671-4FED-BA9A-28FB09331F4A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10"/>
      <dgm:spPr/>
    </dgm:pt>
    <dgm:pt modelId="{81E432F6-3EF7-4549-811C-B578FA37B5ED}" type="pres">
      <dgm:prSet presAssocID="{DC92EE81-E160-409C-8D57-13731F9F37AC}" presName="connTx" presStyleLbl="parChTrans1D2" presStyleIdx="0" presStyleCnt="10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10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3F3348B2-04C2-46F8-8EB7-421170EC45A5}" type="pres">
      <dgm:prSet presAssocID="{2194B898-C327-4D4E-88DA-2F67F1A8A247}" presName="conn2-1" presStyleLbl="parChTrans1D3" presStyleIdx="0" presStyleCnt="10"/>
      <dgm:spPr/>
    </dgm:pt>
    <dgm:pt modelId="{0C90F4FC-85D3-4791-86E5-D9986B869FC4}" type="pres">
      <dgm:prSet presAssocID="{2194B898-C327-4D4E-88DA-2F67F1A8A247}" presName="connTx" presStyleLbl="parChTrans1D3" presStyleIdx="0" presStyleCnt="10"/>
      <dgm:spPr/>
    </dgm:pt>
    <dgm:pt modelId="{B94510B3-BBC4-4774-8283-7091DF1C7CF7}" type="pres">
      <dgm:prSet presAssocID="{FCC30B53-80CF-495C-9E37-AE840D0A54E9}" presName="root2" presStyleCnt="0"/>
      <dgm:spPr/>
    </dgm:pt>
    <dgm:pt modelId="{0D1B3F7F-30ED-4F6C-931F-D0F75EB516EC}" type="pres">
      <dgm:prSet presAssocID="{FCC30B53-80CF-495C-9E37-AE840D0A54E9}" presName="LevelTwoTextNode" presStyleLbl="node3" presStyleIdx="0" presStyleCnt="10">
        <dgm:presLayoutVars>
          <dgm:chPref val="3"/>
        </dgm:presLayoutVars>
      </dgm:prSet>
      <dgm:spPr/>
    </dgm:pt>
    <dgm:pt modelId="{D9250867-03C7-4A5E-AC1C-B73262C6F20F}" type="pres">
      <dgm:prSet presAssocID="{FCC30B53-80CF-495C-9E37-AE840D0A54E9}" presName="level3hierChild" presStyleCnt="0"/>
      <dgm:spPr/>
    </dgm:pt>
    <dgm:pt modelId="{A127D93A-C082-4168-98F1-0A3741E23D2D}" type="pres">
      <dgm:prSet presAssocID="{5F7CA2C7-BF1C-4D92-89BB-913C3FE228D5}" presName="conn2-1" presStyleLbl="parChTrans1D4" presStyleIdx="0" presStyleCnt="10"/>
      <dgm:spPr/>
    </dgm:pt>
    <dgm:pt modelId="{7588EB7B-8CD0-4D95-A555-6D9BAA0DAB7D}" type="pres">
      <dgm:prSet presAssocID="{5F7CA2C7-BF1C-4D92-89BB-913C3FE228D5}" presName="connTx" presStyleLbl="parChTrans1D4" presStyleIdx="0" presStyleCnt="10"/>
      <dgm:spPr/>
    </dgm:pt>
    <dgm:pt modelId="{42D1C9A8-B1E9-46B1-9851-8F605CD35EB7}" type="pres">
      <dgm:prSet presAssocID="{B64052CB-BE3E-428B-A360-07E8C24CCC0C}" presName="root2" presStyleCnt="0"/>
      <dgm:spPr/>
    </dgm:pt>
    <dgm:pt modelId="{0B6CCB4A-7225-4330-8D7C-CAD770CEC914}" type="pres">
      <dgm:prSet presAssocID="{B64052CB-BE3E-428B-A360-07E8C24CCC0C}" presName="LevelTwoTextNode" presStyleLbl="node4" presStyleIdx="0" presStyleCnt="10" custScaleX="48217">
        <dgm:presLayoutVars>
          <dgm:chPref val="3"/>
        </dgm:presLayoutVars>
      </dgm:prSet>
      <dgm:spPr/>
    </dgm:pt>
    <dgm:pt modelId="{6AEA6B9D-B290-471D-A07D-D3A27FE028C8}" type="pres">
      <dgm:prSet presAssocID="{B64052CB-BE3E-428B-A360-07E8C24CCC0C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10"/>
      <dgm:spPr/>
    </dgm:pt>
    <dgm:pt modelId="{37CD627C-8293-4029-B114-AA7B7535644E}" type="pres">
      <dgm:prSet presAssocID="{1EAAA8DD-4A75-4985-B423-64C84D4EE993}" presName="connTx" presStyleLbl="parChTrans1D2" presStyleIdx="1" presStyleCnt="10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10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5E4E42DD-3DC5-4B9C-A797-9F0465C2C0C2}" type="pres">
      <dgm:prSet presAssocID="{B7683DED-10F4-4090-8D51-0CEAF7134D98}" presName="conn2-1" presStyleLbl="parChTrans1D3" presStyleIdx="1" presStyleCnt="10"/>
      <dgm:spPr/>
    </dgm:pt>
    <dgm:pt modelId="{D8B29C5C-0816-4F81-865B-7EB6704402BF}" type="pres">
      <dgm:prSet presAssocID="{B7683DED-10F4-4090-8D51-0CEAF7134D98}" presName="connTx" presStyleLbl="parChTrans1D3" presStyleIdx="1" presStyleCnt="10"/>
      <dgm:spPr/>
    </dgm:pt>
    <dgm:pt modelId="{9021E3EC-0051-4559-A960-AB02ED1D8C43}" type="pres">
      <dgm:prSet presAssocID="{6583610E-1A7C-4E10-B2E8-E0C19D00B9A0}" presName="root2" presStyleCnt="0"/>
      <dgm:spPr/>
    </dgm:pt>
    <dgm:pt modelId="{6F6144C2-8CC6-4AA7-AF21-168289CF647E}" type="pres">
      <dgm:prSet presAssocID="{6583610E-1A7C-4E10-B2E8-E0C19D00B9A0}" presName="LevelTwoTextNode" presStyleLbl="node3" presStyleIdx="1" presStyleCnt="10">
        <dgm:presLayoutVars>
          <dgm:chPref val="3"/>
        </dgm:presLayoutVars>
      </dgm:prSet>
      <dgm:spPr/>
    </dgm:pt>
    <dgm:pt modelId="{DBCBC2FA-183D-4AC0-BA7A-238300C608E2}" type="pres">
      <dgm:prSet presAssocID="{6583610E-1A7C-4E10-B2E8-E0C19D00B9A0}" presName="level3hierChild" presStyleCnt="0"/>
      <dgm:spPr/>
    </dgm:pt>
    <dgm:pt modelId="{E66A7893-53DE-4C20-97F3-42A6AE3BBEA4}" type="pres">
      <dgm:prSet presAssocID="{B6D3E7F0-AD88-4060-8B97-6B68D288808B}" presName="conn2-1" presStyleLbl="parChTrans1D4" presStyleIdx="1" presStyleCnt="10"/>
      <dgm:spPr/>
    </dgm:pt>
    <dgm:pt modelId="{CCFCC316-DBF4-40CD-AB29-B3F58DFFD053}" type="pres">
      <dgm:prSet presAssocID="{B6D3E7F0-AD88-4060-8B97-6B68D288808B}" presName="connTx" presStyleLbl="parChTrans1D4" presStyleIdx="1" presStyleCnt="10"/>
      <dgm:spPr/>
    </dgm:pt>
    <dgm:pt modelId="{0EE56E90-DAD1-421C-8338-2EF21C3A506E}" type="pres">
      <dgm:prSet presAssocID="{6C2C6C0D-F038-48BF-A77A-0396757F631F}" presName="root2" presStyleCnt="0"/>
      <dgm:spPr/>
    </dgm:pt>
    <dgm:pt modelId="{B4C17056-AF94-4420-AB8F-2D52248DC182}" type="pres">
      <dgm:prSet presAssocID="{6C2C6C0D-F038-48BF-A77A-0396757F631F}" presName="LevelTwoTextNode" presStyleLbl="node4" presStyleIdx="1" presStyleCnt="10" custScaleX="48217">
        <dgm:presLayoutVars>
          <dgm:chPref val="3"/>
        </dgm:presLayoutVars>
      </dgm:prSet>
      <dgm:spPr/>
    </dgm:pt>
    <dgm:pt modelId="{1AA6312F-4947-40C0-B2BE-707601400B52}" type="pres">
      <dgm:prSet presAssocID="{6C2C6C0D-F038-48BF-A77A-0396757F631F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10"/>
      <dgm:spPr/>
    </dgm:pt>
    <dgm:pt modelId="{CE810C7E-C3EF-4168-95BF-2980E8095076}" type="pres">
      <dgm:prSet presAssocID="{6A43294B-A1CB-4D6F-B453-0FF0E5776867}" presName="connTx" presStyleLbl="parChTrans1D2" presStyleIdx="2" presStyleCnt="10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10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0B2C3DEE-29F0-4A70-9C19-F3A6568122D1}" type="pres">
      <dgm:prSet presAssocID="{F216DE7E-3334-4222-95FA-227277899B84}" presName="conn2-1" presStyleLbl="parChTrans1D3" presStyleIdx="2" presStyleCnt="10"/>
      <dgm:spPr/>
    </dgm:pt>
    <dgm:pt modelId="{D0460D2A-98B4-4457-AD5C-1B61D4B2581C}" type="pres">
      <dgm:prSet presAssocID="{F216DE7E-3334-4222-95FA-227277899B84}" presName="connTx" presStyleLbl="parChTrans1D3" presStyleIdx="2" presStyleCnt="10"/>
      <dgm:spPr/>
    </dgm:pt>
    <dgm:pt modelId="{D5A49201-80A1-4D17-8C96-50565380FDD4}" type="pres">
      <dgm:prSet presAssocID="{4C600106-8F02-465B-A4CD-0CBA6ED6368D}" presName="root2" presStyleCnt="0"/>
      <dgm:spPr/>
    </dgm:pt>
    <dgm:pt modelId="{7BB34EAD-A9D4-4433-82FB-8D85B83831B2}" type="pres">
      <dgm:prSet presAssocID="{4C600106-8F02-465B-A4CD-0CBA6ED6368D}" presName="LevelTwoTextNode" presStyleLbl="node3" presStyleIdx="2" presStyleCnt="10">
        <dgm:presLayoutVars>
          <dgm:chPref val="3"/>
        </dgm:presLayoutVars>
      </dgm:prSet>
      <dgm:spPr/>
    </dgm:pt>
    <dgm:pt modelId="{BD786D60-D357-49D5-AEEF-D726E602D51C}" type="pres">
      <dgm:prSet presAssocID="{4C600106-8F02-465B-A4CD-0CBA6ED6368D}" presName="level3hierChild" presStyleCnt="0"/>
      <dgm:spPr/>
    </dgm:pt>
    <dgm:pt modelId="{60DB86B8-AB26-4AE4-820F-80100E439A3D}" type="pres">
      <dgm:prSet presAssocID="{ACEB4D7F-AA28-40ED-93F7-336EFDA6045B}" presName="conn2-1" presStyleLbl="parChTrans1D4" presStyleIdx="2" presStyleCnt="10"/>
      <dgm:spPr/>
    </dgm:pt>
    <dgm:pt modelId="{486C6242-DD8D-402E-9699-C0DC4B6AA9AB}" type="pres">
      <dgm:prSet presAssocID="{ACEB4D7F-AA28-40ED-93F7-336EFDA6045B}" presName="connTx" presStyleLbl="parChTrans1D4" presStyleIdx="2" presStyleCnt="10"/>
      <dgm:spPr/>
    </dgm:pt>
    <dgm:pt modelId="{5942E6F4-853E-410C-B6A9-A07556C861DE}" type="pres">
      <dgm:prSet presAssocID="{EE2C145F-630A-43D4-9DBF-44F891674202}" presName="root2" presStyleCnt="0"/>
      <dgm:spPr/>
    </dgm:pt>
    <dgm:pt modelId="{B2BD390E-5AA1-48EE-BC8C-249D037084F5}" type="pres">
      <dgm:prSet presAssocID="{EE2C145F-630A-43D4-9DBF-44F891674202}" presName="LevelTwoTextNode" presStyleLbl="node4" presStyleIdx="2" presStyleCnt="10" custScaleX="48217">
        <dgm:presLayoutVars>
          <dgm:chPref val="3"/>
        </dgm:presLayoutVars>
      </dgm:prSet>
      <dgm:spPr/>
    </dgm:pt>
    <dgm:pt modelId="{7A9DDC9E-4939-4AE9-B028-7ACCBBF8AFB7}" type="pres">
      <dgm:prSet presAssocID="{EE2C145F-630A-43D4-9DBF-44F891674202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10"/>
      <dgm:spPr/>
    </dgm:pt>
    <dgm:pt modelId="{B1DAB71E-6E0D-4893-9248-FF2AC3D62576}" type="pres">
      <dgm:prSet presAssocID="{8BE22E42-DB0A-4790-87BD-8B0CEA94CA04}" presName="connTx" presStyleLbl="parChTrans1D2" presStyleIdx="3" presStyleCnt="10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10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1025C237-A869-49AD-9337-1D7407CAC99C}" type="pres">
      <dgm:prSet presAssocID="{C9F7F83B-5B4E-4FAB-A909-C8D85E4AE524}" presName="conn2-1" presStyleLbl="parChTrans1D3" presStyleIdx="3" presStyleCnt="10"/>
      <dgm:spPr/>
    </dgm:pt>
    <dgm:pt modelId="{68136AC4-BDD7-4777-A2D7-6110A212B42A}" type="pres">
      <dgm:prSet presAssocID="{C9F7F83B-5B4E-4FAB-A909-C8D85E4AE524}" presName="connTx" presStyleLbl="parChTrans1D3" presStyleIdx="3" presStyleCnt="10"/>
      <dgm:spPr/>
    </dgm:pt>
    <dgm:pt modelId="{80A61EC3-92FE-4EE6-9E70-BD5267F31811}" type="pres">
      <dgm:prSet presAssocID="{9897D2E6-F94B-448B-8BE6-3285E665D56C}" presName="root2" presStyleCnt="0"/>
      <dgm:spPr/>
    </dgm:pt>
    <dgm:pt modelId="{0BA20883-AC06-46A2-BDB2-084685A86392}" type="pres">
      <dgm:prSet presAssocID="{9897D2E6-F94B-448B-8BE6-3285E665D56C}" presName="LevelTwoTextNode" presStyleLbl="node3" presStyleIdx="3" presStyleCnt="10">
        <dgm:presLayoutVars>
          <dgm:chPref val="3"/>
        </dgm:presLayoutVars>
      </dgm:prSet>
      <dgm:spPr/>
    </dgm:pt>
    <dgm:pt modelId="{7D044068-356B-488A-9310-E9F4C93B5059}" type="pres">
      <dgm:prSet presAssocID="{9897D2E6-F94B-448B-8BE6-3285E665D56C}" presName="level3hierChild" presStyleCnt="0"/>
      <dgm:spPr/>
    </dgm:pt>
    <dgm:pt modelId="{E3EB1B03-3487-40DA-947F-CE0DCBC1024C}" type="pres">
      <dgm:prSet presAssocID="{0F307B27-365F-4572-9BEA-9980CAE2B7E2}" presName="conn2-1" presStyleLbl="parChTrans1D4" presStyleIdx="3" presStyleCnt="10"/>
      <dgm:spPr/>
    </dgm:pt>
    <dgm:pt modelId="{AB6BADEB-E717-4F4C-8BB1-05E739A15FD2}" type="pres">
      <dgm:prSet presAssocID="{0F307B27-365F-4572-9BEA-9980CAE2B7E2}" presName="connTx" presStyleLbl="parChTrans1D4" presStyleIdx="3" presStyleCnt="10"/>
      <dgm:spPr/>
    </dgm:pt>
    <dgm:pt modelId="{966F375D-DB9F-46A4-8167-E294611ED68F}" type="pres">
      <dgm:prSet presAssocID="{1D9A273D-1FBC-4DF9-9327-BA236040218D}" presName="root2" presStyleCnt="0"/>
      <dgm:spPr/>
    </dgm:pt>
    <dgm:pt modelId="{FBC4DB25-4C66-409B-8343-CDA5C3416EF5}" type="pres">
      <dgm:prSet presAssocID="{1D9A273D-1FBC-4DF9-9327-BA236040218D}" presName="LevelTwoTextNode" presStyleLbl="node4" presStyleIdx="3" presStyleCnt="10" custScaleX="48217">
        <dgm:presLayoutVars>
          <dgm:chPref val="3"/>
        </dgm:presLayoutVars>
      </dgm:prSet>
      <dgm:spPr/>
    </dgm:pt>
    <dgm:pt modelId="{7AFBB4E0-5F87-45C3-8E39-4C985447C8BA}" type="pres">
      <dgm:prSet presAssocID="{1D9A273D-1FBC-4DF9-9327-BA236040218D}" presName="level3hierChild" presStyleCnt="0"/>
      <dgm:spPr/>
    </dgm:pt>
    <dgm:pt modelId="{FE9BAB8F-E46F-4F0B-9F5C-E8662C1E6217}" type="pres">
      <dgm:prSet presAssocID="{062E7DA8-0F4D-4255-95A1-57CEFA146D1D}" presName="conn2-1" presStyleLbl="parChTrans1D2" presStyleIdx="4" presStyleCnt="10"/>
      <dgm:spPr/>
    </dgm:pt>
    <dgm:pt modelId="{BF41CCA9-4415-4941-A18B-00E2CD618542}" type="pres">
      <dgm:prSet presAssocID="{062E7DA8-0F4D-4255-95A1-57CEFA146D1D}" presName="connTx" presStyleLbl="parChTrans1D2" presStyleIdx="4" presStyleCnt="10"/>
      <dgm:spPr/>
    </dgm:pt>
    <dgm:pt modelId="{793784E1-95B3-48EF-A4BD-64F431A89F0C}" type="pres">
      <dgm:prSet presAssocID="{43C2C9CE-FB6B-4922-B62F-24129D0D74FE}" presName="root2" presStyleCnt="0"/>
      <dgm:spPr/>
    </dgm:pt>
    <dgm:pt modelId="{DAE82DBF-0D60-41F0-896E-3650DCF6B75A}" type="pres">
      <dgm:prSet presAssocID="{43C2C9CE-FB6B-4922-B62F-24129D0D74FE}" presName="LevelTwoTextNode" presStyleLbl="node2" presStyleIdx="4" presStyleCnt="10">
        <dgm:presLayoutVars>
          <dgm:chPref val="3"/>
        </dgm:presLayoutVars>
      </dgm:prSet>
      <dgm:spPr/>
    </dgm:pt>
    <dgm:pt modelId="{886F5094-6F41-45A7-A523-4206CD241528}" type="pres">
      <dgm:prSet presAssocID="{43C2C9CE-FB6B-4922-B62F-24129D0D74FE}" presName="level3hierChild" presStyleCnt="0"/>
      <dgm:spPr/>
    </dgm:pt>
    <dgm:pt modelId="{6E352E3A-D0F9-481B-A998-5B020A8C76CE}" type="pres">
      <dgm:prSet presAssocID="{D2456FFE-F36C-467B-9DE2-B796DD2BB734}" presName="conn2-1" presStyleLbl="parChTrans1D3" presStyleIdx="4" presStyleCnt="10"/>
      <dgm:spPr/>
    </dgm:pt>
    <dgm:pt modelId="{528AD2A8-E3A7-4DC2-821F-0125D89457A2}" type="pres">
      <dgm:prSet presAssocID="{D2456FFE-F36C-467B-9DE2-B796DD2BB734}" presName="connTx" presStyleLbl="parChTrans1D3" presStyleIdx="4" presStyleCnt="10"/>
      <dgm:spPr/>
    </dgm:pt>
    <dgm:pt modelId="{2BC4C651-4E5E-4935-A698-2E6D6FFB085B}" type="pres">
      <dgm:prSet presAssocID="{4074F581-04AF-4A88-A2B9-58FB6E5254C1}" presName="root2" presStyleCnt="0"/>
      <dgm:spPr/>
    </dgm:pt>
    <dgm:pt modelId="{A84F1D51-BB5A-4796-9230-3A120D891569}" type="pres">
      <dgm:prSet presAssocID="{4074F581-04AF-4A88-A2B9-58FB6E5254C1}" presName="LevelTwoTextNode" presStyleLbl="node3" presStyleIdx="4" presStyleCnt="10">
        <dgm:presLayoutVars>
          <dgm:chPref val="3"/>
        </dgm:presLayoutVars>
      </dgm:prSet>
      <dgm:spPr/>
    </dgm:pt>
    <dgm:pt modelId="{D285AB33-C789-49C6-B677-6A053047F1B5}" type="pres">
      <dgm:prSet presAssocID="{4074F581-04AF-4A88-A2B9-58FB6E5254C1}" presName="level3hierChild" presStyleCnt="0"/>
      <dgm:spPr/>
    </dgm:pt>
    <dgm:pt modelId="{FE941F1F-20CA-4C55-B397-5F4B1C4D50F1}" type="pres">
      <dgm:prSet presAssocID="{42357B54-A9CE-4816-924C-DF487F79B752}" presName="conn2-1" presStyleLbl="parChTrans1D4" presStyleIdx="4" presStyleCnt="10"/>
      <dgm:spPr/>
    </dgm:pt>
    <dgm:pt modelId="{FF359B89-0B39-4CE3-93E2-CD1A931C3CEA}" type="pres">
      <dgm:prSet presAssocID="{42357B54-A9CE-4816-924C-DF487F79B752}" presName="connTx" presStyleLbl="parChTrans1D4" presStyleIdx="4" presStyleCnt="10"/>
      <dgm:spPr/>
    </dgm:pt>
    <dgm:pt modelId="{44CF7D89-EE5D-4055-8FBA-F70B7343411E}" type="pres">
      <dgm:prSet presAssocID="{B14A0311-5726-4475-9E53-85C836AFC92C}" presName="root2" presStyleCnt="0"/>
      <dgm:spPr/>
    </dgm:pt>
    <dgm:pt modelId="{A3CE5435-1141-42DD-980C-414E23182890}" type="pres">
      <dgm:prSet presAssocID="{B14A0311-5726-4475-9E53-85C836AFC92C}" presName="LevelTwoTextNode" presStyleLbl="node4" presStyleIdx="4" presStyleCnt="10" custScaleX="48217">
        <dgm:presLayoutVars>
          <dgm:chPref val="3"/>
        </dgm:presLayoutVars>
      </dgm:prSet>
      <dgm:spPr/>
    </dgm:pt>
    <dgm:pt modelId="{0613B88B-6C5F-4837-B3B7-2E2843919BBC}" type="pres">
      <dgm:prSet presAssocID="{B14A0311-5726-4475-9E53-85C836AFC92C}" presName="level3hierChild" presStyleCnt="0"/>
      <dgm:spPr/>
    </dgm:pt>
    <dgm:pt modelId="{F7C38909-BE07-464E-834D-BDCFBA258100}" type="pres">
      <dgm:prSet presAssocID="{D61E1BDC-FFB4-4FDA-9F8F-A2D38A22FC13}" presName="conn2-1" presStyleLbl="parChTrans1D2" presStyleIdx="5" presStyleCnt="10"/>
      <dgm:spPr/>
    </dgm:pt>
    <dgm:pt modelId="{2D59348E-CC92-4EDA-8DAB-F0153DE00DFE}" type="pres">
      <dgm:prSet presAssocID="{D61E1BDC-FFB4-4FDA-9F8F-A2D38A22FC13}" presName="connTx" presStyleLbl="parChTrans1D2" presStyleIdx="5" presStyleCnt="10"/>
      <dgm:spPr/>
    </dgm:pt>
    <dgm:pt modelId="{09E3E5F7-6710-42A6-8755-1B392952BE7A}" type="pres">
      <dgm:prSet presAssocID="{B2DB83ED-41AF-4BCB-925B-2B612D563F67}" presName="root2" presStyleCnt="0"/>
      <dgm:spPr/>
    </dgm:pt>
    <dgm:pt modelId="{FDF91A2A-2A66-4C6C-A86A-CDF4326DA8EE}" type="pres">
      <dgm:prSet presAssocID="{B2DB83ED-41AF-4BCB-925B-2B612D563F67}" presName="LevelTwoTextNode" presStyleLbl="node2" presStyleIdx="5" presStyleCnt="10">
        <dgm:presLayoutVars>
          <dgm:chPref val="3"/>
        </dgm:presLayoutVars>
      </dgm:prSet>
      <dgm:spPr/>
    </dgm:pt>
    <dgm:pt modelId="{CF943F71-00A5-4A37-9AA2-340A74FF6AAC}" type="pres">
      <dgm:prSet presAssocID="{B2DB83ED-41AF-4BCB-925B-2B612D563F67}" presName="level3hierChild" presStyleCnt="0"/>
      <dgm:spPr/>
    </dgm:pt>
    <dgm:pt modelId="{4D78C0FD-C85D-44AE-95F1-5625C530C688}" type="pres">
      <dgm:prSet presAssocID="{6CC69F66-5D34-423E-AF5E-53AB5F7CFF70}" presName="conn2-1" presStyleLbl="parChTrans1D3" presStyleIdx="5" presStyleCnt="10"/>
      <dgm:spPr/>
    </dgm:pt>
    <dgm:pt modelId="{FCB80174-977E-4FDC-A16B-7D1437C183F2}" type="pres">
      <dgm:prSet presAssocID="{6CC69F66-5D34-423E-AF5E-53AB5F7CFF70}" presName="connTx" presStyleLbl="parChTrans1D3" presStyleIdx="5" presStyleCnt="10"/>
      <dgm:spPr/>
    </dgm:pt>
    <dgm:pt modelId="{F99645D6-B775-44B3-BD68-DE35BE73F39D}" type="pres">
      <dgm:prSet presAssocID="{D24F37B4-0AF7-4F6F-ABF8-8A9141F9BE16}" presName="root2" presStyleCnt="0"/>
      <dgm:spPr/>
    </dgm:pt>
    <dgm:pt modelId="{39579ECC-5A3F-4DBE-B681-3E450FCC0508}" type="pres">
      <dgm:prSet presAssocID="{D24F37B4-0AF7-4F6F-ABF8-8A9141F9BE16}" presName="LevelTwoTextNode" presStyleLbl="node3" presStyleIdx="5" presStyleCnt="10">
        <dgm:presLayoutVars>
          <dgm:chPref val="3"/>
        </dgm:presLayoutVars>
      </dgm:prSet>
      <dgm:spPr/>
    </dgm:pt>
    <dgm:pt modelId="{78FD9C01-7CBE-48E1-A65D-369494ADF49C}" type="pres">
      <dgm:prSet presAssocID="{D24F37B4-0AF7-4F6F-ABF8-8A9141F9BE16}" presName="level3hierChild" presStyleCnt="0"/>
      <dgm:spPr/>
    </dgm:pt>
    <dgm:pt modelId="{7B24AA88-93EC-4ACD-A3A2-F98FFA8C9C81}" type="pres">
      <dgm:prSet presAssocID="{CA7C5D69-D6FC-4892-9597-36D34D7B757B}" presName="conn2-1" presStyleLbl="parChTrans1D4" presStyleIdx="5" presStyleCnt="10"/>
      <dgm:spPr/>
    </dgm:pt>
    <dgm:pt modelId="{8356AC79-2EF4-49C1-9BE8-D778171D8DF5}" type="pres">
      <dgm:prSet presAssocID="{CA7C5D69-D6FC-4892-9597-36D34D7B757B}" presName="connTx" presStyleLbl="parChTrans1D4" presStyleIdx="5" presStyleCnt="10"/>
      <dgm:spPr/>
    </dgm:pt>
    <dgm:pt modelId="{B884D676-ADA4-4875-AA6D-A4A162F85EBB}" type="pres">
      <dgm:prSet presAssocID="{4B8BF121-62A4-42D6-8D44-3CD0F5A21956}" presName="root2" presStyleCnt="0"/>
      <dgm:spPr/>
    </dgm:pt>
    <dgm:pt modelId="{6C0DA723-208C-456B-8DC0-14BE49161222}" type="pres">
      <dgm:prSet presAssocID="{4B8BF121-62A4-42D6-8D44-3CD0F5A21956}" presName="LevelTwoTextNode" presStyleLbl="node4" presStyleIdx="5" presStyleCnt="10" custScaleX="48217">
        <dgm:presLayoutVars>
          <dgm:chPref val="3"/>
        </dgm:presLayoutVars>
      </dgm:prSet>
      <dgm:spPr/>
    </dgm:pt>
    <dgm:pt modelId="{F326B291-A370-49E2-93C5-92A41CE46CFA}" type="pres">
      <dgm:prSet presAssocID="{4B8BF121-62A4-42D6-8D44-3CD0F5A21956}" presName="level3hierChild" presStyleCnt="0"/>
      <dgm:spPr/>
    </dgm:pt>
    <dgm:pt modelId="{EA21B7AA-9486-4067-B349-50CE4D95F9B9}" type="pres">
      <dgm:prSet presAssocID="{950148CB-A4C6-463D-AF37-AF261141D0EB}" presName="conn2-1" presStyleLbl="parChTrans1D2" presStyleIdx="6" presStyleCnt="10"/>
      <dgm:spPr/>
    </dgm:pt>
    <dgm:pt modelId="{46C640A8-4221-49EA-B21F-B4D90F5A805F}" type="pres">
      <dgm:prSet presAssocID="{950148CB-A4C6-463D-AF37-AF261141D0EB}" presName="connTx" presStyleLbl="parChTrans1D2" presStyleIdx="6" presStyleCnt="10"/>
      <dgm:spPr/>
    </dgm:pt>
    <dgm:pt modelId="{CBEFB087-3B44-44CC-8A65-30A263DE3FA7}" type="pres">
      <dgm:prSet presAssocID="{DDE09034-1577-4615-AE7A-187B4C369A9A}" presName="root2" presStyleCnt="0"/>
      <dgm:spPr/>
    </dgm:pt>
    <dgm:pt modelId="{C3BAA938-E657-4B3A-9C99-A24D140B8CBB}" type="pres">
      <dgm:prSet presAssocID="{DDE09034-1577-4615-AE7A-187B4C369A9A}" presName="LevelTwoTextNode" presStyleLbl="node2" presStyleIdx="6" presStyleCnt="10">
        <dgm:presLayoutVars>
          <dgm:chPref val="3"/>
        </dgm:presLayoutVars>
      </dgm:prSet>
      <dgm:spPr/>
    </dgm:pt>
    <dgm:pt modelId="{803DB0ED-84B8-46AD-A2BD-DD3B28A4BD05}" type="pres">
      <dgm:prSet presAssocID="{DDE09034-1577-4615-AE7A-187B4C369A9A}" presName="level3hierChild" presStyleCnt="0"/>
      <dgm:spPr/>
    </dgm:pt>
    <dgm:pt modelId="{41991A70-5495-4DA6-ADF1-52AE3035041A}" type="pres">
      <dgm:prSet presAssocID="{7504140D-134C-4BA2-B28E-EE6998E30577}" presName="conn2-1" presStyleLbl="parChTrans1D3" presStyleIdx="6" presStyleCnt="10"/>
      <dgm:spPr/>
    </dgm:pt>
    <dgm:pt modelId="{A4C1AF91-0772-401F-B452-1B9FB50D902D}" type="pres">
      <dgm:prSet presAssocID="{7504140D-134C-4BA2-B28E-EE6998E30577}" presName="connTx" presStyleLbl="parChTrans1D3" presStyleIdx="6" presStyleCnt="10"/>
      <dgm:spPr/>
    </dgm:pt>
    <dgm:pt modelId="{D8182051-9983-4D39-A737-C2D0E2312C8F}" type="pres">
      <dgm:prSet presAssocID="{B48D0B44-3110-4378-976A-B95BE2D92E56}" presName="root2" presStyleCnt="0"/>
      <dgm:spPr/>
    </dgm:pt>
    <dgm:pt modelId="{22F4890B-3AF7-42E3-9465-6D51CBFE7F22}" type="pres">
      <dgm:prSet presAssocID="{B48D0B44-3110-4378-976A-B95BE2D92E56}" presName="LevelTwoTextNode" presStyleLbl="node3" presStyleIdx="6" presStyleCnt="10">
        <dgm:presLayoutVars>
          <dgm:chPref val="3"/>
        </dgm:presLayoutVars>
      </dgm:prSet>
      <dgm:spPr/>
    </dgm:pt>
    <dgm:pt modelId="{51829F90-596D-41C5-80D9-EDF56A3C12EA}" type="pres">
      <dgm:prSet presAssocID="{B48D0B44-3110-4378-976A-B95BE2D92E56}" presName="level3hierChild" presStyleCnt="0"/>
      <dgm:spPr/>
    </dgm:pt>
    <dgm:pt modelId="{73FD337A-6A62-440C-AAA2-FFC3EC6938DE}" type="pres">
      <dgm:prSet presAssocID="{95289957-C481-46A5-9961-6F007BB5639B}" presName="conn2-1" presStyleLbl="parChTrans1D4" presStyleIdx="6" presStyleCnt="10"/>
      <dgm:spPr/>
    </dgm:pt>
    <dgm:pt modelId="{294E2E05-8EB0-4855-9461-40F75FEB5DB8}" type="pres">
      <dgm:prSet presAssocID="{95289957-C481-46A5-9961-6F007BB5639B}" presName="connTx" presStyleLbl="parChTrans1D4" presStyleIdx="6" presStyleCnt="10"/>
      <dgm:spPr/>
    </dgm:pt>
    <dgm:pt modelId="{67E9512F-B5FF-493F-9463-B36C4CAFC81D}" type="pres">
      <dgm:prSet presAssocID="{8227352B-B68B-42C2-86D3-836F3AECFF93}" presName="root2" presStyleCnt="0"/>
      <dgm:spPr/>
    </dgm:pt>
    <dgm:pt modelId="{F9485734-481E-4A53-B2D5-97F403D795A0}" type="pres">
      <dgm:prSet presAssocID="{8227352B-B68B-42C2-86D3-836F3AECFF93}" presName="LevelTwoTextNode" presStyleLbl="node4" presStyleIdx="6" presStyleCnt="10" custScaleX="48217">
        <dgm:presLayoutVars>
          <dgm:chPref val="3"/>
        </dgm:presLayoutVars>
      </dgm:prSet>
      <dgm:spPr/>
    </dgm:pt>
    <dgm:pt modelId="{1F1CB7FB-0429-4AE0-A35C-D0ED6DAF4C16}" type="pres">
      <dgm:prSet presAssocID="{8227352B-B68B-42C2-86D3-836F3AECFF93}" presName="level3hierChild" presStyleCnt="0"/>
      <dgm:spPr/>
    </dgm:pt>
    <dgm:pt modelId="{E7448DA2-ABEA-4A21-9757-53D581D7F3FD}" type="pres">
      <dgm:prSet presAssocID="{402FF5D2-6E69-442B-87ED-AF119AB98C9A}" presName="conn2-1" presStyleLbl="parChTrans1D2" presStyleIdx="7" presStyleCnt="10"/>
      <dgm:spPr/>
    </dgm:pt>
    <dgm:pt modelId="{E3D0D3B2-09CA-4905-A15A-B5077E79086E}" type="pres">
      <dgm:prSet presAssocID="{402FF5D2-6E69-442B-87ED-AF119AB98C9A}" presName="connTx" presStyleLbl="parChTrans1D2" presStyleIdx="7" presStyleCnt="10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2" presStyleIdx="7" presStyleCnt="10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FEF38621-C909-48CF-B14E-859997849F5A}" type="pres">
      <dgm:prSet presAssocID="{9E50D789-F443-4F87-AABF-21B895119F63}" presName="conn2-1" presStyleLbl="parChTrans1D3" presStyleIdx="7" presStyleCnt="10"/>
      <dgm:spPr/>
    </dgm:pt>
    <dgm:pt modelId="{62B32946-0555-4CA6-A676-F8368863D843}" type="pres">
      <dgm:prSet presAssocID="{9E50D789-F443-4F87-AABF-21B895119F63}" presName="connTx" presStyleLbl="parChTrans1D3" presStyleIdx="7" presStyleCnt="10"/>
      <dgm:spPr/>
    </dgm:pt>
    <dgm:pt modelId="{AA409969-18B7-48FE-95F1-8F1A19799B0B}" type="pres">
      <dgm:prSet presAssocID="{948D3F28-4669-4EC4-923F-385FD3758F7A}" presName="root2" presStyleCnt="0"/>
      <dgm:spPr/>
    </dgm:pt>
    <dgm:pt modelId="{A6BD61BC-4141-400E-ACB2-D57F9AF06952}" type="pres">
      <dgm:prSet presAssocID="{948D3F28-4669-4EC4-923F-385FD3758F7A}" presName="LevelTwoTextNode" presStyleLbl="node3" presStyleIdx="7" presStyleCnt="10">
        <dgm:presLayoutVars>
          <dgm:chPref val="3"/>
        </dgm:presLayoutVars>
      </dgm:prSet>
      <dgm:spPr/>
    </dgm:pt>
    <dgm:pt modelId="{EFA03ACC-9B27-49AD-A779-76953488942D}" type="pres">
      <dgm:prSet presAssocID="{948D3F28-4669-4EC4-923F-385FD3758F7A}" presName="level3hierChild" presStyleCnt="0"/>
      <dgm:spPr/>
    </dgm:pt>
    <dgm:pt modelId="{31F36AA4-DD88-458F-818F-4B4E19268883}" type="pres">
      <dgm:prSet presAssocID="{F4766236-2E60-4496-BE2D-DDA0A2830C6F}" presName="conn2-1" presStyleLbl="parChTrans1D4" presStyleIdx="7" presStyleCnt="10"/>
      <dgm:spPr/>
    </dgm:pt>
    <dgm:pt modelId="{FED8EC24-646E-4BC6-9059-80111B5EF84C}" type="pres">
      <dgm:prSet presAssocID="{F4766236-2E60-4496-BE2D-DDA0A2830C6F}" presName="connTx" presStyleLbl="parChTrans1D4" presStyleIdx="7" presStyleCnt="10"/>
      <dgm:spPr/>
    </dgm:pt>
    <dgm:pt modelId="{9F8ED2AF-ED2D-4E73-86F3-28276EBA94C9}" type="pres">
      <dgm:prSet presAssocID="{B7F23F51-714B-4CC5-B895-74511E2C08B0}" presName="root2" presStyleCnt="0"/>
      <dgm:spPr/>
    </dgm:pt>
    <dgm:pt modelId="{62CD0928-6BCA-4D3E-A0AE-B8409B2849FD}" type="pres">
      <dgm:prSet presAssocID="{B7F23F51-714B-4CC5-B895-74511E2C08B0}" presName="LevelTwoTextNode" presStyleLbl="node4" presStyleIdx="7" presStyleCnt="10" custScaleX="48217">
        <dgm:presLayoutVars>
          <dgm:chPref val="3"/>
        </dgm:presLayoutVars>
      </dgm:prSet>
      <dgm:spPr/>
    </dgm:pt>
    <dgm:pt modelId="{2DCF32DA-CA76-4910-9EE2-F923E6533571}" type="pres">
      <dgm:prSet presAssocID="{B7F23F51-714B-4CC5-B895-74511E2C08B0}" presName="level3hierChild" presStyleCnt="0"/>
      <dgm:spPr/>
    </dgm:pt>
    <dgm:pt modelId="{88664CCB-9214-4D82-86B3-EFDDCFEAF4FB}" type="pres">
      <dgm:prSet presAssocID="{1BFF9B2F-01F0-4194-8B16-72C7004F37AD}" presName="conn2-1" presStyleLbl="parChTrans1D2" presStyleIdx="8" presStyleCnt="10"/>
      <dgm:spPr/>
    </dgm:pt>
    <dgm:pt modelId="{EE83F653-B2FA-4D4B-85D3-D5575E7023AC}" type="pres">
      <dgm:prSet presAssocID="{1BFF9B2F-01F0-4194-8B16-72C7004F37AD}" presName="connTx" presStyleLbl="parChTrans1D2" presStyleIdx="8" presStyleCnt="10"/>
      <dgm:spPr/>
    </dgm:pt>
    <dgm:pt modelId="{9F7A3BE1-8606-43FD-B7EE-7A3DFB935645}" type="pres">
      <dgm:prSet presAssocID="{63A13E15-030F-42B2-A010-CCBD43D5DA68}" presName="root2" presStyleCnt="0"/>
      <dgm:spPr/>
    </dgm:pt>
    <dgm:pt modelId="{93341C07-B5F1-4CC7-BB14-0920D0E784AE}" type="pres">
      <dgm:prSet presAssocID="{63A13E15-030F-42B2-A010-CCBD43D5DA68}" presName="LevelTwoTextNode" presStyleLbl="node2" presStyleIdx="8" presStyleCnt="10">
        <dgm:presLayoutVars>
          <dgm:chPref val="3"/>
        </dgm:presLayoutVars>
      </dgm:prSet>
      <dgm:spPr/>
    </dgm:pt>
    <dgm:pt modelId="{6D0F1497-A2DD-48C8-9967-E8CCD380CFE3}" type="pres">
      <dgm:prSet presAssocID="{63A13E15-030F-42B2-A010-CCBD43D5DA68}" presName="level3hierChild" presStyleCnt="0"/>
      <dgm:spPr/>
    </dgm:pt>
    <dgm:pt modelId="{2AEE0977-4A75-4059-821D-B21488B2EDD3}" type="pres">
      <dgm:prSet presAssocID="{5BED75B8-F9CB-4F93-9113-8E17F4221FB1}" presName="conn2-1" presStyleLbl="parChTrans1D3" presStyleIdx="8" presStyleCnt="10"/>
      <dgm:spPr/>
    </dgm:pt>
    <dgm:pt modelId="{4AB34F3F-5530-4B4A-AD3D-E7353D81C3E6}" type="pres">
      <dgm:prSet presAssocID="{5BED75B8-F9CB-4F93-9113-8E17F4221FB1}" presName="connTx" presStyleLbl="parChTrans1D3" presStyleIdx="8" presStyleCnt="10"/>
      <dgm:spPr/>
    </dgm:pt>
    <dgm:pt modelId="{3902BB5D-4B78-4067-B6D6-C2E2A0BD19FA}" type="pres">
      <dgm:prSet presAssocID="{B6140F67-7907-4206-B3F2-799B6774088D}" presName="root2" presStyleCnt="0"/>
      <dgm:spPr/>
    </dgm:pt>
    <dgm:pt modelId="{3A5EF45C-5D59-4585-B71A-DF482DAE80EE}" type="pres">
      <dgm:prSet presAssocID="{B6140F67-7907-4206-B3F2-799B6774088D}" presName="LevelTwoTextNode" presStyleLbl="node3" presStyleIdx="8" presStyleCnt="10">
        <dgm:presLayoutVars>
          <dgm:chPref val="3"/>
        </dgm:presLayoutVars>
      </dgm:prSet>
      <dgm:spPr/>
    </dgm:pt>
    <dgm:pt modelId="{5C7EA8AE-0C6F-4A6E-8165-E1C62B608C9A}" type="pres">
      <dgm:prSet presAssocID="{B6140F67-7907-4206-B3F2-799B6774088D}" presName="level3hierChild" presStyleCnt="0"/>
      <dgm:spPr/>
    </dgm:pt>
    <dgm:pt modelId="{5C95B02D-F837-46A9-85F9-5F6D834B3855}" type="pres">
      <dgm:prSet presAssocID="{A6FDB82A-259F-423A-8A53-30F7942AB2B3}" presName="conn2-1" presStyleLbl="parChTrans1D4" presStyleIdx="8" presStyleCnt="10"/>
      <dgm:spPr/>
    </dgm:pt>
    <dgm:pt modelId="{8885D25F-0ABF-4D46-84B4-00F0133DAEEC}" type="pres">
      <dgm:prSet presAssocID="{A6FDB82A-259F-423A-8A53-30F7942AB2B3}" presName="connTx" presStyleLbl="parChTrans1D4" presStyleIdx="8" presStyleCnt="10"/>
      <dgm:spPr/>
    </dgm:pt>
    <dgm:pt modelId="{0FB46B19-C355-435C-8133-89C2E19DF246}" type="pres">
      <dgm:prSet presAssocID="{42A41EC5-2025-4CD8-97FA-81FBABC0ADAE}" presName="root2" presStyleCnt="0"/>
      <dgm:spPr/>
    </dgm:pt>
    <dgm:pt modelId="{AC7A7488-4047-4261-AB4A-0880674A7AEE}" type="pres">
      <dgm:prSet presAssocID="{42A41EC5-2025-4CD8-97FA-81FBABC0ADAE}" presName="LevelTwoTextNode" presStyleLbl="node4" presStyleIdx="8" presStyleCnt="10" custScaleX="48217">
        <dgm:presLayoutVars>
          <dgm:chPref val="3"/>
        </dgm:presLayoutVars>
      </dgm:prSet>
      <dgm:spPr/>
    </dgm:pt>
    <dgm:pt modelId="{8BA6894D-F20F-4C08-A080-855FF671A8A8}" type="pres">
      <dgm:prSet presAssocID="{42A41EC5-2025-4CD8-97FA-81FBABC0ADAE}" presName="level3hierChild" presStyleCnt="0"/>
      <dgm:spPr/>
    </dgm:pt>
    <dgm:pt modelId="{B54A146A-C397-4393-8761-FDBFA51A4112}" type="pres">
      <dgm:prSet presAssocID="{16804AD2-2BD1-4CAB-A594-13FF7A771F87}" presName="conn2-1" presStyleLbl="parChTrans1D2" presStyleIdx="9" presStyleCnt="10"/>
      <dgm:spPr/>
    </dgm:pt>
    <dgm:pt modelId="{DAA9B2DB-77F3-4C78-9BD9-862C8A248540}" type="pres">
      <dgm:prSet presAssocID="{16804AD2-2BD1-4CAB-A594-13FF7A771F87}" presName="connTx" presStyleLbl="parChTrans1D2" presStyleIdx="9" presStyleCnt="10"/>
      <dgm:spPr/>
    </dgm:pt>
    <dgm:pt modelId="{91B65F22-E8C6-4E92-BAE3-8EF52EB9AACD}" type="pres">
      <dgm:prSet presAssocID="{B7E54385-8BC1-46FF-8E14-00F1B0661F6D}" presName="root2" presStyleCnt="0"/>
      <dgm:spPr/>
    </dgm:pt>
    <dgm:pt modelId="{75224694-FEBD-44E2-8AFD-7986A3DACA1B}" type="pres">
      <dgm:prSet presAssocID="{B7E54385-8BC1-46FF-8E14-00F1B0661F6D}" presName="LevelTwoTextNode" presStyleLbl="node2" presStyleIdx="9" presStyleCnt="10">
        <dgm:presLayoutVars>
          <dgm:chPref val="3"/>
        </dgm:presLayoutVars>
      </dgm:prSet>
      <dgm:spPr/>
    </dgm:pt>
    <dgm:pt modelId="{8F932B06-8D24-48C2-986E-85A98DF2BF49}" type="pres">
      <dgm:prSet presAssocID="{B7E54385-8BC1-46FF-8E14-00F1B0661F6D}" presName="level3hierChild" presStyleCnt="0"/>
      <dgm:spPr/>
    </dgm:pt>
    <dgm:pt modelId="{747CBD9F-0F68-4B8F-BAF3-AEE6DB596339}" type="pres">
      <dgm:prSet presAssocID="{7B421B0F-55A0-43E3-AAB4-7F7453CC308D}" presName="conn2-1" presStyleLbl="parChTrans1D3" presStyleIdx="9" presStyleCnt="10"/>
      <dgm:spPr/>
    </dgm:pt>
    <dgm:pt modelId="{22109A78-C266-456E-A8A3-606D11D0C223}" type="pres">
      <dgm:prSet presAssocID="{7B421B0F-55A0-43E3-AAB4-7F7453CC308D}" presName="connTx" presStyleLbl="parChTrans1D3" presStyleIdx="9" presStyleCnt="10"/>
      <dgm:spPr/>
    </dgm:pt>
    <dgm:pt modelId="{69874150-BD58-47A0-B921-20BA67853E91}" type="pres">
      <dgm:prSet presAssocID="{D65AB02F-F0A3-46D7-B932-7864B7047F56}" presName="root2" presStyleCnt="0"/>
      <dgm:spPr/>
    </dgm:pt>
    <dgm:pt modelId="{D89E6211-9339-4E00-83E1-A64D8A24E0D9}" type="pres">
      <dgm:prSet presAssocID="{D65AB02F-F0A3-46D7-B932-7864B7047F56}" presName="LevelTwoTextNode" presStyleLbl="node3" presStyleIdx="9" presStyleCnt="10">
        <dgm:presLayoutVars>
          <dgm:chPref val="3"/>
        </dgm:presLayoutVars>
      </dgm:prSet>
      <dgm:spPr/>
    </dgm:pt>
    <dgm:pt modelId="{97082421-5CCD-47E9-A5FD-287524F9D066}" type="pres">
      <dgm:prSet presAssocID="{D65AB02F-F0A3-46D7-B932-7864B7047F56}" presName="level3hierChild" presStyleCnt="0"/>
      <dgm:spPr/>
    </dgm:pt>
    <dgm:pt modelId="{11BD399B-B673-4ADD-B2C7-191B70275F26}" type="pres">
      <dgm:prSet presAssocID="{7D955B6F-F42D-4BD2-9D6E-CB680270C029}" presName="conn2-1" presStyleLbl="parChTrans1D4" presStyleIdx="9" presStyleCnt="10"/>
      <dgm:spPr/>
    </dgm:pt>
    <dgm:pt modelId="{2980A471-699E-4437-8082-CA996D1BA17A}" type="pres">
      <dgm:prSet presAssocID="{7D955B6F-F42D-4BD2-9D6E-CB680270C029}" presName="connTx" presStyleLbl="parChTrans1D4" presStyleIdx="9" presStyleCnt="10"/>
      <dgm:spPr/>
    </dgm:pt>
    <dgm:pt modelId="{5837B947-59D4-4AEA-B59F-5DDF2AB873CF}" type="pres">
      <dgm:prSet presAssocID="{DFCECDA1-F5DE-4D2E-B165-821A13D53181}" presName="root2" presStyleCnt="0"/>
      <dgm:spPr/>
    </dgm:pt>
    <dgm:pt modelId="{456F0F22-75ED-457F-8E88-1EB5484B99EB}" type="pres">
      <dgm:prSet presAssocID="{DFCECDA1-F5DE-4D2E-B165-821A13D53181}" presName="LevelTwoTextNode" presStyleLbl="node4" presStyleIdx="9" presStyleCnt="10" custScaleX="47604">
        <dgm:presLayoutVars>
          <dgm:chPref val="3"/>
        </dgm:presLayoutVars>
      </dgm:prSet>
      <dgm:spPr/>
    </dgm:pt>
    <dgm:pt modelId="{184C6EBA-8BD1-4908-96D8-B7C2DEDE91C4}" type="pres">
      <dgm:prSet presAssocID="{DFCECDA1-F5DE-4D2E-B165-821A13D53181}" presName="level3hierChild" presStyleCnt="0"/>
      <dgm:spPr/>
    </dgm:pt>
  </dgm:ptLst>
  <dgm:cxnLst>
    <dgm:cxn modelId="{BE74EC01-FD8F-40D1-9365-125BC2AAAD5F}" type="presOf" srcId="{F4766236-2E60-4496-BE2D-DDA0A2830C6F}" destId="{FED8EC24-646E-4BC6-9059-80111B5EF84C}" srcOrd="1" destOrd="0" presId="urn:microsoft.com/office/officeart/2008/layout/HorizontalMultiLevelHierarchy"/>
    <dgm:cxn modelId="{FE066D02-60FE-4D1C-B33D-1072C8F5F3CF}" type="presOf" srcId="{0F307B27-365F-4572-9BEA-9980CAE2B7E2}" destId="{E3EB1B03-3487-40DA-947F-CE0DCBC1024C}" srcOrd="0" destOrd="0" presId="urn:microsoft.com/office/officeart/2008/layout/HorizontalMultiLevelHierarchy"/>
    <dgm:cxn modelId="{B466E104-156F-4D62-B6A9-5728623C875E}" type="presOf" srcId="{4B8BF121-62A4-42D6-8D44-3CD0F5A21956}" destId="{6C0DA723-208C-456B-8DC0-14BE49161222}" srcOrd="0" destOrd="0" presId="urn:microsoft.com/office/officeart/2008/layout/HorizontalMultiLevelHierarchy"/>
    <dgm:cxn modelId="{D4DC6D06-967A-44CD-9269-82429B138CAF}" srcId="{ED807E35-B5D3-4BCB-9B29-5888EC2127F1}" destId="{9897D2E6-F94B-448B-8BE6-3285E665D56C}" srcOrd="0" destOrd="0" parTransId="{C9F7F83B-5B4E-4FAB-A909-C8D85E4AE524}" sibTransId="{1991202F-E28A-4D96-AA0C-25EC813BE1CA}"/>
    <dgm:cxn modelId="{348AFB0A-9BF6-4672-AB7F-283A6551FC7C}" srcId="{F8A4306D-2EA6-4060-9C81-584FC924A72D}" destId="{07CF0387-B6A7-46F6-8D80-6515DE1A07FD}" srcOrd="7" destOrd="0" parTransId="{402FF5D2-6E69-442B-87ED-AF119AB98C9A}" sibTransId="{FD08B8F3-3B0B-4311-A42C-F673A29231EB}"/>
    <dgm:cxn modelId="{AA0E540D-02F8-42ED-AF1B-44AB0547A504}" type="presOf" srcId="{DC92EE81-E160-409C-8D57-13731F9F37AC}" destId="{92090F43-5B4E-4749-BCAA-CA724B1D4710}" srcOrd="0" destOrd="0" presId="urn:microsoft.com/office/officeart/2008/layout/HorizontalMultiLevelHierarchy"/>
    <dgm:cxn modelId="{BA140D10-2740-4EC4-AA89-B84371B80C73}" type="presOf" srcId="{402FF5D2-6E69-442B-87ED-AF119AB98C9A}" destId="{E3D0D3B2-09CA-4905-A15A-B5077E79086E}" srcOrd="1" destOrd="0" presId="urn:microsoft.com/office/officeart/2008/layout/HorizontalMultiLevelHierarchy"/>
    <dgm:cxn modelId="{12FBDD11-88B6-40FE-AD61-F325FBC85AEC}" type="presOf" srcId="{CA7C5D69-D6FC-4892-9597-36D34D7B757B}" destId="{7B24AA88-93EC-4ACD-A3A2-F98FFA8C9C81}" srcOrd="0" destOrd="0" presId="urn:microsoft.com/office/officeart/2008/layout/HorizontalMultiLevelHierarchy"/>
    <dgm:cxn modelId="{82C9CF14-52F2-4728-87BB-BA39208DB021}" type="presOf" srcId="{8BE22E42-DB0A-4790-87BD-8B0CEA94CA04}" destId="{FA624BE1-9ACC-4E7D-9F6D-BDD9E6D78BF6}" srcOrd="0" destOrd="0" presId="urn:microsoft.com/office/officeart/2008/layout/HorizontalMultiLevelHierarchy"/>
    <dgm:cxn modelId="{3C2CE814-C70A-4E0D-B8EA-155DA9CB1568}" srcId="{63A13E15-030F-42B2-A010-CCBD43D5DA68}" destId="{B6140F67-7907-4206-B3F2-799B6774088D}" srcOrd="0" destOrd="0" parTransId="{5BED75B8-F9CB-4F93-9113-8E17F4221FB1}" sibTransId="{F8A2730F-FEBE-4E6B-A076-8B916F9F43D7}"/>
    <dgm:cxn modelId="{F354C118-3293-456A-8610-BA2605809A85}" type="presOf" srcId="{F216DE7E-3334-4222-95FA-227277899B84}" destId="{0B2C3DEE-29F0-4A70-9C19-F3A6568122D1}" srcOrd="0" destOrd="0" presId="urn:microsoft.com/office/officeart/2008/layout/HorizontalMultiLevelHierarchy"/>
    <dgm:cxn modelId="{5A5A2319-2EE3-45A7-9B2C-33F663B4FA58}" type="presOf" srcId="{C9F7F83B-5B4E-4FAB-A909-C8D85E4AE524}" destId="{1025C237-A869-49AD-9337-1D7407CAC99C}" srcOrd="0" destOrd="0" presId="urn:microsoft.com/office/officeart/2008/layout/HorizontalMultiLevelHierarchy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FDF1B41C-26FB-4E26-B4DE-3CD07C59CCB6}" srcId="{B6140F67-7907-4206-B3F2-799B6774088D}" destId="{42A41EC5-2025-4CD8-97FA-81FBABC0ADAE}" srcOrd="0" destOrd="0" parTransId="{A6FDB82A-259F-423A-8A53-30F7942AB2B3}" sibTransId="{9F0FC837-061F-49B1-A15E-EAFB301FF3B7}"/>
    <dgm:cxn modelId="{75280D1D-76A5-4CDC-87AA-0738FDEC180B}" srcId="{9897D2E6-F94B-448B-8BE6-3285E665D56C}" destId="{1D9A273D-1FBC-4DF9-9327-BA236040218D}" srcOrd="0" destOrd="0" parTransId="{0F307B27-365F-4572-9BEA-9980CAE2B7E2}" sibTransId="{D18D3C83-A8F8-4B0F-BBF7-AC3C021C1A87}"/>
    <dgm:cxn modelId="{1C289721-2890-453B-A6B3-B5DB49B695B5}" type="presOf" srcId="{42A41EC5-2025-4CD8-97FA-81FBABC0ADAE}" destId="{AC7A7488-4047-4261-AB4A-0880674A7AEE}" srcOrd="0" destOrd="0" presId="urn:microsoft.com/office/officeart/2008/layout/HorizontalMultiLevelHierarchy"/>
    <dgm:cxn modelId="{934F2523-3EDD-4856-8F1E-32AE6EEDE0CE}" srcId="{D24F37B4-0AF7-4F6F-ABF8-8A9141F9BE16}" destId="{4B8BF121-62A4-42D6-8D44-3CD0F5A21956}" srcOrd="0" destOrd="0" parTransId="{CA7C5D69-D6FC-4892-9597-36D34D7B757B}" sibTransId="{0B2F41B0-D65D-4399-A01C-2330905C7F0D}"/>
    <dgm:cxn modelId="{BFD66426-8552-4897-B27B-062BD788D142}" type="presOf" srcId="{95289957-C481-46A5-9961-6F007BB5639B}" destId="{294E2E05-8EB0-4855-9461-40F75FEB5DB8}" srcOrd="1" destOrd="0" presId="urn:microsoft.com/office/officeart/2008/layout/HorizontalMultiLevelHierarchy"/>
    <dgm:cxn modelId="{53636826-C6FC-4116-8D6B-43652DCC6825}" type="presOf" srcId="{ACEB4D7F-AA28-40ED-93F7-336EFDA6045B}" destId="{486C6242-DD8D-402E-9699-C0DC4B6AA9AB}" srcOrd="1" destOrd="0" presId="urn:microsoft.com/office/officeart/2008/layout/HorizontalMultiLevelHierarchy"/>
    <dgm:cxn modelId="{CFEB9B27-5374-400E-837D-5BFB7CD0AF57}" type="presOf" srcId="{B7683DED-10F4-4090-8D51-0CEAF7134D98}" destId="{5E4E42DD-3DC5-4B9C-A797-9F0465C2C0C2}" srcOrd="0" destOrd="0" presId="urn:microsoft.com/office/officeart/2008/layout/HorizontalMultiLevelHierarchy"/>
    <dgm:cxn modelId="{B3631828-776F-4FCC-A352-4CDD51C29F3A}" type="presOf" srcId="{ED807E35-B5D3-4BCB-9B29-5888EC2127F1}" destId="{BEDCAB73-F473-4593-A1D1-34DA9B04C965}" srcOrd="0" destOrd="0" presId="urn:microsoft.com/office/officeart/2008/layout/HorizontalMultiLevelHierarchy"/>
    <dgm:cxn modelId="{3BCB5D28-A727-4927-95ED-667F2E7EE48F}" type="presOf" srcId="{B48D0B44-3110-4378-976A-B95BE2D92E56}" destId="{22F4890B-3AF7-42E3-9465-6D51CBFE7F22}" srcOrd="0" destOrd="0" presId="urn:microsoft.com/office/officeart/2008/layout/HorizontalMultiLevelHierarchy"/>
    <dgm:cxn modelId="{B5F92029-CC69-4B0B-8C7C-04489AAD2DA6}" type="presOf" srcId="{402FF5D2-6E69-442B-87ED-AF119AB98C9A}" destId="{E7448DA2-ABEA-4A21-9757-53D581D7F3FD}" srcOrd="0" destOrd="0" presId="urn:microsoft.com/office/officeart/2008/layout/HorizontalMultiLevelHierarchy"/>
    <dgm:cxn modelId="{4E99102A-E3F9-4DB3-8F45-3F1DAB08B1D8}" type="presOf" srcId="{6A43294B-A1CB-4D6F-B453-0FF0E5776867}" destId="{CE810C7E-C3EF-4168-95BF-2980E8095076}" srcOrd="1" destOrd="0" presId="urn:microsoft.com/office/officeart/2008/layout/HorizontalMultiLevelHierarchy"/>
    <dgm:cxn modelId="{DB72C72A-0153-4D0A-B301-09AE4EBA8D00}" srcId="{8DCCF5A1-F5D2-48CE-BA98-5C85D6801254}" destId="{4C600106-8F02-465B-A4CD-0CBA6ED6368D}" srcOrd="0" destOrd="0" parTransId="{F216DE7E-3334-4222-95FA-227277899B84}" sibTransId="{AC990C1A-D79F-4FD3-A66D-317E3B0924A6}"/>
    <dgm:cxn modelId="{25B5E12C-3671-4FED-BA9A-28FB09331F4A}" srcId="{D65AB02F-F0A3-46D7-B932-7864B7047F56}" destId="{DFCECDA1-F5DE-4D2E-B165-821A13D53181}" srcOrd="0" destOrd="0" parTransId="{7D955B6F-F42D-4BD2-9D6E-CB680270C029}" sibTransId="{233A2DDF-4C40-4B1C-8BF2-15D4778F5870}"/>
    <dgm:cxn modelId="{11812D2D-B1B3-45D5-A90D-17B62C27706E}" srcId="{26A7866C-CE89-4BAB-B6B8-421B68991845}" destId="{6583610E-1A7C-4E10-B2E8-E0C19D00B9A0}" srcOrd="0" destOrd="0" parTransId="{B7683DED-10F4-4090-8D51-0CEAF7134D98}" sibTransId="{667C098B-61D3-422E-A1FF-07987E7694DE}"/>
    <dgm:cxn modelId="{A18F482D-88D1-4ADF-8DD6-28AE3D21F5A9}" type="presOf" srcId="{F216DE7E-3334-4222-95FA-227277899B84}" destId="{D0460D2A-98B4-4457-AD5C-1B61D4B2581C}" srcOrd="1" destOrd="0" presId="urn:microsoft.com/office/officeart/2008/layout/HorizontalMultiLevelHierarchy"/>
    <dgm:cxn modelId="{BC83C32E-E51F-4565-9E14-551D280DA383}" type="presOf" srcId="{A6FDB82A-259F-423A-8A53-30F7942AB2B3}" destId="{8885D25F-0ABF-4D46-84B4-00F0133DAEEC}" srcOrd="1" destOrd="0" presId="urn:microsoft.com/office/officeart/2008/layout/HorizontalMultiLevelHierarchy"/>
    <dgm:cxn modelId="{2785CC33-EAEC-49BD-9E3E-0F05B10EB6C3}" type="presOf" srcId="{B6140F67-7907-4206-B3F2-799B6774088D}" destId="{3A5EF45C-5D59-4585-B71A-DF482DAE80EE}" srcOrd="0" destOrd="0" presId="urn:microsoft.com/office/officeart/2008/layout/HorizontalMultiLevelHierarchy"/>
    <dgm:cxn modelId="{FFB2CE34-C3BE-4DB0-BE0E-9C814E945685}" type="presOf" srcId="{5BED75B8-F9CB-4F93-9113-8E17F4221FB1}" destId="{4AB34F3F-5530-4B4A-AD3D-E7353D81C3E6}" srcOrd="1" destOrd="0" presId="urn:microsoft.com/office/officeart/2008/layout/HorizontalMultiLevelHierarchy"/>
    <dgm:cxn modelId="{CC976535-82A9-4292-9E6F-E474CC0D4846}" srcId="{6583610E-1A7C-4E10-B2E8-E0C19D00B9A0}" destId="{6C2C6C0D-F038-48BF-A77A-0396757F631F}" srcOrd="0" destOrd="0" parTransId="{B6D3E7F0-AD88-4060-8B97-6B68D288808B}" sibTransId="{C0936F94-6589-4112-96E6-7D66E05D931C}"/>
    <dgm:cxn modelId="{EA34843C-EBCE-450E-9D09-82719DF160E4}" srcId="{07CF0387-B6A7-46F6-8D80-6515DE1A07FD}" destId="{948D3F28-4669-4EC4-923F-385FD3758F7A}" srcOrd="0" destOrd="0" parTransId="{9E50D789-F443-4F87-AABF-21B895119F63}" sibTransId="{B7E079C7-AD44-426C-8A80-C0CA0F1B966F}"/>
    <dgm:cxn modelId="{679EC23D-7DAC-47C9-89B9-333DE88702F5}" type="presOf" srcId="{5F7CA2C7-BF1C-4D92-89BB-913C3FE228D5}" destId="{A127D93A-C082-4168-98F1-0A3741E23D2D}" srcOrd="0" destOrd="0" presId="urn:microsoft.com/office/officeart/2008/layout/HorizontalMultiLevelHierarchy"/>
    <dgm:cxn modelId="{B7E57B3E-977E-45F4-A10B-CD41052902F5}" type="presOf" srcId="{07CF0387-B6A7-46F6-8D80-6515DE1A07FD}" destId="{F79FB1EC-FF45-40C7-BCB6-021087AEF7A4}" srcOrd="0" destOrd="0" presId="urn:microsoft.com/office/officeart/2008/layout/HorizontalMultiLevelHierarchy"/>
    <dgm:cxn modelId="{1B608A3F-1303-431E-B8F7-4FA309BE8F9A}" type="presOf" srcId="{26A7866C-CE89-4BAB-B6B8-421B68991845}" destId="{8F7C36BE-E589-4461-8F16-778807C0B166}" srcOrd="0" destOrd="0" presId="urn:microsoft.com/office/officeart/2008/layout/HorizontalMultiLevelHierarchy"/>
    <dgm:cxn modelId="{0FE9BB40-8654-46A5-A93A-1DD2531F9228}" srcId="{948D3F28-4669-4EC4-923F-385FD3758F7A}" destId="{B7F23F51-714B-4CC5-B895-74511E2C08B0}" srcOrd="0" destOrd="0" parTransId="{F4766236-2E60-4496-BE2D-DDA0A2830C6F}" sibTransId="{2CBA1ACC-13CE-474A-9329-8ADE3D9C29ED}"/>
    <dgm:cxn modelId="{C876DF5B-9111-4337-9883-108A4FAE4AC0}" type="presOf" srcId="{950148CB-A4C6-463D-AF37-AF261141D0EB}" destId="{EA21B7AA-9486-4067-B349-50CE4D95F9B9}" srcOrd="0" destOrd="0" presId="urn:microsoft.com/office/officeart/2008/layout/HorizontalMultiLevelHierarchy"/>
    <dgm:cxn modelId="{8C42575D-6B89-4F20-B381-C32A1FAF91CD}" type="presOf" srcId="{7B421B0F-55A0-43E3-AAB4-7F7453CC308D}" destId="{22109A78-C266-456E-A8A3-606D11D0C223}" srcOrd="1" destOrd="0" presId="urn:microsoft.com/office/officeart/2008/layout/HorizontalMultiLevelHierarchy"/>
    <dgm:cxn modelId="{76EBD25E-8585-48A4-81BD-0EBC94C63E0B}" type="presOf" srcId="{C9F7F83B-5B4E-4FAB-A909-C8D85E4AE524}" destId="{68136AC4-BDD7-4777-A2D7-6110A212B42A}" srcOrd="1" destOrd="0" presId="urn:microsoft.com/office/officeart/2008/layout/HorizontalMultiLevelHierarchy"/>
    <dgm:cxn modelId="{A805ED5E-6871-4619-AB52-C21F3F2FCF2D}" type="presOf" srcId="{9E50D789-F443-4F87-AABF-21B895119F63}" destId="{FEF38621-C909-48CF-B14E-859997849F5A}" srcOrd="0" destOrd="0" presId="urn:microsoft.com/office/officeart/2008/layout/HorizontalMultiLevelHierarchy"/>
    <dgm:cxn modelId="{542D4A60-4DA6-4B26-A643-CFD053C91244}" type="presOf" srcId="{EE2C145F-630A-43D4-9DBF-44F891674202}" destId="{B2BD390E-5AA1-48EE-BC8C-249D037084F5}" srcOrd="0" destOrd="0" presId="urn:microsoft.com/office/officeart/2008/layout/HorizontalMultiLevelHierarchy"/>
    <dgm:cxn modelId="{685A9160-4F3A-4F4A-84C0-C1106A562489}" type="presOf" srcId="{4074F581-04AF-4A88-A2B9-58FB6E5254C1}" destId="{A84F1D51-BB5A-4796-9230-3A120D891569}" srcOrd="0" destOrd="0" presId="urn:microsoft.com/office/officeart/2008/layout/HorizontalMultiLevelHierarchy"/>
    <dgm:cxn modelId="{61ABBC60-5230-473F-AD71-DC09C0914427}" type="presOf" srcId="{FCC30B53-80CF-495C-9E37-AE840D0A54E9}" destId="{0D1B3F7F-30ED-4F6C-931F-D0F75EB516EC}" srcOrd="0" destOrd="0" presId="urn:microsoft.com/office/officeart/2008/layout/HorizontalMultiLevelHierarchy"/>
    <dgm:cxn modelId="{A31B5941-929C-42E7-97DB-70A883FBE961}" type="presOf" srcId="{D61E1BDC-FFB4-4FDA-9F8F-A2D38A22FC13}" destId="{2D59348E-CC92-4EDA-8DAB-F0153DE00DFE}" srcOrd="1" destOrd="0" presId="urn:microsoft.com/office/officeart/2008/layout/HorizontalMultiLevelHierarchy"/>
    <dgm:cxn modelId="{68C78945-5634-4E32-9BFE-A73DB45E1602}" type="presOf" srcId="{B64052CB-BE3E-428B-A360-07E8C24CCC0C}" destId="{0B6CCB4A-7225-4330-8D7C-CAD770CEC914}" srcOrd="0" destOrd="0" presId="urn:microsoft.com/office/officeart/2008/layout/HorizontalMultiLevelHierarchy"/>
    <dgm:cxn modelId="{7E2B2E66-003B-4AA7-A2E2-F94F9F2816F1}" type="presOf" srcId="{5BED75B8-F9CB-4F93-9113-8E17F4221FB1}" destId="{2AEE0977-4A75-4059-821D-B21488B2EDD3}" srcOrd="0" destOrd="0" presId="urn:microsoft.com/office/officeart/2008/layout/HorizontalMultiLevelHierarchy"/>
    <dgm:cxn modelId="{D2A78466-0FA8-4860-83C1-B8F95886545A}" type="presOf" srcId="{63A13E15-030F-42B2-A010-CCBD43D5DA68}" destId="{93341C07-B5F1-4CC7-BB14-0920D0E784AE}" srcOrd="0" destOrd="0" presId="urn:microsoft.com/office/officeart/2008/layout/HorizontalMultiLevelHierarchy"/>
    <dgm:cxn modelId="{C5DA9847-A0D9-462E-905F-5866A8863496}" type="presOf" srcId="{B6D3E7F0-AD88-4060-8B97-6B68D288808B}" destId="{CCFCC316-DBF4-40CD-AB29-B3F58DFFD053}" srcOrd="1" destOrd="0" presId="urn:microsoft.com/office/officeart/2008/layout/HorizontalMultiLevelHierarchy"/>
    <dgm:cxn modelId="{59F5D967-EA91-4D45-BB6C-BA44630DC36D}" type="presOf" srcId="{0F307B27-365F-4572-9BEA-9980CAE2B7E2}" destId="{AB6BADEB-E717-4F4C-8BB1-05E739A15FD2}" srcOrd="1" destOrd="0" presId="urn:microsoft.com/office/officeart/2008/layout/HorizontalMultiLevelHierarchy"/>
    <dgm:cxn modelId="{B18DEC67-0299-4388-98EF-CC615B86A57B}" srcId="{D386F11A-1804-40C3-B4C6-97A93DDDA638}" destId="{FCC30B53-80CF-495C-9E37-AE840D0A54E9}" srcOrd="0" destOrd="0" parTransId="{2194B898-C327-4D4E-88DA-2F67F1A8A247}" sibTransId="{E6CB6BCC-2022-4E26-8590-C6A9B6610F55}"/>
    <dgm:cxn modelId="{A1B5D168-6113-45B8-8DBD-CE9075458B83}" type="presOf" srcId="{D65AB02F-F0A3-46D7-B932-7864B7047F56}" destId="{D89E6211-9339-4E00-83E1-A64D8A24E0D9}" srcOrd="0" destOrd="0" presId="urn:microsoft.com/office/officeart/2008/layout/HorizontalMultiLevelHierarchy"/>
    <dgm:cxn modelId="{B2A9896B-38A4-4621-B6B7-F683DD5950CF}" type="presOf" srcId="{D2456FFE-F36C-467B-9DE2-B796DD2BB734}" destId="{528AD2A8-E3A7-4DC2-821F-0125D89457A2}" srcOrd="1" destOrd="0" presId="urn:microsoft.com/office/officeart/2008/layout/HorizontalMultiLevelHierarchy"/>
    <dgm:cxn modelId="{51AA8B6B-2806-4C9A-BB31-B143ECF7008E}" type="presOf" srcId="{062E7DA8-0F4D-4255-95A1-57CEFA146D1D}" destId="{FE9BAB8F-E46F-4F0B-9F5C-E8662C1E6217}" srcOrd="0" destOrd="0" presId="urn:microsoft.com/office/officeart/2008/layout/HorizontalMultiLevelHierarchy"/>
    <dgm:cxn modelId="{36EF084F-09A6-4995-967E-1AE0D4F49FCE}" type="presOf" srcId="{B7F23F51-714B-4CC5-B895-74511E2C08B0}" destId="{62CD0928-6BCA-4D3E-A0AE-B8409B2849FD}" srcOrd="0" destOrd="0" presId="urn:microsoft.com/office/officeart/2008/layout/HorizontalMultiLevelHierarchy"/>
    <dgm:cxn modelId="{F9EDD54F-B6D4-4600-B758-22CEBCFE83A2}" type="presOf" srcId="{16804AD2-2BD1-4CAB-A594-13FF7A771F87}" destId="{B54A146A-C397-4393-8761-FDBFA51A4112}" srcOrd="0" destOrd="0" presId="urn:microsoft.com/office/officeart/2008/layout/HorizontalMultiLevelHierarchy"/>
    <dgm:cxn modelId="{2B702970-F3AB-4C88-A4BF-C682AA38264F}" srcId="{B7E54385-8BC1-46FF-8E14-00F1B0661F6D}" destId="{D65AB02F-F0A3-46D7-B932-7864B7047F56}" srcOrd="0" destOrd="0" parTransId="{7B421B0F-55A0-43E3-AAB4-7F7453CC308D}" sibTransId="{195073AE-D293-42C7-948C-750FA9FCE90B}"/>
    <dgm:cxn modelId="{DE90DC50-6CA6-48CE-995F-41A62BBBEC38}" type="presOf" srcId="{9E50D789-F443-4F87-AABF-21B895119F63}" destId="{62B32946-0555-4CA6-A676-F8368863D843}" srcOrd="1" destOrd="0" presId="urn:microsoft.com/office/officeart/2008/layout/HorizontalMultiLevelHierarchy"/>
    <dgm:cxn modelId="{084EC051-F680-4C5A-93E1-580357013021}" type="presOf" srcId="{43C2C9CE-FB6B-4922-B62F-24129D0D74FE}" destId="{DAE82DBF-0D60-41F0-896E-3650DCF6B75A}" srcOrd="0" destOrd="0" presId="urn:microsoft.com/office/officeart/2008/layout/HorizontalMultiLevelHierarchy"/>
    <dgm:cxn modelId="{08E11853-01E9-4331-8A52-008BD70E8001}" type="presOf" srcId="{B14A0311-5726-4475-9E53-85C836AFC92C}" destId="{A3CE5435-1141-42DD-980C-414E23182890}" srcOrd="0" destOrd="0" presId="urn:microsoft.com/office/officeart/2008/layout/HorizontalMultiLevelHierarchy"/>
    <dgm:cxn modelId="{B7638F53-D056-4010-8DE1-002345ED923A}" type="presOf" srcId="{A6FDB82A-259F-423A-8A53-30F7942AB2B3}" destId="{5C95B02D-F837-46A9-85F9-5F6D834B3855}" srcOrd="0" destOrd="0" presId="urn:microsoft.com/office/officeart/2008/layout/HorizontalMultiLevelHierarchy"/>
    <dgm:cxn modelId="{55AC0A54-3A06-4039-8C26-E9A9D72D8514}" type="presOf" srcId="{DFCECDA1-F5DE-4D2E-B165-821A13D53181}" destId="{456F0F22-75ED-457F-8E88-1EB5484B99EB}" srcOrd="0" destOrd="0" presId="urn:microsoft.com/office/officeart/2008/layout/HorizontalMultiLevelHierarchy"/>
    <dgm:cxn modelId="{7E2B6E54-6808-4FFE-9743-9D0E79A62B0E}" type="presOf" srcId="{D2456FFE-F36C-467B-9DE2-B796DD2BB734}" destId="{6E352E3A-D0F9-481B-A998-5B020A8C76CE}" srcOrd="0" destOrd="0" presId="urn:microsoft.com/office/officeart/2008/layout/HorizontalMultiLevelHierarchy"/>
    <dgm:cxn modelId="{18BE0576-0C10-45F2-B4DD-29C8127E138B}" type="presOf" srcId="{ACEB4D7F-AA28-40ED-93F7-336EFDA6045B}" destId="{60DB86B8-AB26-4AE4-820F-80100E439A3D}" srcOrd="0" destOrd="0" presId="urn:microsoft.com/office/officeart/2008/layout/HorizontalMultiLevelHierarchy"/>
    <dgm:cxn modelId="{5EC6077B-3033-45CC-BC01-9F7DA67898E9}" type="presOf" srcId="{8227352B-B68B-42C2-86D3-836F3AECFF93}" destId="{F9485734-481E-4A53-B2D5-97F403D795A0}" srcOrd="0" destOrd="0" presId="urn:microsoft.com/office/officeart/2008/layout/HorizontalMultiLevelHierarchy"/>
    <dgm:cxn modelId="{716ACF7C-27DD-4176-81F1-834908AECA3D}" type="presOf" srcId="{2194B898-C327-4D4E-88DA-2F67F1A8A247}" destId="{0C90F4FC-85D3-4791-86E5-D9986B869FC4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F4AED984-5E8B-45A4-B240-0B696C05DDEC}" type="presOf" srcId="{F4766236-2E60-4496-BE2D-DDA0A2830C6F}" destId="{31F36AA4-DD88-458F-818F-4B4E19268883}" srcOrd="0" destOrd="0" presId="urn:microsoft.com/office/officeart/2008/layout/HorizontalMultiLevelHierarchy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1089E185-169A-4EEF-A3B5-05B607440AB3}" type="presOf" srcId="{16804AD2-2BD1-4CAB-A594-13FF7A771F87}" destId="{DAA9B2DB-77F3-4C78-9BD9-862C8A248540}" srcOrd="1" destOrd="0" presId="urn:microsoft.com/office/officeart/2008/layout/HorizontalMultiLevelHierarchy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4207958F-C84D-4E94-821D-28C21FC7F1B9}" type="presOf" srcId="{4C600106-8F02-465B-A4CD-0CBA6ED6368D}" destId="{7BB34EAD-A9D4-4433-82FB-8D85B83831B2}" srcOrd="0" destOrd="0" presId="urn:microsoft.com/office/officeart/2008/layout/HorizontalMultiLevelHierarchy"/>
    <dgm:cxn modelId="{D00BA290-B963-4584-9E02-7B53AD899EFA}" type="presOf" srcId="{1EAAA8DD-4A75-4985-B423-64C84D4EE993}" destId="{F31F3F23-7C72-452A-ADC8-1CB2C7B14B46}" srcOrd="0" destOrd="0" presId="urn:microsoft.com/office/officeart/2008/layout/HorizontalMultiLevelHierarchy"/>
    <dgm:cxn modelId="{68DC6492-5C10-4F1E-A8D5-DF911FF2F10A}" srcId="{B2DB83ED-41AF-4BCB-925B-2B612D563F67}" destId="{D24F37B4-0AF7-4F6F-ABF8-8A9141F9BE16}" srcOrd="0" destOrd="0" parTransId="{6CC69F66-5D34-423E-AF5E-53AB5F7CFF70}" sibTransId="{A6A15A12-A559-43CD-8975-B137DC458BB2}"/>
    <dgm:cxn modelId="{F08DCB99-AA0A-4376-94D8-D1D474DDD41C}" type="presOf" srcId="{6A43294B-A1CB-4D6F-B453-0FF0E5776867}" destId="{E43A60A7-9DDF-42B2-A812-4D4F0F75076B}" srcOrd="0" destOrd="0" presId="urn:microsoft.com/office/officeart/2008/layout/HorizontalMultiLevelHierarchy"/>
    <dgm:cxn modelId="{2CA9DD9A-F570-44F0-848C-73C0C7785B32}" type="presOf" srcId="{6CC69F66-5D34-423E-AF5E-53AB5F7CFF70}" destId="{FCB80174-977E-4FDC-A16B-7D1437C183F2}" srcOrd="1" destOrd="0" presId="urn:microsoft.com/office/officeart/2008/layout/HorizontalMultiLevelHierarchy"/>
    <dgm:cxn modelId="{4C16059C-7D3B-444D-ABA9-60EC9F2D5CD3}" srcId="{4C600106-8F02-465B-A4CD-0CBA6ED6368D}" destId="{EE2C145F-630A-43D4-9DBF-44F891674202}" srcOrd="0" destOrd="0" parTransId="{ACEB4D7F-AA28-40ED-93F7-336EFDA6045B}" sibTransId="{8BC291A3-05A4-4FF9-BCAD-D00951AEA457}"/>
    <dgm:cxn modelId="{A49752A5-BAFC-4DBB-94FC-7AD5C5F78A5C}" type="presOf" srcId="{1D9A273D-1FBC-4DF9-9327-BA236040218D}" destId="{FBC4DB25-4C66-409B-8343-CDA5C3416EF5}" srcOrd="0" destOrd="0" presId="urn:microsoft.com/office/officeart/2008/layout/HorizontalMultiLevelHierarchy"/>
    <dgm:cxn modelId="{6377D5AA-241A-4428-9667-8795C86DE8DF}" type="presOf" srcId="{DC92EE81-E160-409C-8D57-13731F9F37AC}" destId="{81E432F6-3EF7-4549-811C-B578FA37B5ED}" srcOrd="1" destOrd="0" presId="urn:microsoft.com/office/officeart/2008/layout/HorizontalMultiLevelHierarchy"/>
    <dgm:cxn modelId="{853F5EAD-286E-4879-87E4-83B3723DB246}" type="presOf" srcId="{062E7DA8-0F4D-4255-95A1-57CEFA146D1D}" destId="{BF41CCA9-4415-4941-A18B-00E2CD618542}" srcOrd="1" destOrd="0" presId="urn:microsoft.com/office/officeart/2008/layout/HorizontalMultiLevelHierarchy"/>
    <dgm:cxn modelId="{2F1162AE-0933-41D7-8963-810DA3FC340E}" srcId="{F8A4306D-2EA6-4060-9C81-584FC924A72D}" destId="{B7E54385-8BC1-46FF-8E14-00F1B0661F6D}" srcOrd="9" destOrd="0" parTransId="{16804AD2-2BD1-4CAB-A594-13FF7A771F87}" sibTransId="{9D704ADC-5B61-4EEF-BAD7-1BB88549BBE4}"/>
    <dgm:cxn modelId="{1BCCB0B0-F117-4306-BBF1-9887180E1FE6}" type="presOf" srcId="{2194B898-C327-4D4E-88DA-2F67F1A8A247}" destId="{3F3348B2-04C2-46F8-8EB7-421170EC45A5}" srcOrd="0" destOrd="0" presId="urn:microsoft.com/office/officeart/2008/layout/HorizontalMultiLevelHierarchy"/>
    <dgm:cxn modelId="{413221B1-C1E0-48BB-901E-95C5E6D2D899}" srcId="{F8A4306D-2EA6-4060-9C81-584FC924A72D}" destId="{43C2C9CE-FB6B-4922-B62F-24129D0D74FE}" srcOrd="4" destOrd="0" parTransId="{062E7DA8-0F4D-4255-95A1-57CEFA146D1D}" sibTransId="{C182848E-C2F4-4CEA-ACAA-6EAAFCE1EE4B}"/>
    <dgm:cxn modelId="{CB38D0B2-331D-46A5-BF1E-E505E8786DE6}" type="presOf" srcId="{7504140D-134C-4BA2-B28E-EE6998E30577}" destId="{A4C1AF91-0772-401F-B452-1B9FB50D902D}" srcOrd="1" destOrd="0" presId="urn:microsoft.com/office/officeart/2008/layout/HorizontalMultiLevelHierarchy"/>
    <dgm:cxn modelId="{6D981CB9-B1B7-4E30-8F6F-00BCF57877CA}" type="presOf" srcId="{B7683DED-10F4-4090-8D51-0CEAF7134D98}" destId="{D8B29C5C-0816-4F81-865B-7EB6704402BF}" srcOrd="1" destOrd="0" presId="urn:microsoft.com/office/officeart/2008/layout/HorizontalMultiLevelHierarchy"/>
    <dgm:cxn modelId="{5F6F7BB9-2E78-4B52-8C68-186E48F01B03}" type="presOf" srcId="{5F7CA2C7-BF1C-4D92-89BB-913C3FE228D5}" destId="{7588EB7B-8CD0-4D95-A555-6D9BAA0DAB7D}" srcOrd="1" destOrd="0" presId="urn:microsoft.com/office/officeart/2008/layout/HorizontalMultiLevelHierarchy"/>
    <dgm:cxn modelId="{3F16C1BC-54AA-4ACF-A65C-11A00B1E9507}" type="presOf" srcId="{D386F11A-1804-40C3-B4C6-97A93DDDA638}" destId="{B2ADA6F2-50C6-4A88-AAA9-37F38027290A}" srcOrd="0" destOrd="0" presId="urn:microsoft.com/office/officeart/2008/layout/HorizontalMultiLevelHierarchy"/>
    <dgm:cxn modelId="{B729CBBD-A2F7-4D0E-9E99-376F3F4F58FD}" type="presOf" srcId="{6CC69F66-5D34-423E-AF5E-53AB5F7CFF70}" destId="{4D78C0FD-C85D-44AE-95F1-5625C530C688}" srcOrd="0" destOrd="0" presId="urn:microsoft.com/office/officeart/2008/layout/HorizontalMultiLevelHierarchy"/>
    <dgm:cxn modelId="{7DE6D7BD-939F-42FF-86F5-6A6EE1822C3E}" type="presOf" srcId="{8DCCF5A1-F5D2-48CE-BA98-5C85D6801254}" destId="{32ACC1F6-D5B9-4CEA-991A-2E04658BD206}" srcOrd="0" destOrd="0" presId="urn:microsoft.com/office/officeart/2008/layout/HorizontalMultiLevelHierarchy"/>
    <dgm:cxn modelId="{58F0F8C2-D226-42E1-9AA8-217CF130F388}" srcId="{F8A4306D-2EA6-4060-9C81-584FC924A72D}" destId="{63A13E15-030F-42B2-A010-CCBD43D5DA68}" srcOrd="8" destOrd="0" parTransId="{1BFF9B2F-01F0-4194-8B16-72C7004F37AD}" sibTransId="{9858371F-9E0A-4784-A4B7-F1D338663087}"/>
    <dgm:cxn modelId="{B7A1D0C3-0869-4A23-BED3-A674701F07E2}" type="presOf" srcId="{7504140D-134C-4BA2-B28E-EE6998E30577}" destId="{41991A70-5495-4DA6-ADF1-52AE3035041A}" srcOrd="0" destOrd="0" presId="urn:microsoft.com/office/officeart/2008/layout/HorizontalMultiLevelHierarchy"/>
    <dgm:cxn modelId="{46FF2DC5-5273-4B60-8F95-4083039B43C6}" type="presOf" srcId="{1EAAA8DD-4A75-4985-B423-64C84D4EE993}" destId="{37CD627C-8293-4029-B114-AA7B7535644E}" srcOrd="1" destOrd="0" presId="urn:microsoft.com/office/officeart/2008/layout/HorizontalMultiLevelHierarchy"/>
    <dgm:cxn modelId="{629499C5-E278-4881-818E-7314B6A9983D}" srcId="{DDE09034-1577-4615-AE7A-187B4C369A9A}" destId="{B48D0B44-3110-4378-976A-B95BE2D92E56}" srcOrd="0" destOrd="0" parTransId="{7504140D-134C-4BA2-B28E-EE6998E30577}" sibTransId="{E4E64A70-C914-4971-866C-CBF9CF78163D}"/>
    <dgm:cxn modelId="{814780C6-7586-4228-B4DC-F6E1BF0A0BCA}" type="presOf" srcId="{7D955B6F-F42D-4BD2-9D6E-CB680270C029}" destId="{11BD399B-B673-4ADD-B2C7-191B70275F26}" srcOrd="0" destOrd="0" presId="urn:microsoft.com/office/officeart/2008/layout/HorizontalMultiLevelHierarchy"/>
    <dgm:cxn modelId="{57C651C8-B204-480B-ADFB-36CFD3F23ECF}" type="presOf" srcId="{9897D2E6-F94B-448B-8BE6-3285E665D56C}" destId="{0BA20883-AC06-46A2-BDB2-084685A86392}" srcOrd="0" destOrd="0" presId="urn:microsoft.com/office/officeart/2008/layout/HorizontalMultiLevelHierarchy"/>
    <dgm:cxn modelId="{4E7CC7C8-37AA-4D85-917B-1BB4237DF01F}" type="presOf" srcId="{D24F37B4-0AF7-4F6F-ABF8-8A9141F9BE16}" destId="{39579ECC-5A3F-4DBE-B681-3E450FCC0508}" srcOrd="0" destOrd="0" presId="urn:microsoft.com/office/officeart/2008/layout/HorizontalMultiLevelHierarchy"/>
    <dgm:cxn modelId="{6B463CD2-1A89-4CC9-B67B-0A7B55160154}" type="presOf" srcId="{F8A4306D-2EA6-4060-9C81-584FC924A72D}" destId="{1A8C8775-11A9-4910-9DB9-4ADDC072442C}" srcOrd="0" destOrd="0" presId="urn:microsoft.com/office/officeart/2008/layout/HorizontalMultiLevelHierarchy"/>
    <dgm:cxn modelId="{018F33D3-8F75-4B04-9408-200DAD56C036}" type="presOf" srcId="{950148CB-A4C6-463D-AF37-AF261141D0EB}" destId="{46C640A8-4221-49EA-B21F-B4D90F5A805F}" srcOrd="1" destOrd="0" presId="urn:microsoft.com/office/officeart/2008/layout/HorizontalMultiLevelHierarchy"/>
    <dgm:cxn modelId="{6AB0E6D3-2D72-49CB-922F-F7DDFB3412B7}" srcId="{FCC30B53-80CF-495C-9E37-AE840D0A54E9}" destId="{B64052CB-BE3E-428B-A360-07E8C24CCC0C}" srcOrd="0" destOrd="0" parTransId="{5F7CA2C7-BF1C-4D92-89BB-913C3FE228D5}" sibTransId="{CE60FCFB-AB6D-4ED9-A6F3-913846F31EFC}"/>
    <dgm:cxn modelId="{D049A0D4-B6AD-4650-AC34-1698984766BE}" type="presOf" srcId="{B6D3E7F0-AD88-4060-8B97-6B68D288808B}" destId="{E66A7893-53DE-4C20-97F3-42A6AE3BBEA4}" srcOrd="0" destOrd="0" presId="urn:microsoft.com/office/officeart/2008/layout/HorizontalMultiLevelHierarchy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1A4FA9D5-16B2-42B1-AD3F-04224E5578D3}" type="presOf" srcId="{1BFF9B2F-01F0-4194-8B16-72C7004F37AD}" destId="{EE83F653-B2FA-4D4B-85D3-D5575E7023AC}" srcOrd="1" destOrd="0" presId="urn:microsoft.com/office/officeart/2008/layout/HorizontalMultiLevelHierarchy"/>
    <dgm:cxn modelId="{9495F7D6-AEC6-4E6F-A220-F7125D08A37C}" srcId="{43C2C9CE-FB6B-4922-B62F-24129D0D74FE}" destId="{4074F581-04AF-4A88-A2B9-58FB6E5254C1}" srcOrd="0" destOrd="0" parTransId="{D2456FFE-F36C-467B-9DE2-B796DD2BB734}" sibTransId="{5694B169-6083-4CE6-ADB0-3AD806D47EA4}"/>
    <dgm:cxn modelId="{54278CD8-4397-4099-8F50-EFE573D5200E}" srcId="{F8A4306D-2EA6-4060-9C81-584FC924A72D}" destId="{B2DB83ED-41AF-4BCB-925B-2B612D563F67}" srcOrd="5" destOrd="0" parTransId="{D61E1BDC-FFB4-4FDA-9F8F-A2D38A22FC13}" sibTransId="{C5BE9560-3EDF-4CB5-9220-16F25EFEC07F}"/>
    <dgm:cxn modelId="{44331FD9-7D8E-4F6F-8686-4FE50A12ECDA}" type="presOf" srcId="{7B421B0F-55A0-43E3-AAB4-7F7453CC308D}" destId="{747CBD9F-0F68-4B8F-BAF3-AEE6DB596339}" srcOrd="0" destOrd="0" presId="urn:microsoft.com/office/officeart/2008/layout/HorizontalMultiLevelHierarchy"/>
    <dgm:cxn modelId="{B96FD0D9-BAB6-4EC8-BBAA-7F384E827C18}" type="presOf" srcId="{42357B54-A9CE-4816-924C-DF487F79B752}" destId="{FE941F1F-20CA-4C55-B397-5F4B1C4D50F1}" srcOrd="0" destOrd="0" presId="urn:microsoft.com/office/officeart/2008/layout/HorizontalMultiLevelHierarchy"/>
    <dgm:cxn modelId="{0A17DDD9-D670-4F8E-940C-C872AFABCE2B}" type="presOf" srcId="{B7E54385-8BC1-46FF-8E14-00F1B0661F6D}" destId="{75224694-FEBD-44E2-8AFD-7986A3DACA1B}" srcOrd="0" destOrd="0" presId="urn:microsoft.com/office/officeart/2008/layout/HorizontalMultiLevelHierarchy"/>
    <dgm:cxn modelId="{C91F0BDB-24DA-4E01-9AB1-345270FA1ECC}" type="presOf" srcId="{42357B54-A9CE-4816-924C-DF487F79B752}" destId="{FF359B89-0B39-4CE3-93E2-CD1A931C3CEA}" srcOrd="1" destOrd="0" presId="urn:microsoft.com/office/officeart/2008/layout/HorizontalMultiLevelHierarchy"/>
    <dgm:cxn modelId="{CFE20EDB-0325-40EA-A742-F08B99A2AAD4}" type="presOf" srcId="{95289957-C481-46A5-9961-6F007BB5639B}" destId="{73FD337A-6A62-440C-AAA2-FFC3EC6938DE}" srcOrd="0" destOrd="0" presId="urn:microsoft.com/office/officeart/2008/layout/HorizontalMultiLevelHierarchy"/>
    <dgm:cxn modelId="{3A5EDFDB-4B7B-465C-B6F8-5BE63E03B313}" srcId="{B48D0B44-3110-4378-976A-B95BE2D92E56}" destId="{8227352B-B68B-42C2-86D3-836F3AECFF93}" srcOrd="0" destOrd="0" parTransId="{95289957-C481-46A5-9961-6F007BB5639B}" sibTransId="{14560264-AD83-4BCC-9AEA-6CB17DDC4BBE}"/>
    <dgm:cxn modelId="{B51258DD-85C6-40B9-ACBB-1D6B26F5C7CA}" type="presOf" srcId="{B2DB83ED-41AF-4BCB-925B-2B612D563F67}" destId="{FDF91A2A-2A66-4C6C-A86A-CDF4326DA8EE}" srcOrd="0" destOrd="0" presId="urn:microsoft.com/office/officeart/2008/layout/HorizontalMultiLevelHierarchy"/>
    <dgm:cxn modelId="{B4D8B9DE-DF9B-4124-9934-B01FAF883BBE}" srcId="{4074F581-04AF-4A88-A2B9-58FB6E5254C1}" destId="{B14A0311-5726-4475-9E53-85C836AFC92C}" srcOrd="0" destOrd="0" parTransId="{42357B54-A9CE-4816-924C-DF487F79B752}" sibTransId="{D7D8E9BB-9A19-4692-8484-01876E384CB8}"/>
    <dgm:cxn modelId="{DEFE4BE2-377B-40FE-A0B6-0B3AC986E940}" type="presOf" srcId="{6C2C6C0D-F038-48BF-A77A-0396757F631F}" destId="{B4C17056-AF94-4420-AB8F-2D52248DC182}" srcOrd="0" destOrd="0" presId="urn:microsoft.com/office/officeart/2008/layout/HorizontalMultiLevelHierarchy"/>
    <dgm:cxn modelId="{BC4FAAE2-1E24-43F5-9264-9FF857E62E56}" type="presOf" srcId="{948D3F28-4669-4EC4-923F-385FD3758F7A}" destId="{A6BD61BC-4141-400E-ACB2-D57F9AF06952}" srcOrd="0" destOrd="0" presId="urn:microsoft.com/office/officeart/2008/layout/HorizontalMultiLevelHierarchy"/>
    <dgm:cxn modelId="{EC8E61E7-9913-4DA2-9C49-D06CC9A8D2FF}" type="presOf" srcId="{7D955B6F-F42D-4BD2-9D6E-CB680270C029}" destId="{2980A471-699E-4437-8082-CA996D1BA17A}" srcOrd="1" destOrd="0" presId="urn:microsoft.com/office/officeart/2008/layout/HorizontalMultiLevelHierarchy"/>
    <dgm:cxn modelId="{90ACA8F1-75A4-4D9D-9A1A-4DE332DF7290}" srcId="{F8A4306D-2EA6-4060-9C81-584FC924A72D}" destId="{DDE09034-1577-4615-AE7A-187B4C369A9A}" srcOrd="6" destOrd="0" parTransId="{950148CB-A4C6-463D-AF37-AF261141D0EB}" sibTransId="{AF13E3D2-1026-4758-91E6-17B3CBDCA8B8}"/>
    <dgm:cxn modelId="{791BBCF3-2732-4AD9-973C-4EF28E6E2306}" type="presOf" srcId="{8BE22E42-DB0A-4790-87BD-8B0CEA94CA04}" destId="{B1DAB71E-6E0D-4893-9248-FF2AC3D62576}" srcOrd="1" destOrd="0" presId="urn:microsoft.com/office/officeart/2008/layout/HorizontalMultiLevelHierarchy"/>
    <dgm:cxn modelId="{B88079F7-B750-4928-8C3B-B41937FE49D2}" type="presOf" srcId="{D61E1BDC-FFB4-4FDA-9F8F-A2D38A22FC13}" destId="{F7C38909-BE07-464E-834D-BDCFBA258100}" srcOrd="0" destOrd="0" presId="urn:microsoft.com/office/officeart/2008/layout/HorizontalMultiLevelHierarchy"/>
    <dgm:cxn modelId="{469494F8-6927-4332-8F3B-987A9C866EA6}" type="presOf" srcId="{DDE09034-1577-4615-AE7A-187B4C369A9A}" destId="{C3BAA938-E657-4B3A-9C99-A24D140B8CBB}" srcOrd="0" destOrd="0" presId="urn:microsoft.com/office/officeart/2008/layout/HorizontalMultiLevelHierarchy"/>
    <dgm:cxn modelId="{E528C1F9-A6FD-4872-88C4-ACEA2728DF13}" type="presOf" srcId="{6583610E-1A7C-4E10-B2E8-E0C19D00B9A0}" destId="{6F6144C2-8CC6-4AA7-AF21-168289CF647E}" srcOrd="0" destOrd="0" presId="urn:microsoft.com/office/officeart/2008/layout/HorizontalMultiLevelHierarchy"/>
    <dgm:cxn modelId="{1A000CFB-D7ED-430D-800D-CFA01B37E8A2}" type="presOf" srcId="{CA7C5D69-D6FC-4892-9597-36D34D7B757B}" destId="{8356AC79-2EF4-49C1-9BE8-D778171D8DF5}" srcOrd="1" destOrd="0" presId="urn:microsoft.com/office/officeart/2008/layout/HorizontalMultiLevelHierarchy"/>
    <dgm:cxn modelId="{A771ADFB-860E-43BE-9E7C-BA32F448C150}" type="presOf" srcId="{1BFF9B2F-01F0-4194-8B16-72C7004F37AD}" destId="{88664CCB-9214-4D82-86B3-EFDDCFEAF4FB}" srcOrd="0" destOrd="0" presId="urn:microsoft.com/office/officeart/2008/layout/HorizontalMultiLevelHierarchy"/>
    <dgm:cxn modelId="{D5CA46A1-903F-483F-9FB3-B8F55A140BDE}" type="presParOf" srcId="{AB769FB9-81B7-4D88-8E0E-4605BD1B277C}" destId="{4EC09F46-69D8-4EC8-A3FD-B9943A6C53ED}" srcOrd="0" destOrd="0" presId="urn:microsoft.com/office/officeart/2008/layout/HorizontalMultiLevelHierarchy"/>
    <dgm:cxn modelId="{995C54A1-3827-496B-9B18-50D5AD520D60}" type="presParOf" srcId="{4EC09F46-69D8-4EC8-A3FD-B9943A6C53ED}" destId="{1A8C8775-11A9-4910-9DB9-4ADDC072442C}" srcOrd="0" destOrd="0" presId="urn:microsoft.com/office/officeart/2008/layout/HorizontalMultiLevelHierarchy"/>
    <dgm:cxn modelId="{E1E79F46-D541-4FE2-9764-1395AB7600DE}" type="presParOf" srcId="{4EC09F46-69D8-4EC8-A3FD-B9943A6C53ED}" destId="{15760790-9539-44A9-A52D-58AB584996E5}" srcOrd="1" destOrd="0" presId="urn:microsoft.com/office/officeart/2008/layout/HorizontalMultiLevelHierarchy"/>
    <dgm:cxn modelId="{5ADA54CE-EDFD-4097-A3A6-2712EF7BA69A}" type="presParOf" srcId="{15760790-9539-44A9-A52D-58AB584996E5}" destId="{92090F43-5B4E-4749-BCAA-CA724B1D4710}" srcOrd="0" destOrd="0" presId="urn:microsoft.com/office/officeart/2008/layout/HorizontalMultiLevelHierarchy"/>
    <dgm:cxn modelId="{4A3E4DFE-0232-4B30-B471-EF73B4869046}" type="presParOf" srcId="{92090F43-5B4E-4749-BCAA-CA724B1D4710}" destId="{81E432F6-3EF7-4549-811C-B578FA37B5ED}" srcOrd="0" destOrd="0" presId="urn:microsoft.com/office/officeart/2008/layout/HorizontalMultiLevelHierarchy"/>
    <dgm:cxn modelId="{BEFF708C-AFF4-423D-9DB8-D86327C98725}" type="presParOf" srcId="{15760790-9539-44A9-A52D-58AB584996E5}" destId="{72B2EE92-AB90-4A5C-9510-488C5A769220}" srcOrd="1" destOrd="0" presId="urn:microsoft.com/office/officeart/2008/layout/HorizontalMultiLevelHierarchy"/>
    <dgm:cxn modelId="{DC963881-70F3-4EAB-ADCE-609548BBA9FE}" type="presParOf" srcId="{72B2EE92-AB90-4A5C-9510-488C5A769220}" destId="{B2ADA6F2-50C6-4A88-AAA9-37F38027290A}" srcOrd="0" destOrd="0" presId="urn:microsoft.com/office/officeart/2008/layout/HorizontalMultiLevelHierarchy"/>
    <dgm:cxn modelId="{D08FC14F-005F-4342-AC34-A22F19A1746D}" type="presParOf" srcId="{72B2EE92-AB90-4A5C-9510-488C5A769220}" destId="{FCCA6175-AB58-4D81-9EEF-6F7407CF7161}" srcOrd="1" destOrd="0" presId="urn:microsoft.com/office/officeart/2008/layout/HorizontalMultiLevelHierarchy"/>
    <dgm:cxn modelId="{A3F531CD-938A-4887-B220-F2D505439F44}" type="presParOf" srcId="{FCCA6175-AB58-4D81-9EEF-6F7407CF7161}" destId="{3F3348B2-04C2-46F8-8EB7-421170EC45A5}" srcOrd="0" destOrd="0" presId="urn:microsoft.com/office/officeart/2008/layout/HorizontalMultiLevelHierarchy"/>
    <dgm:cxn modelId="{C94DB978-A77A-4C92-A24B-FB558B772F90}" type="presParOf" srcId="{3F3348B2-04C2-46F8-8EB7-421170EC45A5}" destId="{0C90F4FC-85D3-4791-86E5-D9986B869FC4}" srcOrd="0" destOrd="0" presId="urn:microsoft.com/office/officeart/2008/layout/HorizontalMultiLevelHierarchy"/>
    <dgm:cxn modelId="{5BAD94B6-8542-4D59-BABE-496AD8F61E89}" type="presParOf" srcId="{FCCA6175-AB58-4D81-9EEF-6F7407CF7161}" destId="{B94510B3-BBC4-4774-8283-7091DF1C7CF7}" srcOrd="1" destOrd="0" presId="urn:microsoft.com/office/officeart/2008/layout/HorizontalMultiLevelHierarchy"/>
    <dgm:cxn modelId="{41D3861C-1549-4A25-B892-71377A4B0057}" type="presParOf" srcId="{B94510B3-BBC4-4774-8283-7091DF1C7CF7}" destId="{0D1B3F7F-30ED-4F6C-931F-D0F75EB516EC}" srcOrd="0" destOrd="0" presId="urn:microsoft.com/office/officeart/2008/layout/HorizontalMultiLevelHierarchy"/>
    <dgm:cxn modelId="{19AD31F8-3353-4551-9749-309952EACD72}" type="presParOf" srcId="{B94510B3-BBC4-4774-8283-7091DF1C7CF7}" destId="{D9250867-03C7-4A5E-AC1C-B73262C6F20F}" srcOrd="1" destOrd="0" presId="urn:microsoft.com/office/officeart/2008/layout/HorizontalMultiLevelHierarchy"/>
    <dgm:cxn modelId="{EF425BCC-5143-4FDB-A076-CEC884917D61}" type="presParOf" srcId="{D9250867-03C7-4A5E-AC1C-B73262C6F20F}" destId="{A127D93A-C082-4168-98F1-0A3741E23D2D}" srcOrd="0" destOrd="0" presId="urn:microsoft.com/office/officeart/2008/layout/HorizontalMultiLevelHierarchy"/>
    <dgm:cxn modelId="{2D803273-E871-4E3F-8D17-53C2CFCDFE48}" type="presParOf" srcId="{A127D93A-C082-4168-98F1-0A3741E23D2D}" destId="{7588EB7B-8CD0-4D95-A555-6D9BAA0DAB7D}" srcOrd="0" destOrd="0" presId="urn:microsoft.com/office/officeart/2008/layout/HorizontalMultiLevelHierarchy"/>
    <dgm:cxn modelId="{591C7931-E964-4EF2-97E1-DA1F74C19464}" type="presParOf" srcId="{D9250867-03C7-4A5E-AC1C-B73262C6F20F}" destId="{42D1C9A8-B1E9-46B1-9851-8F605CD35EB7}" srcOrd="1" destOrd="0" presId="urn:microsoft.com/office/officeart/2008/layout/HorizontalMultiLevelHierarchy"/>
    <dgm:cxn modelId="{3F75C568-9390-4354-B7F0-98EA290DBACA}" type="presParOf" srcId="{42D1C9A8-B1E9-46B1-9851-8F605CD35EB7}" destId="{0B6CCB4A-7225-4330-8D7C-CAD770CEC914}" srcOrd="0" destOrd="0" presId="urn:microsoft.com/office/officeart/2008/layout/HorizontalMultiLevelHierarchy"/>
    <dgm:cxn modelId="{1BAE96EE-1C56-4995-B8FC-01BC8849AA12}" type="presParOf" srcId="{42D1C9A8-B1E9-46B1-9851-8F605CD35EB7}" destId="{6AEA6B9D-B290-471D-A07D-D3A27FE028C8}" srcOrd="1" destOrd="0" presId="urn:microsoft.com/office/officeart/2008/layout/HorizontalMultiLevelHierarchy"/>
    <dgm:cxn modelId="{B4BCDB99-1EB5-4DC5-9173-4FF5AF621DE9}" type="presParOf" srcId="{15760790-9539-44A9-A52D-58AB584996E5}" destId="{F31F3F23-7C72-452A-ADC8-1CB2C7B14B46}" srcOrd="2" destOrd="0" presId="urn:microsoft.com/office/officeart/2008/layout/HorizontalMultiLevelHierarchy"/>
    <dgm:cxn modelId="{A117A6D5-9552-491A-8FF2-9143F4E4D669}" type="presParOf" srcId="{F31F3F23-7C72-452A-ADC8-1CB2C7B14B46}" destId="{37CD627C-8293-4029-B114-AA7B7535644E}" srcOrd="0" destOrd="0" presId="urn:microsoft.com/office/officeart/2008/layout/HorizontalMultiLevelHierarchy"/>
    <dgm:cxn modelId="{DA727901-B72C-4BE9-A31C-103EAB1F6E2E}" type="presParOf" srcId="{15760790-9539-44A9-A52D-58AB584996E5}" destId="{81987734-CB8C-4533-9770-A4DA592EF4DF}" srcOrd="3" destOrd="0" presId="urn:microsoft.com/office/officeart/2008/layout/HorizontalMultiLevelHierarchy"/>
    <dgm:cxn modelId="{2F424AD1-8924-4D2A-8DAB-89BA4E1D861D}" type="presParOf" srcId="{81987734-CB8C-4533-9770-A4DA592EF4DF}" destId="{8F7C36BE-E589-4461-8F16-778807C0B166}" srcOrd="0" destOrd="0" presId="urn:microsoft.com/office/officeart/2008/layout/HorizontalMultiLevelHierarchy"/>
    <dgm:cxn modelId="{AA5AAADB-4F56-4166-83C9-4583E670D95D}" type="presParOf" srcId="{81987734-CB8C-4533-9770-A4DA592EF4DF}" destId="{3820E890-198B-4C85-958B-050818C8959F}" srcOrd="1" destOrd="0" presId="urn:microsoft.com/office/officeart/2008/layout/HorizontalMultiLevelHierarchy"/>
    <dgm:cxn modelId="{646CCD0D-BB7D-4F0F-B8C8-ECF5E0C49F32}" type="presParOf" srcId="{3820E890-198B-4C85-958B-050818C8959F}" destId="{5E4E42DD-3DC5-4B9C-A797-9F0465C2C0C2}" srcOrd="0" destOrd="0" presId="urn:microsoft.com/office/officeart/2008/layout/HorizontalMultiLevelHierarchy"/>
    <dgm:cxn modelId="{72FA8481-4977-4392-8E2E-C416251D78FC}" type="presParOf" srcId="{5E4E42DD-3DC5-4B9C-A797-9F0465C2C0C2}" destId="{D8B29C5C-0816-4F81-865B-7EB6704402BF}" srcOrd="0" destOrd="0" presId="urn:microsoft.com/office/officeart/2008/layout/HorizontalMultiLevelHierarchy"/>
    <dgm:cxn modelId="{7FB208DB-7E4D-4481-A63F-30B9FE5C1B28}" type="presParOf" srcId="{3820E890-198B-4C85-958B-050818C8959F}" destId="{9021E3EC-0051-4559-A960-AB02ED1D8C43}" srcOrd="1" destOrd="0" presId="urn:microsoft.com/office/officeart/2008/layout/HorizontalMultiLevelHierarchy"/>
    <dgm:cxn modelId="{F868B0DA-5CC8-4864-A593-4D84A723B51A}" type="presParOf" srcId="{9021E3EC-0051-4559-A960-AB02ED1D8C43}" destId="{6F6144C2-8CC6-4AA7-AF21-168289CF647E}" srcOrd="0" destOrd="0" presId="urn:microsoft.com/office/officeart/2008/layout/HorizontalMultiLevelHierarchy"/>
    <dgm:cxn modelId="{7C0E61EA-788E-43DA-8547-10A48BFA0E71}" type="presParOf" srcId="{9021E3EC-0051-4559-A960-AB02ED1D8C43}" destId="{DBCBC2FA-183D-4AC0-BA7A-238300C608E2}" srcOrd="1" destOrd="0" presId="urn:microsoft.com/office/officeart/2008/layout/HorizontalMultiLevelHierarchy"/>
    <dgm:cxn modelId="{8C033DCD-4912-498C-8847-D30DE13D0DB3}" type="presParOf" srcId="{DBCBC2FA-183D-4AC0-BA7A-238300C608E2}" destId="{E66A7893-53DE-4C20-97F3-42A6AE3BBEA4}" srcOrd="0" destOrd="0" presId="urn:microsoft.com/office/officeart/2008/layout/HorizontalMultiLevelHierarchy"/>
    <dgm:cxn modelId="{753766A5-0338-4EE5-8E5E-3FA5C2522BF4}" type="presParOf" srcId="{E66A7893-53DE-4C20-97F3-42A6AE3BBEA4}" destId="{CCFCC316-DBF4-40CD-AB29-B3F58DFFD053}" srcOrd="0" destOrd="0" presId="urn:microsoft.com/office/officeart/2008/layout/HorizontalMultiLevelHierarchy"/>
    <dgm:cxn modelId="{8FFADB38-716C-45FB-A07F-267F2C141014}" type="presParOf" srcId="{DBCBC2FA-183D-4AC0-BA7A-238300C608E2}" destId="{0EE56E90-DAD1-421C-8338-2EF21C3A506E}" srcOrd="1" destOrd="0" presId="urn:microsoft.com/office/officeart/2008/layout/HorizontalMultiLevelHierarchy"/>
    <dgm:cxn modelId="{3047749D-6267-49E3-92B7-4C77DFE1CD3F}" type="presParOf" srcId="{0EE56E90-DAD1-421C-8338-2EF21C3A506E}" destId="{B4C17056-AF94-4420-AB8F-2D52248DC182}" srcOrd="0" destOrd="0" presId="urn:microsoft.com/office/officeart/2008/layout/HorizontalMultiLevelHierarchy"/>
    <dgm:cxn modelId="{1DBD35CF-2689-42D7-A72A-B79BBC9F3AA9}" type="presParOf" srcId="{0EE56E90-DAD1-421C-8338-2EF21C3A506E}" destId="{1AA6312F-4947-40C0-B2BE-707601400B52}" srcOrd="1" destOrd="0" presId="urn:microsoft.com/office/officeart/2008/layout/HorizontalMultiLevelHierarchy"/>
    <dgm:cxn modelId="{E6B18856-4E5F-4C28-BD2C-15E970D83205}" type="presParOf" srcId="{15760790-9539-44A9-A52D-58AB584996E5}" destId="{E43A60A7-9DDF-42B2-A812-4D4F0F75076B}" srcOrd="4" destOrd="0" presId="urn:microsoft.com/office/officeart/2008/layout/HorizontalMultiLevelHierarchy"/>
    <dgm:cxn modelId="{4B27F6DD-16D1-4623-976A-92E2E159A236}" type="presParOf" srcId="{E43A60A7-9DDF-42B2-A812-4D4F0F75076B}" destId="{CE810C7E-C3EF-4168-95BF-2980E8095076}" srcOrd="0" destOrd="0" presId="urn:microsoft.com/office/officeart/2008/layout/HorizontalMultiLevelHierarchy"/>
    <dgm:cxn modelId="{82FC3D1E-F6D5-41F7-849A-92F8F25C8364}" type="presParOf" srcId="{15760790-9539-44A9-A52D-58AB584996E5}" destId="{2FDCB53E-1839-42F6-B7BD-BFFEEA57B5F0}" srcOrd="5" destOrd="0" presId="urn:microsoft.com/office/officeart/2008/layout/HorizontalMultiLevelHierarchy"/>
    <dgm:cxn modelId="{4BE242A1-E6A9-4711-A86C-58FF39B37C9F}" type="presParOf" srcId="{2FDCB53E-1839-42F6-B7BD-BFFEEA57B5F0}" destId="{32ACC1F6-D5B9-4CEA-991A-2E04658BD206}" srcOrd="0" destOrd="0" presId="urn:microsoft.com/office/officeart/2008/layout/HorizontalMultiLevelHierarchy"/>
    <dgm:cxn modelId="{9CA6FC19-B925-4791-83D2-A5DE55AA36DE}" type="presParOf" srcId="{2FDCB53E-1839-42F6-B7BD-BFFEEA57B5F0}" destId="{B74E96B9-7929-453A-8253-F93A52E48265}" srcOrd="1" destOrd="0" presId="urn:microsoft.com/office/officeart/2008/layout/HorizontalMultiLevelHierarchy"/>
    <dgm:cxn modelId="{32645A10-861A-4F78-9AD1-9AEFF59EC43E}" type="presParOf" srcId="{B74E96B9-7929-453A-8253-F93A52E48265}" destId="{0B2C3DEE-29F0-4A70-9C19-F3A6568122D1}" srcOrd="0" destOrd="0" presId="urn:microsoft.com/office/officeart/2008/layout/HorizontalMultiLevelHierarchy"/>
    <dgm:cxn modelId="{BF874A29-933D-4A53-8854-FB998894AFD8}" type="presParOf" srcId="{0B2C3DEE-29F0-4A70-9C19-F3A6568122D1}" destId="{D0460D2A-98B4-4457-AD5C-1B61D4B2581C}" srcOrd="0" destOrd="0" presId="urn:microsoft.com/office/officeart/2008/layout/HorizontalMultiLevelHierarchy"/>
    <dgm:cxn modelId="{29B84202-4D5E-47A1-8DC5-9570A36E5574}" type="presParOf" srcId="{B74E96B9-7929-453A-8253-F93A52E48265}" destId="{D5A49201-80A1-4D17-8C96-50565380FDD4}" srcOrd="1" destOrd="0" presId="urn:microsoft.com/office/officeart/2008/layout/HorizontalMultiLevelHierarchy"/>
    <dgm:cxn modelId="{00B56D2C-953C-4202-AC6D-426CEA5BC490}" type="presParOf" srcId="{D5A49201-80A1-4D17-8C96-50565380FDD4}" destId="{7BB34EAD-A9D4-4433-82FB-8D85B83831B2}" srcOrd="0" destOrd="0" presId="urn:microsoft.com/office/officeart/2008/layout/HorizontalMultiLevelHierarchy"/>
    <dgm:cxn modelId="{685F316A-FF8B-4A05-BB09-7F1C82C65AA3}" type="presParOf" srcId="{D5A49201-80A1-4D17-8C96-50565380FDD4}" destId="{BD786D60-D357-49D5-AEEF-D726E602D51C}" srcOrd="1" destOrd="0" presId="urn:microsoft.com/office/officeart/2008/layout/HorizontalMultiLevelHierarchy"/>
    <dgm:cxn modelId="{6E3AC64D-3441-4D4D-AFE6-B02C04492E6E}" type="presParOf" srcId="{BD786D60-D357-49D5-AEEF-D726E602D51C}" destId="{60DB86B8-AB26-4AE4-820F-80100E439A3D}" srcOrd="0" destOrd="0" presId="urn:microsoft.com/office/officeart/2008/layout/HorizontalMultiLevelHierarchy"/>
    <dgm:cxn modelId="{440506C4-3DA6-4E2E-BDFC-F52D70D13365}" type="presParOf" srcId="{60DB86B8-AB26-4AE4-820F-80100E439A3D}" destId="{486C6242-DD8D-402E-9699-C0DC4B6AA9AB}" srcOrd="0" destOrd="0" presId="urn:microsoft.com/office/officeart/2008/layout/HorizontalMultiLevelHierarchy"/>
    <dgm:cxn modelId="{AE818DDD-357C-4226-8D1C-AD691C31E0EA}" type="presParOf" srcId="{BD786D60-D357-49D5-AEEF-D726E602D51C}" destId="{5942E6F4-853E-410C-B6A9-A07556C861DE}" srcOrd="1" destOrd="0" presId="urn:microsoft.com/office/officeart/2008/layout/HorizontalMultiLevelHierarchy"/>
    <dgm:cxn modelId="{694FF78E-6999-4AFF-995A-6CC44B9B0DE0}" type="presParOf" srcId="{5942E6F4-853E-410C-B6A9-A07556C861DE}" destId="{B2BD390E-5AA1-48EE-BC8C-249D037084F5}" srcOrd="0" destOrd="0" presId="urn:microsoft.com/office/officeart/2008/layout/HorizontalMultiLevelHierarchy"/>
    <dgm:cxn modelId="{BF94A313-C396-4378-BEBF-20E2B0CFAB95}" type="presParOf" srcId="{5942E6F4-853E-410C-B6A9-A07556C861DE}" destId="{7A9DDC9E-4939-4AE9-B028-7ACCBBF8AFB7}" srcOrd="1" destOrd="0" presId="urn:microsoft.com/office/officeart/2008/layout/HorizontalMultiLevelHierarchy"/>
    <dgm:cxn modelId="{5EF3BA69-C3EB-4BF9-9B11-21FBB5C7DB89}" type="presParOf" srcId="{15760790-9539-44A9-A52D-58AB584996E5}" destId="{FA624BE1-9ACC-4E7D-9F6D-BDD9E6D78BF6}" srcOrd="6" destOrd="0" presId="urn:microsoft.com/office/officeart/2008/layout/HorizontalMultiLevelHierarchy"/>
    <dgm:cxn modelId="{05EE9C8C-6F1A-4F07-9D89-184B952B816A}" type="presParOf" srcId="{FA624BE1-9ACC-4E7D-9F6D-BDD9E6D78BF6}" destId="{B1DAB71E-6E0D-4893-9248-FF2AC3D62576}" srcOrd="0" destOrd="0" presId="urn:microsoft.com/office/officeart/2008/layout/HorizontalMultiLevelHierarchy"/>
    <dgm:cxn modelId="{47E9E7C9-9E5C-4863-B4A4-373ADE7F10C9}" type="presParOf" srcId="{15760790-9539-44A9-A52D-58AB584996E5}" destId="{39B18842-E86C-4A21-9358-DDBD88C9AE12}" srcOrd="7" destOrd="0" presId="urn:microsoft.com/office/officeart/2008/layout/HorizontalMultiLevelHierarchy"/>
    <dgm:cxn modelId="{4B01B369-F033-4F27-ADA9-3A3298F1C628}" type="presParOf" srcId="{39B18842-E86C-4A21-9358-DDBD88C9AE12}" destId="{BEDCAB73-F473-4593-A1D1-34DA9B04C965}" srcOrd="0" destOrd="0" presId="urn:microsoft.com/office/officeart/2008/layout/HorizontalMultiLevelHierarchy"/>
    <dgm:cxn modelId="{2259EF3A-F366-4276-B703-754E363B35F1}" type="presParOf" srcId="{39B18842-E86C-4A21-9358-DDBD88C9AE12}" destId="{EC061381-D743-43E7-A907-6CB83D1DEB83}" srcOrd="1" destOrd="0" presId="urn:microsoft.com/office/officeart/2008/layout/HorizontalMultiLevelHierarchy"/>
    <dgm:cxn modelId="{BD740F54-BC05-4983-9AB7-502478FF0700}" type="presParOf" srcId="{EC061381-D743-43E7-A907-6CB83D1DEB83}" destId="{1025C237-A869-49AD-9337-1D7407CAC99C}" srcOrd="0" destOrd="0" presId="urn:microsoft.com/office/officeart/2008/layout/HorizontalMultiLevelHierarchy"/>
    <dgm:cxn modelId="{14A5A115-8DAF-4919-A5DD-3EDDA71740F0}" type="presParOf" srcId="{1025C237-A869-49AD-9337-1D7407CAC99C}" destId="{68136AC4-BDD7-4777-A2D7-6110A212B42A}" srcOrd="0" destOrd="0" presId="urn:microsoft.com/office/officeart/2008/layout/HorizontalMultiLevelHierarchy"/>
    <dgm:cxn modelId="{1856B8B2-6E6A-42D7-B49E-544CC58052BC}" type="presParOf" srcId="{EC061381-D743-43E7-A907-6CB83D1DEB83}" destId="{80A61EC3-92FE-4EE6-9E70-BD5267F31811}" srcOrd="1" destOrd="0" presId="urn:microsoft.com/office/officeart/2008/layout/HorizontalMultiLevelHierarchy"/>
    <dgm:cxn modelId="{9A9BAF69-8953-4285-BE9C-405D8429D389}" type="presParOf" srcId="{80A61EC3-92FE-4EE6-9E70-BD5267F31811}" destId="{0BA20883-AC06-46A2-BDB2-084685A86392}" srcOrd="0" destOrd="0" presId="urn:microsoft.com/office/officeart/2008/layout/HorizontalMultiLevelHierarchy"/>
    <dgm:cxn modelId="{F4CD2FD0-9571-4E33-B11A-2033B159856D}" type="presParOf" srcId="{80A61EC3-92FE-4EE6-9E70-BD5267F31811}" destId="{7D044068-356B-488A-9310-E9F4C93B5059}" srcOrd="1" destOrd="0" presId="urn:microsoft.com/office/officeart/2008/layout/HorizontalMultiLevelHierarchy"/>
    <dgm:cxn modelId="{89425577-4D99-4A7E-930F-AECECD9EE137}" type="presParOf" srcId="{7D044068-356B-488A-9310-E9F4C93B5059}" destId="{E3EB1B03-3487-40DA-947F-CE0DCBC1024C}" srcOrd="0" destOrd="0" presId="urn:microsoft.com/office/officeart/2008/layout/HorizontalMultiLevelHierarchy"/>
    <dgm:cxn modelId="{D7D622AE-D8C2-4746-AF48-F0A8CBDF9C0D}" type="presParOf" srcId="{E3EB1B03-3487-40DA-947F-CE0DCBC1024C}" destId="{AB6BADEB-E717-4F4C-8BB1-05E739A15FD2}" srcOrd="0" destOrd="0" presId="urn:microsoft.com/office/officeart/2008/layout/HorizontalMultiLevelHierarchy"/>
    <dgm:cxn modelId="{4D4BEFD6-BDCE-45E2-864B-D0A9145B0388}" type="presParOf" srcId="{7D044068-356B-488A-9310-E9F4C93B5059}" destId="{966F375D-DB9F-46A4-8167-E294611ED68F}" srcOrd="1" destOrd="0" presId="urn:microsoft.com/office/officeart/2008/layout/HorizontalMultiLevelHierarchy"/>
    <dgm:cxn modelId="{03F25602-62F2-471D-9D4A-221C8926EBE3}" type="presParOf" srcId="{966F375D-DB9F-46A4-8167-E294611ED68F}" destId="{FBC4DB25-4C66-409B-8343-CDA5C3416EF5}" srcOrd="0" destOrd="0" presId="urn:microsoft.com/office/officeart/2008/layout/HorizontalMultiLevelHierarchy"/>
    <dgm:cxn modelId="{49905727-3E09-4573-8A42-C53978C90BC3}" type="presParOf" srcId="{966F375D-DB9F-46A4-8167-E294611ED68F}" destId="{7AFBB4E0-5F87-45C3-8E39-4C985447C8BA}" srcOrd="1" destOrd="0" presId="urn:microsoft.com/office/officeart/2008/layout/HorizontalMultiLevelHierarchy"/>
    <dgm:cxn modelId="{FA53E3E5-7C3F-4D08-9D8D-4DFC1572E04C}" type="presParOf" srcId="{15760790-9539-44A9-A52D-58AB584996E5}" destId="{FE9BAB8F-E46F-4F0B-9F5C-E8662C1E6217}" srcOrd="8" destOrd="0" presId="urn:microsoft.com/office/officeart/2008/layout/HorizontalMultiLevelHierarchy"/>
    <dgm:cxn modelId="{DAC0A8FC-31D8-49B2-81A9-4D45A993682D}" type="presParOf" srcId="{FE9BAB8F-E46F-4F0B-9F5C-E8662C1E6217}" destId="{BF41CCA9-4415-4941-A18B-00E2CD618542}" srcOrd="0" destOrd="0" presId="urn:microsoft.com/office/officeart/2008/layout/HorizontalMultiLevelHierarchy"/>
    <dgm:cxn modelId="{08FCCBAD-22FA-47C2-A7BF-52B819765D82}" type="presParOf" srcId="{15760790-9539-44A9-A52D-58AB584996E5}" destId="{793784E1-95B3-48EF-A4BD-64F431A89F0C}" srcOrd="9" destOrd="0" presId="urn:microsoft.com/office/officeart/2008/layout/HorizontalMultiLevelHierarchy"/>
    <dgm:cxn modelId="{BF30D7FE-78B8-48BE-8617-F9B043C29BF4}" type="presParOf" srcId="{793784E1-95B3-48EF-A4BD-64F431A89F0C}" destId="{DAE82DBF-0D60-41F0-896E-3650DCF6B75A}" srcOrd="0" destOrd="0" presId="urn:microsoft.com/office/officeart/2008/layout/HorizontalMultiLevelHierarchy"/>
    <dgm:cxn modelId="{69B05DF1-D4A8-4444-875F-9B0AB7C62B79}" type="presParOf" srcId="{793784E1-95B3-48EF-A4BD-64F431A89F0C}" destId="{886F5094-6F41-45A7-A523-4206CD241528}" srcOrd="1" destOrd="0" presId="urn:microsoft.com/office/officeart/2008/layout/HorizontalMultiLevelHierarchy"/>
    <dgm:cxn modelId="{310F3A80-92D0-4407-BBAF-5A7F23C5EF24}" type="presParOf" srcId="{886F5094-6F41-45A7-A523-4206CD241528}" destId="{6E352E3A-D0F9-481B-A998-5B020A8C76CE}" srcOrd="0" destOrd="0" presId="urn:microsoft.com/office/officeart/2008/layout/HorizontalMultiLevelHierarchy"/>
    <dgm:cxn modelId="{B4BF4E78-5841-4AB1-90F5-ADE839059311}" type="presParOf" srcId="{6E352E3A-D0F9-481B-A998-5B020A8C76CE}" destId="{528AD2A8-E3A7-4DC2-821F-0125D89457A2}" srcOrd="0" destOrd="0" presId="urn:microsoft.com/office/officeart/2008/layout/HorizontalMultiLevelHierarchy"/>
    <dgm:cxn modelId="{65D03200-25DC-404C-972A-B1D293AB4487}" type="presParOf" srcId="{886F5094-6F41-45A7-A523-4206CD241528}" destId="{2BC4C651-4E5E-4935-A698-2E6D6FFB085B}" srcOrd="1" destOrd="0" presId="urn:microsoft.com/office/officeart/2008/layout/HorizontalMultiLevelHierarchy"/>
    <dgm:cxn modelId="{56D4C4AE-C331-4F66-836B-2442373C9332}" type="presParOf" srcId="{2BC4C651-4E5E-4935-A698-2E6D6FFB085B}" destId="{A84F1D51-BB5A-4796-9230-3A120D891569}" srcOrd="0" destOrd="0" presId="urn:microsoft.com/office/officeart/2008/layout/HorizontalMultiLevelHierarchy"/>
    <dgm:cxn modelId="{B4A51D1F-251A-4EFD-AB51-674359423CFF}" type="presParOf" srcId="{2BC4C651-4E5E-4935-A698-2E6D6FFB085B}" destId="{D285AB33-C789-49C6-B677-6A053047F1B5}" srcOrd="1" destOrd="0" presId="urn:microsoft.com/office/officeart/2008/layout/HorizontalMultiLevelHierarchy"/>
    <dgm:cxn modelId="{B7C613A7-5896-499C-AB30-5E0110825387}" type="presParOf" srcId="{D285AB33-C789-49C6-B677-6A053047F1B5}" destId="{FE941F1F-20CA-4C55-B397-5F4B1C4D50F1}" srcOrd="0" destOrd="0" presId="urn:microsoft.com/office/officeart/2008/layout/HorizontalMultiLevelHierarchy"/>
    <dgm:cxn modelId="{70BA37CC-B011-4420-B32C-54B8D4FD3360}" type="presParOf" srcId="{FE941F1F-20CA-4C55-B397-5F4B1C4D50F1}" destId="{FF359B89-0B39-4CE3-93E2-CD1A931C3CEA}" srcOrd="0" destOrd="0" presId="urn:microsoft.com/office/officeart/2008/layout/HorizontalMultiLevelHierarchy"/>
    <dgm:cxn modelId="{EF3FFF5D-931D-46E1-96EE-028DACFA3FA6}" type="presParOf" srcId="{D285AB33-C789-49C6-B677-6A053047F1B5}" destId="{44CF7D89-EE5D-4055-8FBA-F70B7343411E}" srcOrd="1" destOrd="0" presId="urn:microsoft.com/office/officeart/2008/layout/HorizontalMultiLevelHierarchy"/>
    <dgm:cxn modelId="{893F24C5-56BA-4FA3-A7E9-385DA30FDF71}" type="presParOf" srcId="{44CF7D89-EE5D-4055-8FBA-F70B7343411E}" destId="{A3CE5435-1141-42DD-980C-414E23182890}" srcOrd="0" destOrd="0" presId="urn:microsoft.com/office/officeart/2008/layout/HorizontalMultiLevelHierarchy"/>
    <dgm:cxn modelId="{4C2A88A7-31B3-454B-BEF1-EDA57F705FDD}" type="presParOf" srcId="{44CF7D89-EE5D-4055-8FBA-F70B7343411E}" destId="{0613B88B-6C5F-4837-B3B7-2E2843919BBC}" srcOrd="1" destOrd="0" presId="urn:microsoft.com/office/officeart/2008/layout/HorizontalMultiLevelHierarchy"/>
    <dgm:cxn modelId="{89D126B0-FB77-4C71-B954-0A02DF1F7651}" type="presParOf" srcId="{15760790-9539-44A9-A52D-58AB584996E5}" destId="{F7C38909-BE07-464E-834D-BDCFBA258100}" srcOrd="10" destOrd="0" presId="urn:microsoft.com/office/officeart/2008/layout/HorizontalMultiLevelHierarchy"/>
    <dgm:cxn modelId="{8DB516DC-C218-40E5-B630-151E0F4F00B6}" type="presParOf" srcId="{F7C38909-BE07-464E-834D-BDCFBA258100}" destId="{2D59348E-CC92-4EDA-8DAB-F0153DE00DFE}" srcOrd="0" destOrd="0" presId="urn:microsoft.com/office/officeart/2008/layout/HorizontalMultiLevelHierarchy"/>
    <dgm:cxn modelId="{65FA476C-675F-479C-81A0-A95DD2AB7FDF}" type="presParOf" srcId="{15760790-9539-44A9-A52D-58AB584996E5}" destId="{09E3E5F7-6710-42A6-8755-1B392952BE7A}" srcOrd="11" destOrd="0" presId="urn:microsoft.com/office/officeart/2008/layout/HorizontalMultiLevelHierarchy"/>
    <dgm:cxn modelId="{BD0118F0-05D6-462E-9623-2112937473B9}" type="presParOf" srcId="{09E3E5F7-6710-42A6-8755-1B392952BE7A}" destId="{FDF91A2A-2A66-4C6C-A86A-CDF4326DA8EE}" srcOrd="0" destOrd="0" presId="urn:microsoft.com/office/officeart/2008/layout/HorizontalMultiLevelHierarchy"/>
    <dgm:cxn modelId="{D96B0B4A-198D-4F02-8D60-510CC35A580B}" type="presParOf" srcId="{09E3E5F7-6710-42A6-8755-1B392952BE7A}" destId="{CF943F71-00A5-4A37-9AA2-340A74FF6AAC}" srcOrd="1" destOrd="0" presId="urn:microsoft.com/office/officeart/2008/layout/HorizontalMultiLevelHierarchy"/>
    <dgm:cxn modelId="{0549053D-ABAC-4E83-A0EC-6BB8033416E8}" type="presParOf" srcId="{CF943F71-00A5-4A37-9AA2-340A74FF6AAC}" destId="{4D78C0FD-C85D-44AE-95F1-5625C530C688}" srcOrd="0" destOrd="0" presId="urn:microsoft.com/office/officeart/2008/layout/HorizontalMultiLevelHierarchy"/>
    <dgm:cxn modelId="{E55F1955-F8F8-48EA-9651-E5A2B615C69A}" type="presParOf" srcId="{4D78C0FD-C85D-44AE-95F1-5625C530C688}" destId="{FCB80174-977E-4FDC-A16B-7D1437C183F2}" srcOrd="0" destOrd="0" presId="urn:microsoft.com/office/officeart/2008/layout/HorizontalMultiLevelHierarchy"/>
    <dgm:cxn modelId="{7E3B2A41-5C25-4292-978C-3B36E92BE67F}" type="presParOf" srcId="{CF943F71-00A5-4A37-9AA2-340A74FF6AAC}" destId="{F99645D6-B775-44B3-BD68-DE35BE73F39D}" srcOrd="1" destOrd="0" presId="urn:microsoft.com/office/officeart/2008/layout/HorizontalMultiLevelHierarchy"/>
    <dgm:cxn modelId="{B159E1A5-B594-4EE7-A219-B599E8882DB8}" type="presParOf" srcId="{F99645D6-B775-44B3-BD68-DE35BE73F39D}" destId="{39579ECC-5A3F-4DBE-B681-3E450FCC0508}" srcOrd="0" destOrd="0" presId="urn:microsoft.com/office/officeart/2008/layout/HorizontalMultiLevelHierarchy"/>
    <dgm:cxn modelId="{05F8CA72-4013-4111-90E4-0FA8B7632E09}" type="presParOf" srcId="{F99645D6-B775-44B3-BD68-DE35BE73F39D}" destId="{78FD9C01-7CBE-48E1-A65D-369494ADF49C}" srcOrd="1" destOrd="0" presId="urn:microsoft.com/office/officeart/2008/layout/HorizontalMultiLevelHierarchy"/>
    <dgm:cxn modelId="{D931CACD-DED0-4E30-A209-6B3B75808EE5}" type="presParOf" srcId="{78FD9C01-7CBE-48E1-A65D-369494ADF49C}" destId="{7B24AA88-93EC-4ACD-A3A2-F98FFA8C9C81}" srcOrd="0" destOrd="0" presId="urn:microsoft.com/office/officeart/2008/layout/HorizontalMultiLevelHierarchy"/>
    <dgm:cxn modelId="{E02E1A0B-7DE0-42F0-B49B-AD849553654D}" type="presParOf" srcId="{7B24AA88-93EC-4ACD-A3A2-F98FFA8C9C81}" destId="{8356AC79-2EF4-49C1-9BE8-D778171D8DF5}" srcOrd="0" destOrd="0" presId="urn:microsoft.com/office/officeart/2008/layout/HorizontalMultiLevelHierarchy"/>
    <dgm:cxn modelId="{16112D92-C77D-4836-9B66-390F2363D88C}" type="presParOf" srcId="{78FD9C01-7CBE-48E1-A65D-369494ADF49C}" destId="{B884D676-ADA4-4875-AA6D-A4A162F85EBB}" srcOrd="1" destOrd="0" presId="urn:microsoft.com/office/officeart/2008/layout/HorizontalMultiLevelHierarchy"/>
    <dgm:cxn modelId="{D33AD4E5-3765-48E8-9BFB-2DB726E40958}" type="presParOf" srcId="{B884D676-ADA4-4875-AA6D-A4A162F85EBB}" destId="{6C0DA723-208C-456B-8DC0-14BE49161222}" srcOrd="0" destOrd="0" presId="urn:microsoft.com/office/officeart/2008/layout/HorizontalMultiLevelHierarchy"/>
    <dgm:cxn modelId="{874D9010-531D-472E-9455-CC86D961DCEF}" type="presParOf" srcId="{B884D676-ADA4-4875-AA6D-A4A162F85EBB}" destId="{F326B291-A370-49E2-93C5-92A41CE46CFA}" srcOrd="1" destOrd="0" presId="urn:microsoft.com/office/officeart/2008/layout/HorizontalMultiLevelHierarchy"/>
    <dgm:cxn modelId="{A06F743F-9504-46FC-ABFA-389CA2F167A0}" type="presParOf" srcId="{15760790-9539-44A9-A52D-58AB584996E5}" destId="{EA21B7AA-9486-4067-B349-50CE4D95F9B9}" srcOrd="12" destOrd="0" presId="urn:microsoft.com/office/officeart/2008/layout/HorizontalMultiLevelHierarchy"/>
    <dgm:cxn modelId="{416D7CF9-487D-40AD-8FC5-CECECB821297}" type="presParOf" srcId="{EA21B7AA-9486-4067-B349-50CE4D95F9B9}" destId="{46C640A8-4221-49EA-B21F-B4D90F5A805F}" srcOrd="0" destOrd="0" presId="urn:microsoft.com/office/officeart/2008/layout/HorizontalMultiLevelHierarchy"/>
    <dgm:cxn modelId="{B0BBFDE9-6C56-4182-A32E-49CC174356B9}" type="presParOf" srcId="{15760790-9539-44A9-A52D-58AB584996E5}" destId="{CBEFB087-3B44-44CC-8A65-30A263DE3FA7}" srcOrd="13" destOrd="0" presId="urn:microsoft.com/office/officeart/2008/layout/HorizontalMultiLevelHierarchy"/>
    <dgm:cxn modelId="{0DF1E590-56B5-49F7-9ADC-151560DF1710}" type="presParOf" srcId="{CBEFB087-3B44-44CC-8A65-30A263DE3FA7}" destId="{C3BAA938-E657-4B3A-9C99-A24D140B8CBB}" srcOrd="0" destOrd="0" presId="urn:microsoft.com/office/officeart/2008/layout/HorizontalMultiLevelHierarchy"/>
    <dgm:cxn modelId="{399BB05C-7ECF-46CB-800F-D686298BACDE}" type="presParOf" srcId="{CBEFB087-3B44-44CC-8A65-30A263DE3FA7}" destId="{803DB0ED-84B8-46AD-A2BD-DD3B28A4BD05}" srcOrd="1" destOrd="0" presId="urn:microsoft.com/office/officeart/2008/layout/HorizontalMultiLevelHierarchy"/>
    <dgm:cxn modelId="{06326E7C-F0A3-47B0-9D91-CE5FE64DBB39}" type="presParOf" srcId="{803DB0ED-84B8-46AD-A2BD-DD3B28A4BD05}" destId="{41991A70-5495-4DA6-ADF1-52AE3035041A}" srcOrd="0" destOrd="0" presId="urn:microsoft.com/office/officeart/2008/layout/HorizontalMultiLevelHierarchy"/>
    <dgm:cxn modelId="{00BA41C7-507A-41D8-85A7-8769C1B4C5BB}" type="presParOf" srcId="{41991A70-5495-4DA6-ADF1-52AE3035041A}" destId="{A4C1AF91-0772-401F-B452-1B9FB50D902D}" srcOrd="0" destOrd="0" presId="urn:microsoft.com/office/officeart/2008/layout/HorizontalMultiLevelHierarchy"/>
    <dgm:cxn modelId="{0EBD4902-C83D-4B82-B041-6CD2BDD855E8}" type="presParOf" srcId="{803DB0ED-84B8-46AD-A2BD-DD3B28A4BD05}" destId="{D8182051-9983-4D39-A737-C2D0E2312C8F}" srcOrd="1" destOrd="0" presId="urn:microsoft.com/office/officeart/2008/layout/HorizontalMultiLevelHierarchy"/>
    <dgm:cxn modelId="{C4B010FC-526F-4BCD-A50D-68F8D2D4293C}" type="presParOf" srcId="{D8182051-9983-4D39-A737-C2D0E2312C8F}" destId="{22F4890B-3AF7-42E3-9465-6D51CBFE7F22}" srcOrd="0" destOrd="0" presId="urn:microsoft.com/office/officeart/2008/layout/HorizontalMultiLevelHierarchy"/>
    <dgm:cxn modelId="{64830233-6E90-4CC8-B59F-0FFCAAF8289E}" type="presParOf" srcId="{D8182051-9983-4D39-A737-C2D0E2312C8F}" destId="{51829F90-596D-41C5-80D9-EDF56A3C12EA}" srcOrd="1" destOrd="0" presId="urn:microsoft.com/office/officeart/2008/layout/HorizontalMultiLevelHierarchy"/>
    <dgm:cxn modelId="{8A052814-91EB-4760-AC05-44F5A8151252}" type="presParOf" srcId="{51829F90-596D-41C5-80D9-EDF56A3C12EA}" destId="{73FD337A-6A62-440C-AAA2-FFC3EC6938DE}" srcOrd="0" destOrd="0" presId="urn:microsoft.com/office/officeart/2008/layout/HorizontalMultiLevelHierarchy"/>
    <dgm:cxn modelId="{79B11950-4CA6-460E-B0E8-86BF4986E957}" type="presParOf" srcId="{73FD337A-6A62-440C-AAA2-FFC3EC6938DE}" destId="{294E2E05-8EB0-4855-9461-40F75FEB5DB8}" srcOrd="0" destOrd="0" presId="urn:microsoft.com/office/officeart/2008/layout/HorizontalMultiLevelHierarchy"/>
    <dgm:cxn modelId="{571268E9-3652-44D9-8FE5-854F8E1B5C02}" type="presParOf" srcId="{51829F90-596D-41C5-80D9-EDF56A3C12EA}" destId="{67E9512F-B5FF-493F-9463-B36C4CAFC81D}" srcOrd="1" destOrd="0" presId="urn:microsoft.com/office/officeart/2008/layout/HorizontalMultiLevelHierarchy"/>
    <dgm:cxn modelId="{8595142C-AB92-4E95-BEA8-68337B259522}" type="presParOf" srcId="{67E9512F-B5FF-493F-9463-B36C4CAFC81D}" destId="{F9485734-481E-4A53-B2D5-97F403D795A0}" srcOrd="0" destOrd="0" presId="urn:microsoft.com/office/officeart/2008/layout/HorizontalMultiLevelHierarchy"/>
    <dgm:cxn modelId="{FCBF9D27-883F-42AC-982E-808A6C7B3D02}" type="presParOf" srcId="{67E9512F-B5FF-493F-9463-B36C4CAFC81D}" destId="{1F1CB7FB-0429-4AE0-A35C-D0ED6DAF4C16}" srcOrd="1" destOrd="0" presId="urn:microsoft.com/office/officeart/2008/layout/HorizontalMultiLevelHierarchy"/>
    <dgm:cxn modelId="{7358CB4A-93BB-4E25-B8EB-3AD7D2515E55}" type="presParOf" srcId="{15760790-9539-44A9-A52D-58AB584996E5}" destId="{E7448DA2-ABEA-4A21-9757-53D581D7F3FD}" srcOrd="14" destOrd="0" presId="urn:microsoft.com/office/officeart/2008/layout/HorizontalMultiLevelHierarchy"/>
    <dgm:cxn modelId="{23DF8DF2-C5AE-43BA-91C6-2E58015567BF}" type="presParOf" srcId="{E7448DA2-ABEA-4A21-9757-53D581D7F3FD}" destId="{E3D0D3B2-09CA-4905-A15A-B5077E79086E}" srcOrd="0" destOrd="0" presId="urn:microsoft.com/office/officeart/2008/layout/HorizontalMultiLevelHierarchy"/>
    <dgm:cxn modelId="{A34B3A69-8457-4CE1-89CF-062E85E9A904}" type="presParOf" srcId="{15760790-9539-44A9-A52D-58AB584996E5}" destId="{1A5AA4F0-CBA6-4DC1-BA95-294FA49D68E6}" srcOrd="15" destOrd="0" presId="urn:microsoft.com/office/officeart/2008/layout/HorizontalMultiLevelHierarchy"/>
    <dgm:cxn modelId="{36ADB300-72A8-4548-8090-171BBC23D5C2}" type="presParOf" srcId="{1A5AA4F0-CBA6-4DC1-BA95-294FA49D68E6}" destId="{F79FB1EC-FF45-40C7-BCB6-021087AEF7A4}" srcOrd="0" destOrd="0" presId="urn:microsoft.com/office/officeart/2008/layout/HorizontalMultiLevelHierarchy"/>
    <dgm:cxn modelId="{440D8209-B5BB-40D0-A57F-364E2442905F}" type="presParOf" srcId="{1A5AA4F0-CBA6-4DC1-BA95-294FA49D68E6}" destId="{D8836E39-B4A4-4487-81A7-7BAB37E5BE9D}" srcOrd="1" destOrd="0" presId="urn:microsoft.com/office/officeart/2008/layout/HorizontalMultiLevelHierarchy"/>
    <dgm:cxn modelId="{C0D2E85A-C8CC-493E-BC6C-DE13BF337DDB}" type="presParOf" srcId="{D8836E39-B4A4-4487-81A7-7BAB37E5BE9D}" destId="{FEF38621-C909-48CF-B14E-859997849F5A}" srcOrd="0" destOrd="0" presId="urn:microsoft.com/office/officeart/2008/layout/HorizontalMultiLevelHierarchy"/>
    <dgm:cxn modelId="{263C0A0E-0F92-415F-85F9-7F6711B9517B}" type="presParOf" srcId="{FEF38621-C909-48CF-B14E-859997849F5A}" destId="{62B32946-0555-4CA6-A676-F8368863D843}" srcOrd="0" destOrd="0" presId="urn:microsoft.com/office/officeart/2008/layout/HorizontalMultiLevelHierarchy"/>
    <dgm:cxn modelId="{143AC34D-18E0-4658-8BFD-71FC372E16F1}" type="presParOf" srcId="{D8836E39-B4A4-4487-81A7-7BAB37E5BE9D}" destId="{AA409969-18B7-48FE-95F1-8F1A19799B0B}" srcOrd="1" destOrd="0" presId="urn:microsoft.com/office/officeart/2008/layout/HorizontalMultiLevelHierarchy"/>
    <dgm:cxn modelId="{C9E680EA-AC64-467D-A7C8-A850BE9BBF57}" type="presParOf" srcId="{AA409969-18B7-48FE-95F1-8F1A19799B0B}" destId="{A6BD61BC-4141-400E-ACB2-D57F9AF06952}" srcOrd="0" destOrd="0" presId="urn:microsoft.com/office/officeart/2008/layout/HorizontalMultiLevelHierarchy"/>
    <dgm:cxn modelId="{D56B80AF-1D01-497E-8CBE-9AF6FB2CCD3F}" type="presParOf" srcId="{AA409969-18B7-48FE-95F1-8F1A19799B0B}" destId="{EFA03ACC-9B27-49AD-A779-76953488942D}" srcOrd="1" destOrd="0" presId="urn:microsoft.com/office/officeart/2008/layout/HorizontalMultiLevelHierarchy"/>
    <dgm:cxn modelId="{E5486E40-F052-45D2-911E-72F1909AAAC4}" type="presParOf" srcId="{EFA03ACC-9B27-49AD-A779-76953488942D}" destId="{31F36AA4-DD88-458F-818F-4B4E19268883}" srcOrd="0" destOrd="0" presId="urn:microsoft.com/office/officeart/2008/layout/HorizontalMultiLevelHierarchy"/>
    <dgm:cxn modelId="{072B6F3D-8E06-4B51-A00F-4E7D39F64174}" type="presParOf" srcId="{31F36AA4-DD88-458F-818F-4B4E19268883}" destId="{FED8EC24-646E-4BC6-9059-80111B5EF84C}" srcOrd="0" destOrd="0" presId="urn:microsoft.com/office/officeart/2008/layout/HorizontalMultiLevelHierarchy"/>
    <dgm:cxn modelId="{393F0619-3387-4E7C-A30E-F28B84FBFED9}" type="presParOf" srcId="{EFA03ACC-9B27-49AD-A779-76953488942D}" destId="{9F8ED2AF-ED2D-4E73-86F3-28276EBA94C9}" srcOrd="1" destOrd="0" presId="urn:microsoft.com/office/officeart/2008/layout/HorizontalMultiLevelHierarchy"/>
    <dgm:cxn modelId="{42DE30F0-CAFA-41F4-B3EE-F5E85FE5E6B6}" type="presParOf" srcId="{9F8ED2AF-ED2D-4E73-86F3-28276EBA94C9}" destId="{62CD0928-6BCA-4D3E-A0AE-B8409B2849FD}" srcOrd="0" destOrd="0" presId="urn:microsoft.com/office/officeart/2008/layout/HorizontalMultiLevelHierarchy"/>
    <dgm:cxn modelId="{7EA04C3F-7FBE-48FC-BD9B-0FF4A68E5932}" type="presParOf" srcId="{9F8ED2AF-ED2D-4E73-86F3-28276EBA94C9}" destId="{2DCF32DA-CA76-4910-9EE2-F923E6533571}" srcOrd="1" destOrd="0" presId="urn:microsoft.com/office/officeart/2008/layout/HorizontalMultiLevelHierarchy"/>
    <dgm:cxn modelId="{BD07D47C-7F2D-4A20-A633-CADF67C67853}" type="presParOf" srcId="{15760790-9539-44A9-A52D-58AB584996E5}" destId="{88664CCB-9214-4D82-86B3-EFDDCFEAF4FB}" srcOrd="16" destOrd="0" presId="urn:microsoft.com/office/officeart/2008/layout/HorizontalMultiLevelHierarchy"/>
    <dgm:cxn modelId="{75F64524-B46F-4DB0-9EF8-9C2DDE738232}" type="presParOf" srcId="{88664CCB-9214-4D82-86B3-EFDDCFEAF4FB}" destId="{EE83F653-B2FA-4D4B-85D3-D5575E7023AC}" srcOrd="0" destOrd="0" presId="urn:microsoft.com/office/officeart/2008/layout/HorizontalMultiLevelHierarchy"/>
    <dgm:cxn modelId="{28854B47-EE71-46BB-981F-E79BB7B4F0ED}" type="presParOf" srcId="{15760790-9539-44A9-A52D-58AB584996E5}" destId="{9F7A3BE1-8606-43FD-B7EE-7A3DFB935645}" srcOrd="17" destOrd="0" presId="urn:microsoft.com/office/officeart/2008/layout/HorizontalMultiLevelHierarchy"/>
    <dgm:cxn modelId="{860EA164-FE18-4F29-BF8B-B8DEF92B33E9}" type="presParOf" srcId="{9F7A3BE1-8606-43FD-B7EE-7A3DFB935645}" destId="{93341C07-B5F1-4CC7-BB14-0920D0E784AE}" srcOrd="0" destOrd="0" presId="urn:microsoft.com/office/officeart/2008/layout/HorizontalMultiLevelHierarchy"/>
    <dgm:cxn modelId="{83D6D587-D3B7-441E-A1B1-D9CF9BAC7945}" type="presParOf" srcId="{9F7A3BE1-8606-43FD-B7EE-7A3DFB935645}" destId="{6D0F1497-A2DD-48C8-9967-E8CCD380CFE3}" srcOrd="1" destOrd="0" presId="urn:microsoft.com/office/officeart/2008/layout/HorizontalMultiLevelHierarchy"/>
    <dgm:cxn modelId="{B5E1722D-9777-4BC5-8034-AAC0059AFAA3}" type="presParOf" srcId="{6D0F1497-A2DD-48C8-9967-E8CCD380CFE3}" destId="{2AEE0977-4A75-4059-821D-B21488B2EDD3}" srcOrd="0" destOrd="0" presId="urn:microsoft.com/office/officeart/2008/layout/HorizontalMultiLevelHierarchy"/>
    <dgm:cxn modelId="{639CD353-E50D-49C7-9132-4C62BA3F6E52}" type="presParOf" srcId="{2AEE0977-4A75-4059-821D-B21488B2EDD3}" destId="{4AB34F3F-5530-4B4A-AD3D-E7353D81C3E6}" srcOrd="0" destOrd="0" presId="urn:microsoft.com/office/officeart/2008/layout/HorizontalMultiLevelHierarchy"/>
    <dgm:cxn modelId="{55CC11E3-957D-4C04-8D23-A9EFF5AEF840}" type="presParOf" srcId="{6D0F1497-A2DD-48C8-9967-E8CCD380CFE3}" destId="{3902BB5D-4B78-4067-B6D6-C2E2A0BD19FA}" srcOrd="1" destOrd="0" presId="urn:microsoft.com/office/officeart/2008/layout/HorizontalMultiLevelHierarchy"/>
    <dgm:cxn modelId="{0E76613F-10A7-4911-8EFF-4B592D44C430}" type="presParOf" srcId="{3902BB5D-4B78-4067-B6D6-C2E2A0BD19FA}" destId="{3A5EF45C-5D59-4585-B71A-DF482DAE80EE}" srcOrd="0" destOrd="0" presId="urn:microsoft.com/office/officeart/2008/layout/HorizontalMultiLevelHierarchy"/>
    <dgm:cxn modelId="{209A0C7F-8A0C-469F-8BD3-2ADE304DBA37}" type="presParOf" srcId="{3902BB5D-4B78-4067-B6D6-C2E2A0BD19FA}" destId="{5C7EA8AE-0C6F-4A6E-8165-E1C62B608C9A}" srcOrd="1" destOrd="0" presId="urn:microsoft.com/office/officeart/2008/layout/HorizontalMultiLevelHierarchy"/>
    <dgm:cxn modelId="{BCCF5B3B-A417-4581-B9CA-F2935DA23610}" type="presParOf" srcId="{5C7EA8AE-0C6F-4A6E-8165-E1C62B608C9A}" destId="{5C95B02D-F837-46A9-85F9-5F6D834B3855}" srcOrd="0" destOrd="0" presId="urn:microsoft.com/office/officeart/2008/layout/HorizontalMultiLevelHierarchy"/>
    <dgm:cxn modelId="{6778668F-2B87-42E2-8A4D-8780CC8C0A9B}" type="presParOf" srcId="{5C95B02D-F837-46A9-85F9-5F6D834B3855}" destId="{8885D25F-0ABF-4D46-84B4-00F0133DAEEC}" srcOrd="0" destOrd="0" presId="urn:microsoft.com/office/officeart/2008/layout/HorizontalMultiLevelHierarchy"/>
    <dgm:cxn modelId="{EF459825-AC6A-4C88-AD85-B418F968F9E9}" type="presParOf" srcId="{5C7EA8AE-0C6F-4A6E-8165-E1C62B608C9A}" destId="{0FB46B19-C355-435C-8133-89C2E19DF246}" srcOrd="1" destOrd="0" presId="urn:microsoft.com/office/officeart/2008/layout/HorizontalMultiLevelHierarchy"/>
    <dgm:cxn modelId="{E135A502-5B40-4B87-BD55-8FD1F59D385A}" type="presParOf" srcId="{0FB46B19-C355-435C-8133-89C2E19DF246}" destId="{AC7A7488-4047-4261-AB4A-0880674A7AEE}" srcOrd="0" destOrd="0" presId="urn:microsoft.com/office/officeart/2008/layout/HorizontalMultiLevelHierarchy"/>
    <dgm:cxn modelId="{40680A50-0220-46B3-B63A-95831C46EFE3}" type="presParOf" srcId="{0FB46B19-C355-435C-8133-89C2E19DF246}" destId="{8BA6894D-F20F-4C08-A080-855FF671A8A8}" srcOrd="1" destOrd="0" presId="urn:microsoft.com/office/officeart/2008/layout/HorizontalMultiLevelHierarchy"/>
    <dgm:cxn modelId="{D116BAE5-9A37-46BC-BF29-D4FAC0629536}" type="presParOf" srcId="{15760790-9539-44A9-A52D-58AB584996E5}" destId="{B54A146A-C397-4393-8761-FDBFA51A4112}" srcOrd="18" destOrd="0" presId="urn:microsoft.com/office/officeart/2008/layout/HorizontalMultiLevelHierarchy"/>
    <dgm:cxn modelId="{7CC100D8-71DA-4C20-8827-385CE9CDD384}" type="presParOf" srcId="{B54A146A-C397-4393-8761-FDBFA51A4112}" destId="{DAA9B2DB-77F3-4C78-9BD9-862C8A248540}" srcOrd="0" destOrd="0" presId="urn:microsoft.com/office/officeart/2008/layout/HorizontalMultiLevelHierarchy"/>
    <dgm:cxn modelId="{6B197CAC-8A89-435A-8BA0-0244B4CEFC45}" type="presParOf" srcId="{15760790-9539-44A9-A52D-58AB584996E5}" destId="{91B65F22-E8C6-4E92-BAE3-8EF52EB9AACD}" srcOrd="19" destOrd="0" presId="urn:microsoft.com/office/officeart/2008/layout/HorizontalMultiLevelHierarchy"/>
    <dgm:cxn modelId="{30BEEEE6-FB73-4A0F-BF70-7073994BAF25}" type="presParOf" srcId="{91B65F22-E8C6-4E92-BAE3-8EF52EB9AACD}" destId="{75224694-FEBD-44E2-8AFD-7986A3DACA1B}" srcOrd="0" destOrd="0" presId="urn:microsoft.com/office/officeart/2008/layout/HorizontalMultiLevelHierarchy"/>
    <dgm:cxn modelId="{BB80235E-4DFF-4273-A9D5-2641B2A0F4E1}" type="presParOf" srcId="{91B65F22-E8C6-4E92-BAE3-8EF52EB9AACD}" destId="{8F932B06-8D24-48C2-986E-85A98DF2BF49}" srcOrd="1" destOrd="0" presId="urn:microsoft.com/office/officeart/2008/layout/HorizontalMultiLevelHierarchy"/>
    <dgm:cxn modelId="{2FA8A690-7AFD-45CB-92D8-AE45A3B6DD33}" type="presParOf" srcId="{8F932B06-8D24-48C2-986E-85A98DF2BF49}" destId="{747CBD9F-0F68-4B8F-BAF3-AEE6DB596339}" srcOrd="0" destOrd="0" presId="urn:microsoft.com/office/officeart/2008/layout/HorizontalMultiLevelHierarchy"/>
    <dgm:cxn modelId="{40F86211-48EA-4975-ACB3-321030D301CD}" type="presParOf" srcId="{747CBD9F-0F68-4B8F-BAF3-AEE6DB596339}" destId="{22109A78-C266-456E-A8A3-606D11D0C223}" srcOrd="0" destOrd="0" presId="urn:microsoft.com/office/officeart/2008/layout/HorizontalMultiLevelHierarchy"/>
    <dgm:cxn modelId="{F0C905CB-6879-4085-8299-8A1FD824B500}" type="presParOf" srcId="{8F932B06-8D24-48C2-986E-85A98DF2BF49}" destId="{69874150-BD58-47A0-B921-20BA67853E91}" srcOrd="1" destOrd="0" presId="urn:microsoft.com/office/officeart/2008/layout/HorizontalMultiLevelHierarchy"/>
    <dgm:cxn modelId="{FCF5D043-5611-4CDA-B81D-3B84237A49BF}" type="presParOf" srcId="{69874150-BD58-47A0-B921-20BA67853E91}" destId="{D89E6211-9339-4E00-83E1-A64D8A24E0D9}" srcOrd="0" destOrd="0" presId="urn:microsoft.com/office/officeart/2008/layout/HorizontalMultiLevelHierarchy"/>
    <dgm:cxn modelId="{5DBEEBFE-0871-41B5-AC5F-826FD1DD0442}" type="presParOf" srcId="{69874150-BD58-47A0-B921-20BA67853E91}" destId="{97082421-5CCD-47E9-A5FD-287524F9D066}" srcOrd="1" destOrd="0" presId="urn:microsoft.com/office/officeart/2008/layout/HorizontalMultiLevelHierarchy"/>
    <dgm:cxn modelId="{912A0B74-3FEC-4191-83B8-6B638147FA09}" type="presParOf" srcId="{97082421-5CCD-47E9-A5FD-287524F9D066}" destId="{11BD399B-B673-4ADD-B2C7-191B70275F26}" srcOrd="0" destOrd="0" presId="urn:microsoft.com/office/officeart/2008/layout/HorizontalMultiLevelHierarchy"/>
    <dgm:cxn modelId="{8EE0589E-ECE6-4FC8-82DA-1620FA1893E1}" type="presParOf" srcId="{11BD399B-B673-4ADD-B2C7-191B70275F26}" destId="{2980A471-699E-4437-8082-CA996D1BA17A}" srcOrd="0" destOrd="0" presId="urn:microsoft.com/office/officeart/2008/layout/HorizontalMultiLevelHierarchy"/>
    <dgm:cxn modelId="{E150F539-E1CD-435A-9570-B050A3103FA9}" type="presParOf" srcId="{97082421-5CCD-47E9-A5FD-287524F9D066}" destId="{5837B947-59D4-4AEA-B59F-5DDF2AB873CF}" srcOrd="1" destOrd="0" presId="urn:microsoft.com/office/officeart/2008/layout/HorizontalMultiLevelHierarchy"/>
    <dgm:cxn modelId="{2E9FC009-B879-4878-8847-D0BA763E68F4}" type="presParOf" srcId="{5837B947-59D4-4AEA-B59F-5DDF2AB873CF}" destId="{456F0F22-75ED-457F-8E88-1EB5484B99EB}" srcOrd="0" destOrd="0" presId="urn:microsoft.com/office/officeart/2008/layout/HorizontalMultiLevelHierarchy"/>
    <dgm:cxn modelId="{A87C53F4-7C3B-436E-9CF5-3D97879129F5}" type="presParOf" srcId="{5837B947-59D4-4AEA-B59F-5DDF2AB873CF}" destId="{184C6EBA-8BD1-4908-96D8-B7C2DEDE91C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 dirty="0"/>
            <a:t>Productos</a:t>
          </a: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/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/>
        </a:p>
      </dgm:t>
    </dgm:pt>
    <dgm:pt modelId="{D5CC7BC0-399A-4FA1-9282-8E02243BD9DA}">
      <dgm:prSet phldrT="[Texto]" phldr="0"/>
      <dgm:spPr/>
      <dgm:t>
        <a:bodyPr/>
        <a:lstStyle/>
        <a:p>
          <a:r>
            <a:rPr lang="es-EC" dirty="0" err="1">
              <a:solidFill>
                <a:srgbClr val="150F41"/>
              </a:solidFill>
            </a:rPr>
            <a:t>Peigo</a:t>
          </a:r>
          <a:endParaRPr lang="es-EC" dirty="0">
            <a:solidFill>
              <a:srgbClr val="150F41"/>
            </a:solidFill>
          </a:endParaRPr>
        </a:p>
      </dgm:t>
    </dgm:pt>
    <dgm:pt modelId="{77DE0F50-91BD-47B0-82F2-905F09486430}" type="parTrans" cxnId="{1C054A4C-FE2D-46FB-B0E2-C91FC85755E0}">
      <dgm:prSet/>
      <dgm:spPr/>
      <dgm:t>
        <a:bodyPr/>
        <a:lstStyle/>
        <a:p>
          <a:endParaRPr lang="es-EC"/>
        </a:p>
      </dgm:t>
    </dgm:pt>
    <dgm:pt modelId="{6B4200AB-22F1-4917-A548-F0CC62565ABB}" type="sibTrans" cxnId="{1C054A4C-FE2D-46FB-B0E2-C91FC85755E0}">
      <dgm:prSet/>
      <dgm:spPr/>
      <dgm:t>
        <a:bodyPr/>
        <a:lstStyle/>
        <a:p>
          <a:endParaRPr lang="es-EC"/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/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/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/>
        </a:p>
      </dgm:t>
    </dgm:pt>
    <dgm:pt modelId="{F6D65D99-858C-4491-8350-4E38A536AD21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Crédito</a:t>
          </a:r>
        </a:p>
      </dgm:t>
    </dgm:pt>
    <dgm:pt modelId="{FEC150FD-CA24-4E50-97F1-E69E41EAECA7}" type="parTrans" cxnId="{6B282A65-641E-4798-B811-1AC8F94F44F5}">
      <dgm:prSet/>
      <dgm:spPr/>
      <dgm:t>
        <a:bodyPr/>
        <a:lstStyle/>
        <a:p>
          <a:endParaRPr lang="es-EC"/>
        </a:p>
      </dgm:t>
    </dgm:pt>
    <dgm:pt modelId="{15769C71-E077-44AB-965F-70D7B581EC38}" type="sibTrans" cxnId="{6B282A65-641E-4798-B811-1AC8F94F44F5}">
      <dgm:prSet/>
      <dgm:spPr/>
      <dgm:t>
        <a:bodyPr/>
        <a:lstStyle/>
        <a:p>
          <a:endParaRPr lang="es-EC"/>
        </a:p>
      </dgm:t>
    </dgm:pt>
    <dgm:pt modelId="{BC06D4EA-C00A-455B-A296-90B7D26E50BF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Cupo 0</a:t>
          </a:r>
        </a:p>
      </dgm:t>
    </dgm:pt>
    <dgm:pt modelId="{1088B713-D373-4F76-B98B-B75395D41BA2}" type="parTrans" cxnId="{72C4DCA9-69DE-411B-B9C2-7B74C9048EBC}">
      <dgm:prSet/>
      <dgm:spPr/>
      <dgm:t>
        <a:bodyPr/>
        <a:lstStyle/>
        <a:p>
          <a:endParaRPr lang="es-EC"/>
        </a:p>
      </dgm:t>
    </dgm:pt>
    <dgm:pt modelId="{640074BF-093A-4037-A45A-F35FD66C4B67}" type="sibTrans" cxnId="{72C4DCA9-69DE-411B-B9C2-7B74C9048EBC}">
      <dgm:prSet/>
      <dgm:spPr/>
      <dgm:t>
        <a:bodyPr/>
        <a:lstStyle/>
        <a:p>
          <a:endParaRPr lang="es-EC"/>
        </a:p>
      </dgm:t>
    </dgm:pt>
    <dgm:pt modelId="{1AB03169-D976-42D7-A273-D4625AE46F9F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Debito</a:t>
          </a:r>
        </a:p>
      </dgm:t>
    </dgm:pt>
    <dgm:pt modelId="{AA478AEC-9F15-47FF-B20B-DE5893F051C0}" type="parTrans" cxnId="{930B6465-918C-4487-9892-21C123CA0BA4}">
      <dgm:prSet/>
      <dgm:spPr/>
      <dgm:t>
        <a:bodyPr/>
        <a:lstStyle/>
        <a:p>
          <a:endParaRPr lang="es-EC"/>
        </a:p>
      </dgm:t>
    </dgm:pt>
    <dgm:pt modelId="{0A7E2B11-0161-4336-8CC6-8057E2D42FCF}" type="sibTrans" cxnId="{930B6465-918C-4487-9892-21C123CA0BA4}">
      <dgm:prSet/>
      <dgm:spPr/>
      <dgm:t>
        <a:bodyPr/>
        <a:lstStyle/>
        <a:p>
          <a:endParaRPr lang="es-EC"/>
        </a:p>
      </dgm:t>
    </dgm:pt>
    <dgm:pt modelId="{7FA6DCDB-7840-414E-A2DC-34707D6C010C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Amiga</a:t>
          </a:r>
        </a:p>
      </dgm:t>
    </dgm:pt>
    <dgm:pt modelId="{BC517616-6D60-41B4-A1E9-EF3BB38B7FA6}" type="parTrans" cxnId="{A5E3A0DE-3F29-45DF-B3C9-345FA27E2BAE}">
      <dgm:prSet/>
      <dgm:spPr/>
      <dgm:t>
        <a:bodyPr/>
        <a:lstStyle/>
        <a:p>
          <a:endParaRPr lang="es-EC"/>
        </a:p>
      </dgm:t>
    </dgm:pt>
    <dgm:pt modelId="{81C5B1B1-C736-4F61-B4D2-15979B594143}" type="sibTrans" cxnId="{A5E3A0DE-3F29-45DF-B3C9-345FA27E2BAE}">
      <dgm:prSet/>
      <dgm:spPr/>
      <dgm:t>
        <a:bodyPr/>
        <a:lstStyle/>
        <a:p>
          <a:endParaRPr lang="es-EC"/>
        </a:p>
      </dgm:t>
    </dgm:pt>
    <dgm:pt modelId="{08AE5005-3581-4A97-BECF-0CCE44B4D53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Ahorro</a:t>
          </a:r>
        </a:p>
      </dgm:t>
    </dgm:pt>
    <dgm:pt modelId="{A004AE72-6A2F-4DC1-86AA-9DD6EF4528AF}" type="parTrans" cxnId="{AEB8F02E-B8EC-45B2-A23C-A943F8742FDE}">
      <dgm:prSet/>
      <dgm:spPr/>
      <dgm:t>
        <a:bodyPr/>
        <a:lstStyle/>
        <a:p>
          <a:endParaRPr lang="es-EC"/>
        </a:p>
      </dgm:t>
    </dgm:pt>
    <dgm:pt modelId="{ECAF6E8F-2852-43EE-B9C4-41442144A0FC}" type="sibTrans" cxnId="{AEB8F02E-B8EC-45B2-A23C-A943F8742FDE}">
      <dgm:prSet/>
      <dgm:spPr/>
      <dgm:t>
        <a:bodyPr/>
        <a:lstStyle/>
        <a:p>
          <a:endParaRPr lang="es-EC"/>
        </a:p>
      </dgm:t>
    </dgm:pt>
    <dgm:pt modelId="{4ACE4D20-0AD1-48A9-9ACB-1F5C46BC0BD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Corriente</a:t>
          </a:r>
        </a:p>
      </dgm:t>
    </dgm:pt>
    <dgm:pt modelId="{07B6C525-6C33-4AE8-B387-9234D98AC7A5}" type="parTrans" cxnId="{049CF7CC-B208-4A72-A5C2-87DD58BA822A}">
      <dgm:prSet/>
      <dgm:spPr/>
      <dgm:t>
        <a:bodyPr/>
        <a:lstStyle/>
        <a:p>
          <a:endParaRPr lang="es-EC"/>
        </a:p>
      </dgm:t>
    </dgm:pt>
    <dgm:pt modelId="{D43DB4CE-5FDD-4F07-B46D-1A1C7495C161}" type="sibTrans" cxnId="{049CF7CC-B208-4A72-A5C2-87DD58BA822A}">
      <dgm:prSet/>
      <dgm:spPr/>
      <dgm:t>
        <a:bodyPr/>
        <a:lstStyle/>
        <a:p>
          <a:endParaRPr lang="es-EC"/>
        </a:p>
      </dgm:t>
    </dgm:pt>
    <dgm:pt modelId="{D703D4E3-80AC-43B7-BB5D-6236C00A0C8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Inversión</a:t>
          </a:r>
        </a:p>
      </dgm:t>
    </dgm:pt>
    <dgm:pt modelId="{C5F0EE40-EBE4-45F5-B1FC-726A9F1B0F73}" type="parTrans" cxnId="{3001B6E0-5A1B-4107-95CB-12E9DCC99663}">
      <dgm:prSet/>
      <dgm:spPr/>
      <dgm:t>
        <a:bodyPr/>
        <a:lstStyle/>
        <a:p>
          <a:endParaRPr lang="es-EC"/>
        </a:p>
      </dgm:t>
    </dgm:pt>
    <dgm:pt modelId="{AA9F861D-93CE-4011-9A92-B54BA4C37D2E}" type="sibTrans" cxnId="{3001B6E0-5A1B-4107-95CB-12E9DCC99663}">
      <dgm:prSet/>
      <dgm:spPr/>
      <dgm:t>
        <a:bodyPr/>
        <a:lstStyle/>
        <a:p>
          <a:endParaRPr lang="es-EC"/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/>
            <a:t>Seguros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/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/>
        </a:p>
      </dgm:t>
    </dgm:pt>
    <dgm:pt modelId="{5821FB8A-5877-43A9-875B-26B9C487ACC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Consumo</a:t>
          </a:r>
        </a:p>
      </dgm:t>
    </dgm:pt>
    <dgm:pt modelId="{90CBA59F-7D7C-4C75-9B0F-F5F15E07117F}" type="parTrans" cxnId="{41EF1B5F-D09D-4F71-8417-C286285C9568}">
      <dgm:prSet/>
      <dgm:spPr/>
      <dgm:t>
        <a:bodyPr/>
        <a:lstStyle/>
        <a:p>
          <a:endParaRPr lang="es-EC"/>
        </a:p>
      </dgm:t>
    </dgm:pt>
    <dgm:pt modelId="{D3D15590-51C2-44EF-AC9C-F94F0FCCB8B6}" type="sibTrans" cxnId="{41EF1B5F-D09D-4F71-8417-C286285C9568}">
      <dgm:prSet/>
      <dgm:spPr/>
      <dgm:t>
        <a:bodyPr/>
        <a:lstStyle/>
        <a:p>
          <a:endParaRPr lang="es-EC"/>
        </a:p>
      </dgm:t>
    </dgm:pt>
    <dgm:pt modelId="{B56DF796-4577-4EAC-93C2-6935751BE25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Comercial</a:t>
          </a:r>
        </a:p>
      </dgm:t>
    </dgm:pt>
    <dgm:pt modelId="{E9C31236-41E3-4D93-86D6-120F41639747}" type="parTrans" cxnId="{F8DB03AF-B784-48A9-AE53-EF0646F0505B}">
      <dgm:prSet/>
      <dgm:spPr/>
      <dgm:t>
        <a:bodyPr/>
        <a:lstStyle/>
        <a:p>
          <a:endParaRPr lang="es-EC"/>
        </a:p>
      </dgm:t>
    </dgm:pt>
    <dgm:pt modelId="{7891076A-C6C8-4A60-A70F-5BC6A31F5F3B}" type="sibTrans" cxnId="{F8DB03AF-B784-48A9-AE53-EF0646F0505B}">
      <dgm:prSet/>
      <dgm:spPr/>
      <dgm:t>
        <a:bodyPr/>
        <a:lstStyle/>
        <a:p>
          <a:endParaRPr lang="es-EC"/>
        </a:p>
      </dgm:t>
    </dgm:pt>
    <dgm:pt modelId="{9E6C4194-C2AC-49CA-B1BE-485970A30476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Educativo</a:t>
          </a:r>
        </a:p>
      </dgm:t>
    </dgm:pt>
    <dgm:pt modelId="{123BE4C2-2740-48F1-A672-BED1CFEF1A55}" type="parTrans" cxnId="{99B37A96-C7E4-4FFE-AE1C-0B928899CCF5}">
      <dgm:prSet/>
      <dgm:spPr/>
      <dgm:t>
        <a:bodyPr/>
        <a:lstStyle/>
        <a:p>
          <a:endParaRPr lang="es-EC"/>
        </a:p>
      </dgm:t>
    </dgm:pt>
    <dgm:pt modelId="{9CCDDAAC-1088-4C90-ADDE-D6CCD26B0E7F}" type="sibTrans" cxnId="{99B37A96-C7E4-4FFE-AE1C-0B928899CCF5}">
      <dgm:prSet/>
      <dgm:spPr/>
      <dgm:t>
        <a:bodyPr/>
        <a:lstStyle/>
        <a:p>
          <a:endParaRPr lang="es-EC"/>
        </a:p>
      </dgm:t>
    </dgm:pt>
    <dgm:pt modelId="{8EC7E3C2-D2EB-4D76-988B-B2A9666017D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Hipotecario</a:t>
          </a:r>
        </a:p>
      </dgm:t>
    </dgm:pt>
    <dgm:pt modelId="{8D49C22C-79DA-4F3A-AEAD-6714A7BAFF19}" type="parTrans" cxnId="{5EB7DF8D-7BF8-4C6E-BDD6-8100ECD9AA7A}">
      <dgm:prSet/>
      <dgm:spPr/>
      <dgm:t>
        <a:bodyPr/>
        <a:lstStyle/>
        <a:p>
          <a:endParaRPr lang="es-EC"/>
        </a:p>
      </dgm:t>
    </dgm:pt>
    <dgm:pt modelId="{464A0BE2-DEF7-417E-9E85-C09FA6EB1044}" type="sibTrans" cxnId="{5EB7DF8D-7BF8-4C6E-BDD6-8100ECD9AA7A}">
      <dgm:prSet/>
      <dgm:spPr/>
      <dgm:t>
        <a:bodyPr/>
        <a:lstStyle/>
        <a:p>
          <a:endParaRPr lang="es-EC"/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/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/>
        </a:p>
      </dgm:t>
    </dgm:pt>
    <dgm:pt modelId="{4F28903C-A6C9-4863-BB2A-43AED4B9C37B}">
      <dgm:prSet phldrT="[Texto]" phldr="0"/>
      <dgm:spPr/>
      <dgm:t>
        <a:bodyPr/>
        <a:lstStyle/>
        <a:p>
          <a:r>
            <a:rPr lang="es-EC" dirty="0"/>
            <a:t>Servicios</a:t>
          </a:r>
        </a:p>
      </dgm:t>
    </dgm:pt>
    <dgm:pt modelId="{86C76375-759C-430F-8C04-D9FE85D3E0BB}" type="parTrans" cxnId="{C348EA80-26EC-42A7-A79E-25B4312BC4F3}">
      <dgm:prSet/>
      <dgm:spPr/>
      <dgm:t>
        <a:bodyPr/>
        <a:lstStyle/>
        <a:p>
          <a:endParaRPr lang="es-EC"/>
        </a:p>
      </dgm:t>
    </dgm:pt>
    <dgm:pt modelId="{B8DD7159-E45E-49FB-AD54-E66760F599F9}" type="sibTrans" cxnId="{C348EA80-26EC-42A7-A79E-25B4312BC4F3}">
      <dgm:prSet/>
      <dgm:spPr/>
      <dgm:t>
        <a:bodyPr/>
        <a:lstStyle/>
        <a:p>
          <a:endParaRPr lang="es-EC"/>
        </a:p>
      </dgm:t>
    </dgm:pt>
    <dgm:pt modelId="{69C3C36C-E5CC-4A23-B842-F7ADB4F0B186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Ahorro Meta</a:t>
          </a:r>
        </a:p>
      </dgm:t>
    </dgm:pt>
    <dgm:pt modelId="{E2BEE4B6-C1A1-4A2D-A761-968A2D1121C6}" type="parTrans" cxnId="{D1AF3919-5502-491E-BBCE-EE8853B6DC0C}">
      <dgm:prSet/>
      <dgm:spPr/>
      <dgm:t>
        <a:bodyPr/>
        <a:lstStyle/>
        <a:p>
          <a:endParaRPr lang="es-EC"/>
        </a:p>
      </dgm:t>
    </dgm:pt>
    <dgm:pt modelId="{1C8BB3DB-02C6-41FC-9FC6-D56452A0969D}" type="sibTrans" cxnId="{D1AF3919-5502-491E-BBCE-EE8853B6DC0C}">
      <dgm:prSet/>
      <dgm:spPr/>
      <dgm:t>
        <a:bodyPr/>
        <a:lstStyle/>
        <a:p>
          <a:endParaRPr lang="es-EC"/>
        </a:p>
      </dgm:t>
    </dgm:pt>
    <dgm:pt modelId="{279C189A-06F2-43CF-B5A5-E89F36F848E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Nómina</a:t>
          </a:r>
        </a:p>
      </dgm:t>
    </dgm:pt>
    <dgm:pt modelId="{AE0CC12A-8B26-484E-AA07-8C88D1D017AA}" type="parTrans" cxnId="{E7F7D40F-215F-4CD0-856B-D5B800D5926C}">
      <dgm:prSet/>
      <dgm:spPr/>
      <dgm:t>
        <a:bodyPr/>
        <a:lstStyle/>
        <a:p>
          <a:endParaRPr lang="es-EC"/>
        </a:p>
      </dgm:t>
    </dgm:pt>
    <dgm:pt modelId="{2F241F55-BD09-4D6C-AD8B-C1C4C99D2D16}" type="sibTrans" cxnId="{E7F7D40F-215F-4CD0-856B-D5B800D5926C}">
      <dgm:prSet/>
      <dgm:spPr/>
      <dgm:t>
        <a:bodyPr/>
        <a:lstStyle/>
        <a:p>
          <a:endParaRPr lang="es-EC"/>
        </a:p>
      </dgm:t>
    </dgm:pt>
    <dgm:pt modelId="{BF1A8830-6600-4079-9907-EC2B2AFB2113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Crédito DM</a:t>
          </a:r>
        </a:p>
      </dgm:t>
    </dgm:pt>
    <dgm:pt modelId="{B8A6E210-3D1F-468B-BD06-85B17F9AB552}" type="parTrans" cxnId="{F2A0ED8B-F3E0-40B5-8E8E-CAFF576907D3}">
      <dgm:prSet/>
      <dgm:spPr/>
      <dgm:t>
        <a:bodyPr/>
        <a:lstStyle/>
        <a:p>
          <a:endParaRPr lang="es-EC"/>
        </a:p>
      </dgm:t>
    </dgm:pt>
    <dgm:pt modelId="{8F56ABFD-B8FE-40BB-B312-FC16D83CD91F}" type="sibTrans" cxnId="{F2A0ED8B-F3E0-40B5-8E8E-CAFF576907D3}">
      <dgm:prSet/>
      <dgm:spPr/>
      <dgm:t>
        <a:bodyPr/>
        <a:lstStyle/>
        <a:p>
          <a:endParaRPr lang="es-EC"/>
        </a:p>
      </dgm:t>
    </dgm:pt>
    <dgm:pt modelId="{663F485F-149A-43CE-90EE-939AFDE4FBE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Confirming</a:t>
          </a:r>
        </a:p>
      </dgm:t>
    </dgm:pt>
    <dgm:pt modelId="{6E00B489-6825-4F79-AAF6-ADC76498986E}" type="parTrans" cxnId="{2FE09C25-C66D-4EC5-9159-C525AA61F816}">
      <dgm:prSet/>
      <dgm:spPr/>
      <dgm:t>
        <a:bodyPr/>
        <a:lstStyle/>
        <a:p>
          <a:endParaRPr lang="es-EC"/>
        </a:p>
      </dgm:t>
    </dgm:pt>
    <dgm:pt modelId="{696E035A-82D7-4FA9-B49A-563D058019A2}" type="sibTrans" cxnId="{2FE09C25-C66D-4EC5-9159-C525AA61F816}">
      <dgm:prSet/>
      <dgm:spPr/>
      <dgm:t>
        <a:bodyPr/>
        <a:lstStyle/>
        <a:p>
          <a:endParaRPr lang="es-EC"/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/>
            <a:t>Créditos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/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/>
        </a:p>
      </dgm:t>
    </dgm:pt>
    <dgm:pt modelId="{7AFAD916-0B3E-4141-9546-EF644C75C7D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Voluntarios</a:t>
          </a:r>
        </a:p>
      </dgm:t>
    </dgm:pt>
    <dgm:pt modelId="{D1D1B209-31AA-46C8-BA21-F3B9CF8FE9FB}" type="parTrans" cxnId="{1DF5A08E-589B-4D52-8BC8-19AC2BE17C28}">
      <dgm:prSet/>
      <dgm:spPr/>
      <dgm:t>
        <a:bodyPr/>
        <a:lstStyle/>
        <a:p>
          <a:endParaRPr lang="es-EC"/>
        </a:p>
      </dgm:t>
    </dgm:pt>
    <dgm:pt modelId="{3989527C-439F-4CDD-A951-52296F973D86}" type="sibTrans" cxnId="{1DF5A08E-589B-4D52-8BC8-19AC2BE17C28}">
      <dgm:prSet/>
      <dgm:spPr/>
      <dgm:t>
        <a:bodyPr/>
        <a:lstStyle/>
        <a:p>
          <a:endParaRPr lang="es-EC"/>
        </a:p>
      </dgm:t>
    </dgm:pt>
    <dgm:pt modelId="{9E22FAF0-FF7E-4884-94A7-F2B8FFBB5A5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Obligatorios</a:t>
          </a:r>
        </a:p>
      </dgm:t>
    </dgm:pt>
    <dgm:pt modelId="{D5E1256A-7804-4A1B-9CE0-8C476EAC6D6B}" type="parTrans" cxnId="{C09DC830-BD83-4B7C-A407-5B02C3A0986D}">
      <dgm:prSet/>
      <dgm:spPr/>
      <dgm:t>
        <a:bodyPr/>
        <a:lstStyle/>
        <a:p>
          <a:endParaRPr lang="es-EC"/>
        </a:p>
      </dgm:t>
    </dgm:pt>
    <dgm:pt modelId="{08A8FAC0-F035-4478-9763-893CD85C1319}" type="sibTrans" cxnId="{C09DC830-BD83-4B7C-A407-5B02C3A0986D}">
      <dgm:prSet/>
      <dgm:spPr/>
      <dgm:t>
        <a:bodyPr/>
        <a:lstStyle/>
        <a:p>
          <a:endParaRPr lang="es-EC"/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/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/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5"/>
      <dgm:spPr/>
    </dgm:pt>
    <dgm:pt modelId="{81E432F6-3EF7-4549-811C-B578FA37B5ED}" type="pres">
      <dgm:prSet presAssocID="{DC92EE81-E160-409C-8D57-13731F9F37AC}" presName="connTx" presStyleLbl="parChTrans1D2" presStyleIdx="0" presStyleCnt="5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5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25457684-6A6A-46B1-BEFA-440DA349A4E1}" type="pres">
      <dgm:prSet presAssocID="{BC517616-6D60-41B4-A1E9-EF3BB38B7FA6}" presName="conn2-1" presStyleLbl="parChTrans1D3" presStyleIdx="0" presStyleCnt="19"/>
      <dgm:spPr/>
    </dgm:pt>
    <dgm:pt modelId="{BD65CC17-314D-4592-BB6E-D178C94F5A9C}" type="pres">
      <dgm:prSet presAssocID="{BC517616-6D60-41B4-A1E9-EF3BB38B7FA6}" presName="connTx" presStyleLbl="parChTrans1D3" presStyleIdx="0" presStyleCnt="19"/>
      <dgm:spPr/>
    </dgm:pt>
    <dgm:pt modelId="{55C8CA33-082C-4B82-8A53-827A77C4078E}" type="pres">
      <dgm:prSet presAssocID="{7FA6DCDB-7840-414E-A2DC-34707D6C010C}" presName="root2" presStyleCnt="0"/>
      <dgm:spPr/>
    </dgm:pt>
    <dgm:pt modelId="{5BB8511B-BEEB-4D95-9928-1B6F31389179}" type="pres">
      <dgm:prSet presAssocID="{7FA6DCDB-7840-414E-A2DC-34707D6C010C}" presName="LevelTwoTextNode" presStyleLbl="node3" presStyleIdx="0" presStyleCnt="19">
        <dgm:presLayoutVars>
          <dgm:chPref val="3"/>
        </dgm:presLayoutVars>
      </dgm:prSet>
      <dgm:spPr/>
    </dgm:pt>
    <dgm:pt modelId="{7547BC9F-2A72-4AE4-BE3E-5AEEB03D4ECA}" type="pres">
      <dgm:prSet presAssocID="{7FA6DCDB-7840-414E-A2DC-34707D6C010C}" presName="level3hierChild" presStyleCnt="0"/>
      <dgm:spPr/>
    </dgm:pt>
    <dgm:pt modelId="{0BFB8105-4697-4547-9449-F2D6976200F3}" type="pres">
      <dgm:prSet presAssocID="{77DE0F50-91BD-47B0-82F2-905F09486430}" presName="conn2-1" presStyleLbl="parChTrans1D3" presStyleIdx="1" presStyleCnt="19"/>
      <dgm:spPr/>
    </dgm:pt>
    <dgm:pt modelId="{0FF4104E-AE60-4D11-8A99-EF8A73225F34}" type="pres">
      <dgm:prSet presAssocID="{77DE0F50-91BD-47B0-82F2-905F09486430}" presName="connTx" presStyleLbl="parChTrans1D3" presStyleIdx="1" presStyleCnt="19"/>
      <dgm:spPr/>
    </dgm:pt>
    <dgm:pt modelId="{4F1F72D7-F86A-44CA-8AA6-859FE0E5FD94}" type="pres">
      <dgm:prSet presAssocID="{D5CC7BC0-399A-4FA1-9282-8E02243BD9DA}" presName="root2" presStyleCnt="0"/>
      <dgm:spPr/>
    </dgm:pt>
    <dgm:pt modelId="{27B4AF17-3646-481D-A3F4-26A127527259}" type="pres">
      <dgm:prSet presAssocID="{D5CC7BC0-399A-4FA1-9282-8E02243BD9DA}" presName="LevelTwoTextNode" presStyleLbl="node3" presStyleIdx="1" presStyleCnt="19">
        <dgm:presLayoutVars>
          <dgm:chPref val="3"/>
        </dgm:presLayoutVars>
      </dgm:prSet>
      <dgm:spPr/>
    </dgm:pt>
    <dgm:pt modelId="{8FB85D30-54AF-4DBB-839D-B9612212C25D}" type="pres">
      <dgm:prSet presAssocID="{D5CC7BC0-399A-4FA1-9282-8E02243BD9DA}" presName="level3hierChild" presStyleCnt="0"/>
      <dgm:spPr/>
    </dgm:pt>
    <dgm:pt modelId="{22D0EEAC-F1C3-4BAD-B8D4-AFFC576382CC}" type="pres">
      <dgm:prSet presAssocID="{A004AE72-6A2F-4DC1-86AA-9DD6EF4528AF}" presName="conn2-1" presStyleLbl="parChTrans1D3" presStyleIdx="2" presStyleCnt="19"/>
      <dgm:spPr/>
    </dgm:pt>
    <dgm:pt modelId="{D7E8F901-BAA6-4D2C-8C3C-C991500CB493}" type="pres">
      <dgm:prSet presAssocID="{A004AE72-6A2F-4DC1-86AA-9DD6EF4528AF}" presName="connTx" presStyleLbl="parChTrans1D3" presStyleIdx="2" presStyleCnt="19"/>
      <dgm:spPr/>
    </dgm:pt>
    <dgm:pt modelId="{A5377155-182C-41DB-A847-6D0A7A70F8C2}" type="pres">
      <dgm:prSet presAssocID="{08AE5005-3581-4A97-BECF-0CCE44B4D53E}" presName="root2" presStyleCnt="0"/>
      <dgm:spPr/>
    </dgm:pt>
    <dgm:pt modelId="{0647BFC3-B5D7-4EAF-82AD-3EB8CC090092}" type="pres">
      <dgm:prSet presAssocID="{08AE5005-3581-4A97-BECF-0CCE44B4D53E}" presName="LevelTwoTextNode" presStyleLbl="node3" presStyleIdx="2" presStyleCnt="19">
        <dgm:presLayoutVars>
          <dgm:chPref val="3"/>
        </dgm:presLayoutVars>
      </dgm:prSet>
      <dgm:spPr/>
    </dgm:pt>
    <dgm:pt modelId="{476CC316-13E2-4EF5-AE53-5F1A492C1435}" type="pres">
      <dgm:prSet presAssocID="{08AE5005-3581-4A97-BECF-0CCE44B4D53E}" presName="level3hierChild" presStyleCnt="0"/>
      <dgm:spPr/>
    </dgm:pt>
    <dgm:pt modelId="{04620BEB-0EEC-4835-AA29-7DE825A6C113}" type="pres">
      <dgm:prSet presAssocID="{07B6C525-6C33-4AE8-B387-9234D98AC7A5}" presName="conn2-1" presStyleLbl="parChTrans1D3" presStyleIdx="3" presStyleCnt="19"/>
      <dgm:spPr/>
    </dgm:pt>
    <dgm:pt modelId="{467D43A1-A466-4F0B-8178-6DB8BDC76B8C}" type="pres">
      <dgm:prSet presAssocID="{07B6C525-6C33-4AE8-B387-9234D98AC7A5}" presName="connTx" presStyleLbl="parChTrans1D3" presStyleIdx="3" presStyleCnt="19"/>
      <dgm:spPr/>
    </dgm:pt>
    <dgm:pt modelId="{27ADA6B8-28D4-4DC7-8CAE-84C3338FD0E3}" type="pres">
      <dgm:prSet presAssocID="{4ACE4D20-0AD1-48A9-9ACB-1F5C46BC0BDA}" presName="root2" presStyleCnt="0"/>
      <dgm:spPr/>
    </dgm:pt>
    <dgm:pt modelId="{E8145716-6D58-4345-8073-80600F1C9F42}" type="pres">
      <dgm:prSet presAssocID="{4ACE4D20-0AD1-48A9-9ACB-1F5C46BC0BDA}" presName="LevelTwoTextNode" presStyleLbl="node3" presStyleIdx="3" presStyleCnt="19">
        <dgm:presLayoutVars>
          <dgm:chPref val="3"/>
        </dgm:presLayoutVars>
      </dgm:prSet>
      <dgm:spPr/>
    </dgm:pt>
    <dgm:pt modelId="{7FBFB347-9C8B-46DF-B940-6A4AB17487BE}" type="pres">
      <dgm:prSet presAssocID="{4ACE4D20-0AD1-48A9-9ACB-1F5C46BC0BDA}" presName="level3hierChild" presStyleCnt="0"/>
      <dgm:spPr/>
    </dgm:pt>
    <dgm:pt modelId="{F226263A-149C-45EB-8D74-9D5F16BB2DF3}" type="pres">
      <dgm:prSet presAssocID="{C5F0EE40-EBE4-45F5-B1FC-726A9F1B0F73}" presName="conn2-1" presStyleLbl="parChTrans1D3" presStyleIdx="4" presStyleCnt="19"/>
      <dgm:spPr/>
    </dgm:pt>
    <dgm:pt modelId="{ED327FEE-4425-4C58-876D-54DE2191A0F8}" type="pres">
      <dgm:prSet presAssocID="{C5F0EE40-EBE4-45F5-B1FC-726A9F1B0F73}" presName="connTx" presStyleLbl="parChTrans1D3" presStyleIdx="4" presStyleCnt="19"/>
      <dgm:spPr/>
    </dgm:pt>
    <dgm:pt modelId="{36AD5031-8C3A-4BD8-999D-33560AEE625A}" type="pres">
      <dgm:prSet presAssocID="{D703D4E3-80AC-43B7-BB5D-6236C00A0C8E}" presName="root2" presStyleCnt="0"/>
      <dgm:spPr/>
    </dgm:pt>
    <dgm:pt modelId="{A393CB0A-BEF7-4DB8-81E5-1154DE861CF6}" type="pres">
      <dgm:prSet presAssocID="{D703D4E3-80AC-43B7-BB5D-6236C00A0C8E}" presName="LevelTwoTextNode" presStyleLbl="node3" presStyleIdx="4" presStyleCnt="19">
        <dgm:presLayoutVars>
          <dgm:chPref val="3"/>
        </dgm:presLayoutVars>
      </dgm:prSet>
      <dgm:spPr/>
    </dgm:pt>
    <dgm:pt modelId="{D84EBA28-5704-43D6-A124-2721041E2C1B}" type="pres">
      <dgm:prSet presAssocID="{D703D4E3-80AC-43B7-BB5D-6236C00A0C8E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5"/>
      <dgm:spPr/>
    </dgm:pt>
    <dgm:pt modelId="{37CD627C-8293-4029-B114-AA7B7535644E}" type="pres">
      <dgm:prSet presAssocID="{1EAAA8DD-4A75-4985-B423-64C84D4EE993}" presName="connTx" presStyleLbl="parChTrans1D2" presStyleIdx="1" presStyleCnt="5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5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F26F67FB-D19B-4991-9A66-98D479004DA6}" type="pres">
      <dgm:prSet presAssocID="{FEC150FD-CA24-4E50-97F1-E69E41EAECA7}" presName="conn2-1" presStyleLbl="parChTrans1D3" presStyleIdx="5" presStyleCnt="19"/>
      <dgm:spPr/>
    </dgm:pt>
    <dgm:pt modelId="{E7CD85A1-EA1D-49AD-8929-888F2462A542}" type="pres">
      <dgm:prSet presAssocID="{FEC150FD-CA24-4E50-97F1-E69E41EAECA7}" presName="connTx" presStyleLbl="parChTrans1D3" presStyleIdx="5" presStyleCnt="19"/>
      <dgm:spPr/>
    </dgm:pt>
    <dgm:pt modelId="{4C552E5F-8629-4456-97CD-B903644602C8}" type="pres">
      <dgm:prSet presAssocID="{F6D65D99-858C-4491-8350-4E38A536AD21}" presName="root2" presStyleCnt="0"/>
      <dgm:spPr/>
    </dgm:pt>
    <dgm:pt modelId="{B451BF21-E3E7-4DE8-AB73-A070BD52A292}" type="pres">
      <dgm:prSet presAssocID="{F6D65D99-858C-4491-8350-4E38A536AD21}" presName="LevelTwoTextNode" presStyleLbl="node3" presStyleIdx="5" presStyleCnt="19">
        <dgm:presLayoutVars>
          <dgm:chPref val="3"/>
        </dgm:presLayoutVars>
      </dgm:prSet>
      <dgm:spPr/>
    </dgm:pt>
    <dgm:pt modelId="{8B06370F-A2E7-441D-8C0E-10BE11169D5F}" type="pres">
      <dgm:prSet presAssocID="{F6D65D99-858C-4491-8350-4E38A536AD21}" presName="level3hierChild" presStyleCnt="0"/>
      <dgm:spPr/>
    </dgm:pt>
    <dgm:pt modelId="{80CCDF43-4A90-4DB9-90BB-F37BB6A6CE64}" type="pres">
      <dgm:prSet presAssocID="{1088B713-D373-4F76-B98B-B75395D41BA2}" presName="conn2-1" presStyleLbl="parChTrans1D3" presStyleIdx="6" presStyleCnt="19"/>
      <dgm:spPr/>
    </dgm:pt>
    <dgm:pt modelId="{87A0E548-ED5E-4FC4-A2E6-8E63C819DFB2}" type="pres">
      <dgm:prSet presAssocID="{1088B713-D373-4F76-B98B-B75395D41BA2}" presName="connTx" presStyleLbl="parChTrans1D3" presStyleIdx="6" presStyleCnt="19"/>
      <dgm:spPr/>
    </dgm:pt>
    <dgm:pt modelId="{CE97C4D3-826D-4755-A723-B0C4B967AF21}" type="pres">
      <dgm:prSet presAssocID="{BC06D4EA-C00A-455B-A296-90B7D26E50BF}" presName="root2" presStyleCnt="0"/>
      <dgm:spPr/>
    </dgm:pt>
    <dgm:pt modelId="{DDA79D3F-A64C-4EED-8BE6-B172036968B7}" type="pres">
      <dgm:prSet presAssocID="{BC06D4EA-C00A-455B-A296-90B7D26E50BF}" presName="LevelTwoTextNode" presStyleLbl="node3" presStyleIdx="6" presStyleCnt="19">
        <dgm:presLayoutVars>
          <dgm:chPref val="3"/>
        </dgm:presLayoutVars>
      </dgm:prSet>
      <dgm:spPr/>
    </dgm:pt>
    <dgm:pt modelId="{E7059D6D-9F5B-4313-A6C3-F890F15BCA70}" type="pres">
      <dgm:prSet presAssocID="{BC06D4EA-C00A-455B-A296-90B7D26E50BF}" presName="level3hierChild" presStyleCnt="0"/>
      <dgm:spPr/>
    </dgm:pt>
    <dgm:pt modelId="{1727B044-8190-4C0C-A27D-97E6DA4EBBD8}" type="pres">
      <dgm:prSet presAssocID="{AA478AEC-9F15-47FF-B20B-DE5893F051C0}" presName="conn2-1" presStyleLbl="parChTrans1D3" presStyleIdx="7" presStyleCnt="19"/>
      <dgm:spPr/>
    </dgm:pt>
    <dgm:pt modelId="{13757426-925E-45F2-A3A4-857C30C03B09}" type="pres">
      <dgm:prSet presAssocID="{AA478AEC-9F15-47FF-B20B-DE5893F051C0}" presName="connTx" presStyleLbl="parChTrans1D3" presStyleIdx="7" presStyleCnt="19"/>
      <dgm:spPr/>
    </dgm:pt>
    <dgm:pt modelId="{86523948-3737-42B0-904B-C62DA396E976}" type="pres">
      <dgm:prSet presAssocID="{1AB03169-D976-42D7-A273-D4625AE46F9F}" presName="root2" presStyleCnt="0"/>
      <dgm:spPr/>
    </dgm:pt>
    <dgm:pt modelId="{953DE894-07BF-479E-983A-CE5469800A68}" type="pres">
      <dgm:prSet presAssocID="{1AB03169-D976-42D7-A273-D4625AE46F9F}" presName="LevelTwoTextNode" presStyleLbl="node3" presStyleIdx="7" presStyleCnt="19">
        <dgm:presLayoutVars>
          <dgm:chPref val="3"/>
        </dgm:presLayoutVars>
      </dgm:prSet>
      <dgm:spPr/>
    </dgm:pt>
    <dgm:pt modelId="{91DA5869-B56F-4F27-9B93-C1C93A1AEC35}" type="pres">
      <dgm:prSet presAssocID="{1AB03169-D976-42D7-A273-D4625AE46F9F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5"/>
      <dgm:spPr/>
    </dgm:pt>
    <dgm:pt modelId="{CE810C7E-C3EF-4168-95BF-2980E8095076}" type="pres">
      <dgm:prSet presAssocID="{6A43294B-A1CB-4D6F-B453-0FF0E5776867}" presName="connTx" presStyleLbl="parChTrans1D2" presStyleIdx="2" presStyleCnt="5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5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A77A702B-712F-4ECF-ABF5-D128154D2C84}" type="pres">
      <dgm:prSet presAssocID="{D1D1B209-31AA-46C8-BA21-F3B9CF8FE9FB}" presName="conn2-1" presStyleLbl="parChTrans1D3" presStyleIdx="8" presStyleCnt="19"/>
      <dgm:spPr/>
    </dgm:pt>
    <dgm:pt modelId="{8E837C51-8492-4622-B33F-F9A94A9D0EF1}" type="pres">
      <dgm:prSet presAssocID="{D1D1B209-31AA-46C8-BA21-F3B9CF8FE9FB}" presName="connTx" presStyleLbl="parChTrans1D3" presStyleIdx="8" presStyleCnt="19"/>
      <dgm:spPr/>
    </dgm:pt>
    <dgm:pt modelId="{5115C6DC-7E2D-4766-B285-4D1F848A8387}" type="pres">
      <dgm:prSet presAssocID="{7AFAD916-0B3E-4141-9546-EF644C75C7DE}" presName="root2" presStyleCnt="0"/>
      <dgm:spPr/>
    </dgm:pt>
    <dgm:pt modelId="{CFCF47A2-F139-4B47-977C-1611FBA1DAB3}" type="pres">
      <dgm:prSet presAssocID="{7AFAD916-0B3E-4141-9546-EF644C75C7DE}" presName="LevelTwoTextNode" presStyleLbl="node3" presStyleIdx="8" presStyleCnt="19">
        <dgm:presLayoutVars>
          <dgm:chPref val="3"/>
        </dgm:presLayoutVars>
      </dgm:prSet>
      <dgm:spPr/>
    </dgm:pt>
    <dgm:pt modelId="{A8FECCA8-240A-4CF5-A5B6-F41A121490CC}" type="pres">
      <dgm:prSet presAssocID="{7AFAD916-0B3E-4141-9546-EF644C75C7DE}" presName="level3hierChild" presStyleCnt="0"/>
      <dgm:spPr/>
    </dgm:pt>
    <dgm:pt modelId="{051C7EE5-64C2-4B32-9CB4-6E697A8B079C}" type="pres">
      <dgm:prSet presAssocID="{D5E1256A-7804-4A1B-9CE0-8C476EAC6D6B}" presName="conn2-1" presStyleLbl="parChTrans1D3" presStyleIdx="9" presStyleCnt="19"/>
      <dgm:spPr/>
    </dgm:pt>
    <dgm:pt modelId="{BC550C4A-0520-4519-87CB-647D5B9D3481}" type="pres">
      <dgm:prSet presAssocID="{D5E1256A-7804-4A1B-9CE0-8C476EAC6D6B}" presName="connTx" presStyleLbl="parChTrans1D3" presStyleIdx="9" presStyleCnt="19"/>
      <dgm:spPr/>
    </dgm:pt>
    <dgm:pt modelId="{75DEBD15-D3B4-4ABE-B17A-25C3764140F0}" type="pres">
      <dgm:prSet presAssocID="{9E22FAF0-FF7E-4884-94A7-F2B8FFBB5A5E}" presName="root2" presStyleCnt="0"/>
      <dgm:spPr/>
    </dgm:pt>
    <dgm:pt modelId="{8B6A1FEE-6309-4F91-8601-1AC9179B566D}" type="pres">
      <dgm:prSet presAssocID="{9E22FAF0-FF7E-4884-94A7-F2B8FFBB5A5E}" presName="LevelTwoTextNode" presStyleLbl="node3" presStyleIdx="9" presStyleCnt="19">
        <dgm:presLayoutVars>
          <dgm:chPref val="3"/>
        </dgm:presLayoutVars>
      </dgm:prSet>
      <dgm:spPr/>
    </dgm:pt>
    <dgm:pt modelId="{4005D192-E8A0-4C74-BEA9-536ED8C0B21F}" type="pres">
      <dgm:prSet presAssocID="{9E22FAF0-FF7E-4884-94A7-F2B8FFBB5A5E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5"/>
      <dgm:spPr/>
    </dgm:pt>
    <dgm:pt modelId="{B1DAB71E-6E0D-4893-9248-FF2AC3D62576}" type="pres">
      <dgm:prSet presAssocID="{8BE22E42-DB0A-4790-87BD-8B0CEA94CA04}" presName="connTx" presStyleLbl="parChTrans1D2" presStyleIdx="3" presStyleCnt="5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5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35D85E89-8219-4EAD-B131-FFB670BDF21E}" type="pres">
      <dgm:prSet presAssocID="{90CBA59F-7D7C-4C75-9B0F-F5F15E07117F}" presName="conn2-1" presStyleLbl="parChTrans1D3" presStyleIdx="10" presStyleCnt="19"/>
      <dgm:spPr/>
    </dgm:pt>
    <dgm:pt modelId="{D6E620D2-D3BC-436E-AE97-2C6EFEAF5E1D}" type="pres">
      <dgm:prSet presAssocID="{90CBA59F-7D7C-4C75-9B0F-F5F15E07117F}" presName="connTx" presStyleLbl="parChTrans1D3" presStyleIdx="10" presStyleCnt="19"/>
      <dgm:spPr/>
    </dgm:pt>
    <dgm:pt modelId="{DD932453-77D2-4F1D-8BAC-83FF7117FDFB}" type="pres">
      <dgm:prSet presAssocID="{5821FB8A-5877-43A9-875B-26B9C487ACC9}" presName="root2" presStyleCnt="0"/>
      <dgm:spPr/>
    </dgm:pt>
    <dgm:pt modelId="{B933AC5F-4C04-4E26-B56E-83A35B7B75A0}" type="pres">
      <dgm:prSet presAssocID="{5821FB8A-5877-43A9-875B-26B9C487ACC9}" presName="LevelTwoTextNode" presStyleLbl="node3" presStyleIdx="10" presStyleCnt="19">
        <dgm:presLayoutVars>
          <dgm:chPref val="3"/>
        </dgm:presLayoutVars>
      </dgm:prSet>
      <dgm:spPr/>
    </dgm:pt>
    <dgm:pt modelId="{B48A1382-39CB-4CB5-8C31-E2F289ECD9DD}" type="pres">
      <dgm:prSet presAssocID="{5821FB8A-5877-43A9-875B-26B9C487ACC9}" presName="level3hierChild" presStyleCnt="0"/>
      <dgm:spPr/>
    </dgm:pt>
    <dgm:pt modelId="{D039A37C-16E1-46DE-83F2-FE1AFA19E6B5}" type="pres">
      <dgm:prSet presAssocID="{E9C31236-41E3-4D93-86D6-120F41639747}" presName="conn2-1" presStyleLbl="parChTrans1D3" presStyleIdx="11" presStyleCnt="19"/>
      <dgm:spPr/>
    </dgm:pt>
    <dgm:pt modelId="{FD0A644D-9AE4-4AD3-9D44-01D9B0D1AEF9}" type="pres">
      <dgm:prSet presAssocID="{E9C31236-41E3-4D93-86D6-120F41639747}" presName="connTx" presStyleLbl="parChTrans1D3" presStyleIdx="11" presStyleCnt="19"/>
      <dgm:spPr/>
    </dgm:pt>
    <dgm:pt modelId="{7628759A-0DAD-434A-9BAA-5996934D1C13}" type="pres">
      <dgm:prSet presAssocID="{B56DF796-4577-4EAC-93C2-6935751BE25A}" presName="root2" presStyleCnt="0"/>
      <dgm:spPr/>
    </dgm:pt>
    <dgm:pt modelId="{C96BA59C-3D83-4DC3-B99D-FEFB4E6D77F1}" type="pres">
      <dgm:prSet presAssocID="{B56DF796-4577-4EAC-93C2-6935751BE25A}" presName="LevelTwoTextNode" presStyleLbl="node3" presStyleIdx="11" presStyleCnt="19">
        <dgm:presLayoutVars>
          <dgm:chPref val="3"/>
        </dgm:presLayoutVars>
      </dgm:prSet>
      <dgm:spPr/>
    </dgm:pt>
    <dgm:pt modelId="{20E64F1D-B60B-4A91-81D4-735CC5B3AF86}" type="pres">
      <dgm:prSet presAssocID="{B56DF796-4577-4EAC-93C2-6935751BE25A}" presName="level3hierChild" presStyleCnt="0"/>
      <dgm:spPr/>
    </dgm:pt>
    <dgm:pt modelId="{6A1F7B97-5B80-483A-A0C1-E0085B4BB7F9}" type="pres">
      <dgm:prSet presAssocID="{123BE4C2-2740-48F1-A672-BED1CFEF1A55}" presName="conn2-1" presStyleLbl="parChTrans1D3" presStyleIdx="12" presStyleCnt="19"/>
      <dgm:spPr/>
    </dgm:pt>
    <dgm:pt modelId="{FE96766D-0860-4D60-82D6-404DDCCC36A1}" type="pres">
      <dgm:prSet presAssocID="{123BE4C2-2740-48F1-A672-BED1CFEF1A55}" presName="connTx" presStyleLbl="parChTrans1D3" presStyleIdx="12" presStyleCnt="19"/>
      <dgm:spPr/>
    </dgm:pt>
    <dgm:pt modelId="{24669121-45D7-4645-AD60-D92D776EB829}" type="pres">
      <dgm:prSet presAssocID="{9E6C4194-C2AC-49CA-B1BE-485970A30476}" presName="root2" presStyleCnt="0"/>
      <dgm:spPr/>
    </dgm:pt>
    <dgm:pt modelId="{73E2F408-D084-4DE5-AFF5-72C7E2B981C0}" type="pres">
      <dgm:prSet presAssocID="{9E6C4194-C2AC-49CA-B1BE-485970A30476}" presName="LevelTwoTextNode" presStyleLbl="node3" presStyleIdx="12" presStyleCnt="19">
        <dgm:presLayoutVars>
          <dgm:chPref val="3"/>
        </dgm:presLayoutVars>
      </dgm:prSet>
      <dgm:spPr/>
    </dgm:pt>
    <dgm:pt modelId="{CCB0D4D3-F9E9-4375-8C70-A1F5C21AB415}" type="pres">
      <dgm:prSet presAssocID="{9E6C4194-C2AC-49CA-B1BE-485970A30476}" presName="level3hierChild" presStyleCnt="0"/>
      <dgm:spPr/>
    </dgm:pt>
    <dgm:pt modelId="{5E6DA394-939F-4A95-8F6F-3209A3895CB8}" type="pres">
      <dgm:prSet presAssocID="{8D49C22C-79DA-4F3A-AEAD-6714A7BAFF19}" presName="conn2-1" presStyleLbl="parChTrans1D3" presStyleIdx="13" presStyleCnt="19"/>
      <dgm:spPr/>
    </dgm:pt>
    <dgm:pt modelId="{03784CEB-724F-450D-AE6D-EBA3A5A10CF8}" type="pres">
      <dgm:prSet presAssocID="{8D49C22C-79DA-4F3A-AEAD-6714A7BAFF19}" presName="connTx" presStyleLbl="parChTrans1D3" presStyleIdx="13" presStyleCnt="19"/>
      <dgm:spPr/>
    </dgm:pt>
    <dgm:pt modelId="{782BC274-BE1B-4775-9EB8-CC3AC883E186}" type="pres">
      <dgm:prSet presAssocID="{8EC7E3C2-D2EB-4D76-988B-B2A9666017DA}" presName="root2" presStyleCnt="0"/>
      <dgm:spPr/>
    </dgm:pt>
    <dgm:pt modelId="{60E800C2-3ACD-4894-B2D1-02C51C896C2D}" type="pres">
      <dgm:prSet presAssocID="{8EC7E3C2-D2EB-4D76-988B-B2A9666017DA}" presName="LevelTwoTextNode" presStyleLbl="node3" presStyleIdx="13" presStyleCnt="19">
        <dgm:presLayoutVars>
          <dgm:chPref val="3"/>
        </dgm:presLayoutVars>
      </dgm:prSet>
      <dgm:spPr/>
    </dgm:pt>
    <dgm:pt modelId="{11CF5C61-43BE-43D6-9928-B1766E286DF7}" type="pres">
      <dgm:prSet presAssocID="{8EC7E3C2-D2EB-4D76-988B-B2A9666017DA}" presName="level3hierChild" presStyleCnt="0"/>
      <dgm:spPr/>
    </dgm:pt>
    <dgm:pt modelId="{E7448DA2-ABEA-4A21-9757-53D581D7F3FD}" type="pres">
      <dgm:prSet presAssocID="{402FF5D2-6E69-442B-87ED-AF119AB98C9A}" presName="conn2-1" presStyleLbl="parChTrans1D3" presStyleIdx="14" presStyleCnt="19"/>
      <dgm:spPr/>
    </dgm:pt>
    <dgm:pt modelId="{E3D0D3B2-09CA-4905-A15A-B5077E79086E}" type="pres">
      <dgm:prSet presAssocID="{402FF5D2-6E69-442B-87ED-AF119AB98C9A}" presName="connTx" presStyleLbl="parChTrans1D3" presStyleIdx="14" presStyleCnt="19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3" presStyleIdx="14" presStyleCnt="19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606C6F1E-498E-4DDB-A186-9DA9B6E34A4F}" type="pres">
      <dgm:prSet presAssocID="{86C76375-759C-430F-8C04-D9FE85D3E0BB}" presName="conn2-1" presStyleLbl="parChTrans1D2" presStyleIdx="4" presStyleCnt="5"/>
      <dgm:spPr/>
    </dgm:pt>
    <dgm:pt modelId="{B9FDD0DE-38DF-4097-A839-7CA529B0134A}" type="pres">
      <dgm:prSet presAssocID="{86C76375-759C-430F-8C04-D9FE85D3E0BB}" presName="connTx" presStyleLbl="parChTrans1D2" presStyleIdx="4" presStyleCnt="5"/>
      <dgm:spPr/>
    </dgm:pt>
    <dgm:pt modelId="{A8D97131-C10E-4466-8300-288BC14793DB}" type="pres">
      <dgm:prSet presAssocID="{4F28903C-A6C9-4863-BB2A-43AED4B9C37B}" presName="root2" presStyleCnt="0"/>
      <dgm:spPr/>
    </dgm:pt>
    <dgm:pt modelId="{2B29F018-F637-4258-A9C2-9FD5539BC75D}" type="pres">
      <dgm:prSet presAssocID="{4F28903C-A6C9-4863-BB2A-43AED4B9C37B}" presName="LevelTwoTextNode" presStyleLbl="node2" presStyleIdx="4" presStyleCnt="5">
        <dgm:presLayoutVars>
          <dgm:chPref val="3"/>
        </dgm:presLayoutVars>
      </dgm:prSet>
      <dgm:spPr/>
    </dgm:pt>
    <dgm:pt modelId="{3B7213A4-4365-42A4-9122-AFC227A98DB7}" type="pres">
      <dgm:prSet presAssocID="{4F28903C-A6C9-4863-BB2A-43AED4B9C37B}" presName="level3hierChild" presStyleCnt="0"/>
      <dgm:spPr/>
    </dgm:pt>
    <dgm:pt modelId="{48B72B3E-C983-4274-B2B2-70D16748E2BB}" type="pres">
      <dgm:prSet presAssocID="{E2BEE4B6-C1A1-4A2D-A761-968A2D1121C6}" presName="conn2-1" presStyleLbl="parChTrans1D3" presStyleIdx="15" presStyleCnt="19"/>
      <dgm:spPr/>
    </dgm:pt>
    <dgm:pt modelId="{81224C5B-9665-4FC8-9EFA-FD6288EDEDB5}" type="pres">
      <dgm:prSet presAssocID="{E2BEE4B6-C1A1-4A2D-A761-968A2D1121C6}" presName="connTx" presStyleLbl="parChTrans1D3" presStyleIdx="15" presStyleCnt="19"/>
      <dgm:spPr/>
    </dgm:pt>
    <dgm:pt modelId="{FDA53FD6-70AF-4B23-BE89-AFBE2A9E107D}" type="pres">
      <dgm:prSet presAssocID="{69C3C36C-E5CC-4A23-B842-F7ADB4F0B186}" presName="root2" presStyleCnt="0"/>
      <dgm:spPr/>
    </dgm:pt>
    <dgm:pt modelId="{C0937D04-21A0-43F6-85AC-6D62800094D9}" type="pres">
      <dgm:prSet presAssocID="{69C3C36C-E5CC-4A23-B842-F7ADB4F0B186}" presName="LevelTwoTextNode" presStyleLbl="node3" presStyleIdx="15" presStyleCnt="19">
        <dgm:presLayoutVars>
          <dgm:chPref val="3"/>
        </dgm:presLayoutVars>
      </dgm:prSet>
      <dgm:spPr/>
    </dgm:pt>
    <dgm:pt modelId="{02709203-B40D-4D7B-ADE7-8E2697C0EBAF}" type="pres">
      <dgm:prSet presAssocID="{69C3C36C-E5CC-4A23-B842-F7ADB4F0B186}" presName="level3hierChild" presStyleCnt="0"/>
      <dgm:spPr/>
    </dgm:pt>
    <dgm:pt modelId="{31955690-7179-40C4-9E8A-5D70DFC377E7}" type="pres">
      <dgm:prSet presAssocID="{AE0CC12A-8B26-484E-AA07-8C88D1D017AA}" presName="conn2-1" presStyleLbl="parChTrans1D3" presStyleIdx="16" presStyleCnt="19"/>
      <dgm:spPr/>
    </dgm:pt>
    <dgm:pt modelId="{8743B348-BD29-45B2-B1D1-8C789BE77813}" type="pres">
      <dgm:prSet presAssocID="{AE0CC12A-8B26-484E-AA07-8C88D1D017AA}" presName="connTx" presStyleLbl="parChTrans1D3" presStyleIdx="16" presStyleCnt="19"/>
      <dgm:spPr/>
    </dgm:pt>
    <dgm:pt modelId="{8056C56B-24EF-4185-9275-0569200A728F}" type="pres">
      <dgm:prSet presAssocID="{279C189A-06F2-43CF-B5A5-E89F36F848E9}" presName="root2" presStyleCnt="0"/>
      <dgm:spPr/>
    </dgm:pt>
    <dgm:pt modelId="{88E111A6-EFA1-4544-AFA8-6F1120FCE148}" type="pres">
      <dgm:prSet presAssocID="{279C189A-06F2-43CF-B5A5-E89F36F848E9}" presName="LevelTwoTextNode" presStyleLbl="node3" presStyleIdx="16" presStyleCnt="19">
        <dgm:presLayoutVars>
          <dgm:chPref val="3"/>
        </dgm:presLayoutVars>
      </dgm:prSet>
      <dgm:spPr/>
    </dgm:pt>
    <dgm:pt modelId="{00FB6E01-EABA-4DC0-BA31-3D5276C65B3B}" type="pres">
      <dgm:prSet presAssocID="{279C189A-06F2-43CF-B5A5-E89F36F848E9}" presName="level3hierChild" presStyleCnt="0"/>
      <dgm:spPr/>
    </dgm:pt>
    <dgm:pt modelId="{4BC74C6A-A727-4FD8-8A8B-C55AF6E4ED33}" type="pres">
      <dgm:prSet presAssocID="{B8A6E210-3D1F-468B-BD06-85B17F9AB552}" presName="conn2-1" presStyleLbl="parChTrans1D3" presStyleIdx="17" presStyleCnt="19"/>
      <dgm:spPr/>
    </dgm:pt>
    <dgm:pt modelId="{597564EC-E121-4C4E-B452-BC74BFF5A043}" type="pres">
      <dgm:prSet presAssocID="{B8A6E210-3D1F-468B-BD06-85B17F9AB552}" presName="connTx" presStyleLbl="parChTrans1D3" presStyleIdx="17" presStyleCnt="19"/>
      <dgm:spPr/>
    </dgm:pt>
    <dgm:pt modelId="{99B3741D-06AC-448D-820F-32049ACC5E96}" type="pres">
      <dgm:prSet presAssocID="{BF1A8830-6600-4079-9907-EC2B2AFB2113}" presName="root2" presStyleCnt="0"/>
      <dgm:spPr/>
    </dgm:pt>
    <dgm:pt modelId="{B3A16A8D-BDEA-44E5-A062-78715E4B15B6}" type="pres">
      <dgm:prSet presAssocID="{BF1A8830-6600-4079-9907-EC2B2AFB2113}" presName="LevelTwoTextNode" presStyleLbl="node3" presStyleIdx="17" presStyleCnt="19">
        <dgm:presLayoutVars>
          <dgm:chPref val="3"/>
        </dgm:presLayoutVars>
      </dgm:prSet>
      <dgm:spPr/>
    </dgm:pt>
    <dgm:pt modelId="{C1A2CB94-7383-45D5-878E-4DF19BF33A3A}" type="pres">
      <dgm:prSet presAssocID="{BF1A8830-6600-4079-9907-EC2B2AFB2113}" presName="level3hierChild" presStyleCnt="0"/>
      <dgm:spPr/>
    </dgm:pt>
    <dgm:pt modelId="{64F2D9ED-EB2C-4E20-890A-87B6433763BD}" type="pres">
      <dgm:prSet presAssocID="{6E00B489-6825-4F79-AAF6-ADC76498986E}" presName="conn2-1" presStyleLbl="parChTrans1D3" presStyleIdx="18" presStyleCnt="19"/>
      <dgm:spPr/>
    </dgm:pt>
    <dgm:pt modelId="{F1F41947-56D6-4C31-BC5C-EA88A158B7D9}" type="pres">
      <dgm:prSet presAssocID="{6E00B489-6825-4F79-AAF6-ADC76498986E}" presName="connTx" presStyleLbl="parChTrans1D3" presStyleIdx="18" presStyleCnt="19"/>
      <dgm:spPr/>
    </dgm:pt>
    <dgm:pt modelId="{2316CC16-F9B5-4BB3-876F-D05B745B546A}" type="pres">
      <dgm:prSet presAssocID="{663F485F-149A-43CE-90EE-939AFDE4FBE9}" presName="root2" presStyleCnt="0"/>
      <dgm:spPr/>
    </dgm:pt>
    <dgm:pt modelId="{3A573B39-4F88-4D8B-A12B-B314D5D8B0ED}" type="pres">
      <dgm:prSet presAssocID="{663F485F-149A-43CE-90EE-939AFDE4FBE9}" presName="LevelTwoTextNode" presStyleLbl="node3" presStyleIdx="18" presStyleCnt="19">
        <dgm:presLayoutVars>
          <dgm:chPref val="3"/>
        </dgm:presLayoutVars>
      </dgm:prSet>
      <dgm:spPr/>
    </dgm:pt>
    <dgm:pt modelId="{0C536D60-2CE3-4C5A-A031-704DBD62AE87}" type="pres">
      <dgm:prSet presAssocID="{663F485F-149A-43CE-90EE-939AFDE4FBE9}" presName="level3hierChild" presStyleCnt="0"/>
      <dgm:spPr/>
    </dgm:pt>
  </dgm:ptLst>
  <dgm:cxnLst>
    <dgm:cxn modelId="{729ADD01-EF4B-4990-8BF6-7B8000C4F508}" type="presOf" srcId="{7AFAD916-0B3E-4141-9546-EF644C75C7DE}" destId="{CFCF47A2-F139-4B47-977C-1611FBA1DAB3}" srcOrd="0" destOrd="0" presId="urn:microsoft.com/office/officeart/2008/layout/HorizontalMultiLevelHierarchy"/>
    <dgm:cxn modelId="{52A0B708-4F9A-4DAC-9E18-8603E649D022}" type="presOf" srcId="{77DE0F50-91BD-47B0-82F2-905F09486430}" destId="{0FF4104E-AE60-4D11-8A99-EF8A73225F34}" srcOrd="1" destOrd="0" presId="urn:microsoft.com/office/officeart/2008/layout/HorizontalMultiLevelHierarchy"/>
    <dgm:cxn modelId="{348AFB0A-9BF6-4672-AB7F-283A6551FC7C}" srcId="{ED807E35-B5D3-4BCB-9B29-5888EC2127F1}" destId="{07CF0387-B6A7-46F6-8D80-6515DE1A07FD}" srcOrd="4" destOrd="0" parTransId="{402FF5D2-6E69-442B-87ED-AF119AB98C9A}" sibTransId="{FD08B8F3-3B0B-4311-A42C-F673A29231EB}"/>
    <dgm:cxn modelId="{C767710B-2D76-4F6C-B281-D53A8DFEE491}" type="presOf" srcId="{07B6C525-6C33-4AE8-B387-9234D98AC7A5}" destId="{467D43A1-A466-4F0B-8178-6DB8BDC76B8C}" srcOrd="1" destOrd="0" presId="urn:microsoft.com/office/officeart/2008/layout/HorizontalMultiLevelHierarchy"/>
    <dgm:cxn modelId="{E7F7D40F-215F-4CD0-856B-D5B800D5926C}" srcId="{4F28903C-A6C9-4863-BB2A-43AED4B9C37B}" destId="{279C189A-06F2-43CF-B5A5-E89F36F848E9}" srcOrd="1" destOrd="0" parTransId="{AE0CC12A-8B26-484E-AA07-8C88D1D017AA}" sibTransId="{2F241F55-BD09-4D6C-AD8B-C1C4C99D2D16}"/>
    <dgm:cxn modelId="{C48F1510-060D-47B6-9C36-8108FD0AEB84}" type="presOf" srcId="{77DE0F50-91BD-47B0-82F2-905F09486430}" destId="{0BFB8105-4697-4547-9449-F2D6976200F3}" srcOrd="0" destOrd="0" presId="urn:microsoft.com/office/officeart/2008/layout/HorizontalMultiLevelHierarchy"/>
    <dgm:cxn modelId="{E16ADD10-5886-44A1-8222-430F59BF392C}" type="presOf" srcId="{BC517616-6D60-41B4-A1E9-EF3BB38B7FA6}" destId="{25457684-6A6A-46B1-BEFA-440DA349A4E1}" srcOrd="0" destOrd="0" presId="urn:microsoft.com/office/officeart/2008/layout/HorizontalMultiLevelHierarchy"/>
    <dgm:cxn modelId="{FB0AFE12-D9D3-40C3-8AED-19A6D479513D}" type="presOf" srcId="{8D49C22C-79DA-4F3A-AEAD-6714A7BAFF19}" destId="{03784CEB-724F-450D-AE6D-EBA3A5A10CF8}" srcOrd="1" destOrd="0" presId="urn:microsoft.com/office/officeart/2008/layout/HorizontalMultiLevelHierarchy"/>
    <dgm:cxn modelId="{98FF4613-485F-43C3-9AE7-DEC53E1CDA4C}" type="presOf" srcId="{D5E1256A-7804-4A1B-9CE0-8C476EAC6D6B}" destId="{051C7EE5-64C2-4B32-9CB4-6E697A8B079C}" srcOrd="0" destOrd="0" presId="urn:microsoft.com/office/officeart/2008/layout/HorizontalMultiLevelHierarchy"/>
    <dgm:cxn modelId="{CE805C14-39E9-4D66-B8D3-B74090EF9270}" type="presOf" srcId="{663F485F-149A-43CE-90EE-939AFDE4FBE9}" destId="{3A573B39-4F88-4D8B-A12B-B314D5D8B0ED}" srcOrd="0" destOrd="0" presId="urn:microsoft.com/office/officeart/2008/layout/HorizontalMultiLevelHierarchy"/>
    <dgm:cxn modelId="{51C89314-1CB2-4F56-87B8-39D66BD5CCBB}" type="presOf" srcId="{B56DF796-4577-4EAC-93C2-6935751BE25A}" destId="{C96BA59C-3D83-4DC3-B99D-FEFB4E6D77F1}" srcOrd="0" destOrd="0" presId="urn:microsoft.com/office/officeart/2008/layout/HorizontalMultiLevelHierarchy"/>
    <dgm:cxn modelId="{0D245F17-E183-490F-B352-E82681221931}" type="presOf" srcId="{ED807E35-B5D3-4BCB-9B29-5888EC2127F1}" destId="{BEDCAB73-F473-4593-A1D1-34DA9B04C965}" srcOrd="0" destOrd="0" presId="urn:microsoft.com/office/officeart/2008/layout/HorizontalMultiLevelHierarchy"/>
    <dgm:cxn modelId="{5DFF2018-6B42-4ED8-AE35-D12E7177CC1F}" type="presOf" srcId="{D1D1B209-31AA-46C8-BA21-F3B9CF8FE9FB}" destId="{A77A702B-712F-4ECF-ABF5-D128154D2C84}" srcOrd="0" destOrd="0" presId="urn:microsoft.com/office/officeart/2008/layout/HorizontalMultiLevelHierarchy"/>
    <dgm:cxn modelId="{D1AF3919-5502-491E-BBCE-EE8853B6DC0C}" srcId="{4F28903C-A6C9-4863-BB2A-43AED4B9C37B}" destId="{69C3C36C-E5CC-4A23-B842-F7ADB4F0B186}" srcOrd="0" destOrd="0" parTransId="{E2BEE4B6-C1A1-4A2D-A761-968A2D1121C6}" sibTransId="{1C8BB3DB-02C6-41FC-9FC6-D56452A0969D}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5394811B-D190-451D-B61F-9C0E41EB5215}" type="presOf" srcId="{FEC150FD-CA24-4E50-97F1-E69E41EAECA7}" destId="{E7CD85A1-EA1D-49AD-8929-888F2462A542}" srcOrd="1" destOrd="0" presId="urn:microsoft.com/office/officeart/2008/layout/HorizontalMultiLevelHierarchy"/>
    <dgm:cxn modelId="{28B41D1F-296A-46D7-B65B-293F882F5B18}" type="presOf" srcId="{07B6C525-6C33-4AE8-B387-9234D98AC7A5}" destId="{04620BEB-0EEC-4835-AA29-7DE825A6C113}" srcOrd="0" destOrd="0" presId="urn:microsoft.com/office/officeart/2008/layout/HorizontalMultiLevelHierarchy"/>
    <dgm:cxn modelId="{30288E20-39F8-4D6C-97B0-3B5697AEE04B}" type="presOf" srcId="{6A43294B-A1CB-4D6F-B453-0FF0E5776867}" destId="{E43A60A7-9DDF-42B2-A812-4D4F0F75076B}" srcOrd="0" destOrd="0" presId="urn:microsoft.com/office/officeart/2008/layout/HorizontalMultiLevelHierarchy"/>
    <dgm:cxn modelId="{93AAB723-4057-4BE3-B658-5D7F84B4C830}" type="presOf" srcId="{D1D1B209-31AA-46C8-BA21-F3B9CF8FE9FB}" destId="{8E837C51-8492-4622-B33F-F9A94A9D0EF1}" srcOrd="1" destOrd="0" presId="urn:microsoft.com/office/officeart/2008/layout/HorizontalMultiLevelHierarchy"/>
    <dgm:cxn modelId="{2FE09C25-C66D-4EC5-9159-C525AA61F816}" srcId="{4F28903C-A6C9-4863-BB2A-43AED4B9C37B}" destId="{663F485F-149A-43CE-90EE-939AFDE4FBE9}" srcOrd="3" destOrd="0" parTransId="{6E00B489-6825-4F79-AAF6-ADC76498986E}" sibTransId="{696E035A-82D7-4FA9-B49A-563D058019A2}"/>
    <dgm:cxn modelId="{EA0EAE2C-2B44-4196-995F-9CD3A807B025}" type="presOf" srcId="{E2BEE4B6-C1A1-4A2D-A761-968A2D1121C6}" destId="{81224C5B-9665-4FC8-9EFA-FD6288EDEDB5}" srcOrd="1" destOrd="0" presId="urn:microsoft.com/office/officeart/2008/layout/HorizontalMultiLevelHierarchy"/>
    <dgm:cxn modelId="{AEB8F02E-B8EC-45B2-A23C-A943F8742FDE}" srcId="{D386F11A-1804-40C3-B4C6-97A93DDDA638}" destId="{08AE5005-3581-4A97-BECF-0CCE44B4D53E}" srcOrd="2" destOrd="0" parTransId="{A004AE72-6A2F-4DC1-86AA-9DD6EF4528AF}" sibTransId="{ECAF6E8F-2852-43EE-B9C4-41442144A0FC}"/>
    <dgm:cxn modelId="{C09DC830-BD83-4B7C-A407-5B02C3A0986D}" srcId="{8DCCF5A1-F5D2-48CE-BA98-5C85D6801254}" destId="{9E22FAF0-FF7E-4884-94A7-F2B8FFBB5A5E}" srcOrd="1" destOrd="0" parTransId="{D5E1256A-7804-4A1B-9CE0-8C476EAC6D6B}" sibTransId="{08A8FAC0-F035-4478-9763-893CD85C1319}"/>
    <dgm:cxn modelId="{527DCE35-847D-41EC-9BCF-FCFCC20E5C07}" type="presOf" srcId="{123BE4C2-2740-48F1-A672-BED1CFEF1A55}" destId="{FE96766D-0860-4D60-82D6-404DDCCC36A1}" srcOrd="1" destOrd="0" presId="urn:microsoft.com/office/officeart/2008/layout/HorizontalMultiLevelHierarchy"/>
    <dgm:cxn modelId="{406D6C3B-242C-40F5-ADC0-52CA87386D80}" type="presOf" srcId="{26A7866C-CE89-4BAB-B6B8-421B68991845}" destId="{8F7C36BE-E589-4461-8F16-778807C0B166}" srcOrd="0" destOrd="0" presId="urn:microsoft.com/office/officeart/2008/layout/HorizontalMultiLevelHierarchy"/>
    <dgm:cxn modelId="{AB77AF3B-80EA-4340-BF0A-60284FD11939}" type="presOf" srcId="{1EAAA8DD-4A75-4985-B423-64C84D4EE993}" destId="{37CD627C-8293-4029-B114-AA7B7535644E}" srcOrd="1" destOrd="0" presId="urn:microsoft.com/office/officeart/2008/layout/HorizontalMultiLevelHierarchy"/>
    <dgm:cxn modelId="{01B5803E-54D0-4D64-B61C-5CC40BDEEC8B}" type="presOf" srcId="{E9C31236-41E3-4D93-86D6-120F41639747}" destId="{FD0A644D-9AE4-4AD3-9D44-01D9B0D1AEF9}" srcOrd="1" destOrd="0" presId="urn:microsoft.com/office/officeart/2008/layout/HorizontalMultiLevelHierarchy"/>
    <dgm:cxn modelId="{51AF825B-9B3A-4353-A1B2-48084B9EF8D5}" type="presOf" srcId="{8EC7E3C2-D2EB-4D76-988B-B2A9666017DA}" destId="{60E800C2-3ACD-4894-B2D1-02C51C896C2D}" srcOrd="0" destOrd="0" presId="urn:microsoft.com/office/officeart/2008/layout/HorizontalMultiLevelHierarchy"/>
    <dgm:cxn modelId="{5930815E-EF72-4DB9-AF11-54F15257940D}" type="presOf" srcId="{8D49C22C-79DA-4F3A-AEAD-6714A7BAFF19}" destId="{5E6DA394-939F-4A95-8F6F-3209A3895CB8}" srcOrd="0" destOrd="0" presId="urn:microsoft.com/office/officeart/2008/layout/HorizontalMultiLevelHierarchy"/>
    <dgm:cxn modelId="{41EF1B5F-D09D-4F71-8417-C286285C9568}" srcId="{ED807E35-B5D3-4BCB-9B29-5888EC2127F1}" destId="{5821FB8A-5877-43A9-875B-26B9C487ACC9}" srcOrd="0" destOrd="0" parTransId="{90CBA59F-7D7C-4C75-9B0F-F5F15E07117F}" sibTransId="{D3D15590-51C2-44EF-AC9C-F94F0FCCB8B6}"/>
    <dgm:cxn modelId="{4CE03E41-67B3-46A1-BE69-B26C1FC740A2}" type="presOf" srcId="{E9C31236-41E3-4D93-86D6-120F41639747}" destId="{D039A37C-16E1-46DE-83F2-FE1AFA19E6B5}" srcOrd="0" destOrd="0" presId="urn:microsoft.com/office/officeart/2008/layout/HorizontalMultiLevelHierarchy"/>
    <dgm:cxn modelId="{EB1F6241-7541-4583-9940-25F14F4D6A33}" type="presOf" srcId="{8DCCF5A1-F5D2-48CE-BA98-5C85D6801254}" destId="{32ACC1F6-D5B9-4CEA-991A-2E04658BD206}" srcOrd="0" destOrd="0" presId="urn:microsoft.com/office/officeart/2008/layout/HorizontalMultiLevelHierarchy"/>
    <dgm:cxn modelId="{6B174763-38CD-4C5C-8684-B3BD13CDFF3D}" type="presOf" srcId="{AA478AEC-9F15-47FF-B20B-DE5893F051C0}" destId="{1727B044-8190-4C0C-A27D-97E6DA4EBBD8}" srcOrd="0" destOrd="0" presId="urn:microsoft.com/office/officeart/2008/layout/HorizontalMultiLevelHierarchy"/>
    <dgm:cxn modelId="{6B282A65-641E-4798-B811-1AC8F94F44F5}" srcId="{26A7866C-CE89-4BAB-B6B8-421B68991845}" destId="{F6D65D99-858C-4491-8350-4E38A536AD21}" srcOrd="0" destOrd="0" parTransId="{FEC150FD-CA24-4E50-97F1-E69E41EAECA7}" sibTransId="{15769C71-E077-44AB-965F-70D7B581EC38}"/>
    <dgm:cxn modelId="{930B6465-918C-4487-9892-21C123CA0BA4}" srcId="{26A7866C-CE89-4BAB-B6B8-421B68991845}" destId="{1AB03169-D976-42D7-A273-D4625AE46F9F}" srcOrd="2" destOrd="0" parTransId="{AA478AEC-9F15-47FF-B20B-DE5893F051C0}" sibTransId="{0A7E2B11-0161-4336-8CC6-8057E2D42FCF}"/>
    <dgm:cxn modelId="{E3F68E45-2B8E-42DE-94AC-A367AE662C79}" type="presOf" srcId="{E2BEE4B6-C1A1-4A2D-A761-968A2D1121C6}" destId="{48B72B3E-C983-4274-B2B2-70D16748E2BB}" srcOrd="0" destOrd="0" presId="urn:microsoft.com/office/officeart/2008/layout/HorizontalMultiLevelHierarchy"/>
    <dgm:cxn modelId="{AB277568-4156-49F2-B2B3-4DFC2A8AEB98}" type="presOf" srcId="{1088B713-D373-4F76-B98B-B75395D41BA2}" destId="{80CCDF43-4A90-4DB9-90BB-F37BB6A6CE64}" srcOrd="0" destOrd="0" presId="urn:microsoft.com/office/officeart/2008/layout/HorizontalMultiLevelHierarchy"/>
    <dgm:cxn modelId="{4EC9854A-042C-4346-BD6B-0D7065878838}" type="presOf" srcId="{7FA6DCDB-7840-414E-A2DC-34707D6C010C}" destId="{5BB8511B-BEEB-4D95-9928-1B6F31389179}" srcOrd="0" destOrd="0" presId="urn:microsoft.com/office/officeart/2008/layout/HorizontalMultiLevelHierarchy"/>
    <dgm:cxn modelId="{97B3D36B-939A-4999-B9F0-48B5EF509D8F}" type="presOf" srcId="{FEC150FD-CA24-4E50-97F1-E69E41EAECA7}" destId="{F26F67FB-D19B-4991-9A66-98D479004DA6}" srcOrd="0" destOrd="0" presId="urn:microsoft.com/office/officeart/2008/layout/HorizontalMultiLevelHierarchy"/>
    <dgm:cxn modelId="{1C054A4C-FE2D-46FB-B0E2-C91FC85755E0}" srcId="{D386F11A-1804-40C3-B4C6-97A93DDDA638}" destId="{D5CC7BC0-399A-4FA1-9282-8E02243BD9DA}" srcOrd="1" destOrd="0" parTransId="{77DE0F50-91BD-47B0-82F2-905F09486430}" sibTransId="{6B4200AB-22F1-4917-A548-F0CC62565ABB}"/>
    <dgm:cxn modelId="{F4FF426E-457E-4993-AFED-082B0BB262F8}" type="presOf" srcId="{1088B713-D373-4F76-B98B-B75395D41BA2}" destId="{87A0E548-ED5E-4FC4-A2E6-8E63C819DFB2}" srcOrd="1" destOrd="0" presId="urn:microsoft.com/office/officeart/2008/layout/HorizontalMultiLevelHierarchy"/>
    <dgm:cxn modelId="{DCF3A04F-4D1E-4984-A63B-DD682A04E677}" type="presOf" srcId="{1AB03169-D976-42D7-A273-D4625AE46F9F}" destId="{953DE894-07BF-479E-983A-CE5469800A68}" srcOrd="0" destOrd="0" presId="urn:microsoft.com/office/officeart/2008/layout/HorizontalMultiLevelHierarchy"/>
    <dgm:cxn modelId="{5F2FF74F-D640-4AF0-B879-82409B595B23}" type="presOf" srcId="{D5E1256A-7804-4A1B-9CE0-8C476EAC6D6B}" destId="{BC550C4A-0520-4519-87CB-647D5B9D3481}" srcOrd="1" destOrd="0" presId="urn:microsoft.com/office/officeart/2008/layout/HorizontalMultiLevelHierarchy"/>
    <dgm:cxn modelId="{6ED1F450-FC9C-4DED-883C-9AAC36B15A42}" type="presOf" srcId="{6E00B489-6825-4F79-AAF6-ADC76498986E}" destId="{F1F41947-56D6-4C31-BC5C-EA88A158B7D9}" srcOrd="1" destOrd="0" presId="urn:microsoft.com/office/officeart/2008/layout/HorizontalMultiLevelHierarchy"/>
    <dgm:cxn modelId="{76995853-2A4E-42BB-8E68-D87A2A388D94}" type="presOf" srcId="{90CBA59F-7D7C-4C75-9B0F-F5F15E07117F}" destId="{D6E620D2-D3BC-436E-AE97-2C6EFEAF5E1D}" srcOrd="1" destOrd="0" presId="urn:microsoft.com/office/officeart/2008/layout/HorizontalMultiLevelHierarchy"/>
    <dgm:cxn modelId="{81480C74-1CD0-4DC9-BB3B-BE2D1E4C04E8}" type="presOf" srcId="{1EAAA8DD-4A75-4985-B423-64C84D4EE993}" destId="{F31F3F23-7C72-452A-ADC8-1CB2C7B14B46}" srcOrd="0" destOrd="0" presId="urn:microsoft.com/office/officeart/2008/layout/HorizontalMultiLevelHierarchy"/>
    <dgm:cxn modelId="{377A4154-0464-4084-BD65-37CCA231BFBE}" type="presOf" srcId="{BC06D4EA-C00A-455B-A296-90B7D26E50BF}" destId="{DDA79D3F-A64C-4EED-8BE6-B172036968B7}" srcOrd="0" destOrd="0" presId="urn:microsoft.com/office/officeart/2008/layout/HorizontalMultiLevelHierarchy"/>
    <dgm:cxn modelId="{05AA1157-CE4C-4580-A68B-C5415EB0B5AA}" type="presOf" srcId="{A004AE72-6A2F-4DC1-86AA-9DD6EF4528AF}" destId="{D7E8F901-BAA6-4D2C-8C3C-C991500CB493}" srcOrd="1" destOrd="0" presId="urn:microsoft.com/office/officeart/2008/layout/HorizontalMultiLevelHierarchy"/>
    <dgm:cxn modelId="{8B10245A-D88C-4F03-A009-6715C0266A2E}" type="presOf" srcId="{123BE4C2-2740-48F1-A672-BED1CFEF1A55}" destId="{6A1F7B97-5B80-483A-A0C1-E0085B4BB7F9}" srcOrd="0" destOrd="0" presId="urn:microsoft.com/office/officeart/2008/layout/HorizontalMultiLevelHierarchy"/>
    <dgm:cxn modelId="{C348EA80-26EC-42A7-A79E-25B4312BC4F3}" srcId="{F8A4306D-2EA6-4060-9C81-584FC924A72D}" destId="{4F28903C-A6C9-4863-BB2A-43AED4B9C37B}" srcOrd="4" destOrd="0" parTransId="{86C76375-759C-430F-8C04-D9FE85D3E0BB}" sibTransId="{B8DD7159-E45E-49FB-AD54-E66760F599F9}"/>
    <dgm:cxn modelId="{06A0C783-720E-4D17-BB25-F9B252749408}" type="presOf" srcId="{BC517616-6D60-41B4-A1E9-EF3BB38B7FA6}" destId="{BD65CC17-314D-4592-BB6E-D178C94F5A9C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4E731686-F5FC-4DCC-B362-64CE5EFB7DA5}" type="presOf" srcId="{D703D4E3-80AC-43B7-BB5D-6236C00A0C8E}" destId="{A393CB0A-BEF7-4DB8-81E5-1154DE861CF6}" srcOrd="0" destOrd="0" presId="urn:microsoft.com/office/officeart/2008/layout/HorizontalMultiLevelHierarchy"/>
    <dgm:cxn modelId="{7F715586-8543-4983-9FA0-C755C1EFD3F5}" type="presOf" srcId="{DC92EE81-E160-409C-8D57-13731F9F37AC}" destId="{92090F43-5B4E-4749-BCAA-CA724B1D4710}" srcOrd="0" destOrd="0" presId="urn:microsoft.com/office/officeart/2008/layout/HorizontalMultiLevelHierarchy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A4EFA787-CD36-4728-83DB-FEC14EFC6E00}" type="presOf" srcId="{B8A6E210-3D1F-468B-BD06-85B17F9AB552}" destId="{4BC74C6A-A727-4FD8-8A8B-C55AF6E4ED33}" srcOrd="0" destOrd="0" presId="urn:microsoft.com/office/officeart/2008/layout/HorizontalMultiLevelHierarchy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B9ED278B-2887-4FAC-8E86-6D52107D72A3}" type="presOf" srcId="{D5CC7BC0-399A-4FA1-9282-8E02243BD9DA}" destId="{27B4AF17-3646-481D-A3F4-26A127527259}" srcOrd="0" destOrd="0" presId="urn:microsoft.com/office/officeart/2008/layout/HorizontalMultiLevelHierarchy"/>
    <dgm:cxn modelId="{F2A0ED8B-F3E0-40B5-8E8E-CAFF576907D3}" srcId="{4F28903C-A6C9-4863-BB2A-43AED4B9C37B}" destId="{BF1A8830-6600-4079-9907-EC2B2AFB2113}" srcOrd="2" destOrd="0" parTransId="{B8A6E210-3D1F-468B-BD06-85B17F9AB552}" sibTransId="{8F56ABFD-B8FE-40BB-B312-FC16D83CD91F}"/>
    <dgm:cxn modelId="{5EB7DF8D-7BF8-4C6E-BDD6-8100ECD9AA7A}" srcId="{ED807E35-B5D3-4BCB-9B29-5888EC2127F1}" destId="{8EC7E3C2-D2EB-4D76-988B-B2A9666017DA}" srcOrd="3" destOrd="0" parTransId="{8D49C22C-79DA-4F3A-AEAD-6714A7BAFF19}" sibTransId="{464A0BE2-DEF7-417E-9E85-C09FA6EB1044}"/>
    <dgm:cxn modelId="{1DF5A08E-589B-4D52-8BC8-19AC2BE17C28}" srcId="{8DCCF5A1-F5D2-48CE-BA98-5C85D6801254}" destId="{7AFAD916-0B3E-4141-9546-EF644C75C7DE}" srcOrd="0" destOrd="0" parTransId="{D1D1B209-31AA-46C8-BA21-F3B9CF8FE9FB}" sibTransId="{3989527C-439F-4CDD-A951-52296F973D86}"/>
    <dgm:cxn modelId="{F9695B93-2103-40EE-8C6D-7E135B1D0D4F}" type="presOf" srcId="{B8A6E210-3D1F-468B-BD06-85B17F9AB552}" destId="{597564EC-E121-4C4E-B452-BC74BFF5A043}" srcOrd="1" destOrd="0" presId="urn:microsoft.com/office/officeart/2008/layout/HorizontalMultiLevelHierarchy"/>
    <dgm:cxn modelId="{B680BC94-E345-4749-B748-85920F54A2DC}" type="presOf" srcId="{07CF0387-B6A7-46F6-8D80-6515DE1A07FD}" destId="{F79FB1EC-FF45-40C7-BCB6-021087AEF7A4}" srcOrd="0" destOrd="0" presId="urn:microsoft.com/office/officeart/2008/layout/HorizontalMultiLevelHierarchy"/>
    <dgm:cxn modelId="{7B830096-8BDF-412A-BE6E-4DA39A3F5427}" type="presOf" srcId="{9E6C4194-C2AC-49CA-B1BE-485970A30476}" destId="{73E2F408-D084-4DE5-AFF5-72C7E2B981C0}" srcOrd="0" destOrd="0" presId="urn:microsoft.com/office/officeart/2008/layout/HorizontalMultiLevelHierarchy"/>
    <dgm:cxn modelId="{99B37A96-C7E4-4FFE-AE1C-0B928899CCF5}" srcId="{ED807E35-B5D3-4BCB-9B29-5888EC2127F1}" destId="{9E6C4194-C2AC-49CA-B1BE-485970A30476}" srcOrd="2" destOrd="0" parTransId="{123BE4C2-2740-48F1-A672-BED1CFEF1A55}" sibTransId="{9CCDDAAC-1088-4C90-ADDE-D6CCD26B0E7F}"/>
    <dgm:cxn modelId="{C248F599-A223-40A6-AA0B-B7293E740314}" type="presOf" srcId="{AE0CC12A-8B26-484E-AA07-8C88D1D017AA}" destId="{8743B348-BD29-45B2-B1D1-8C789BE77813}" srcOrd="1" destOrd="0" presId="urn:microsoft.com/office/officeart/2008/layout/HorizontalMultiLevelHierarchy"/>
    <dgm:cxn modelId="{BDD785A0-6369-4701-8C5F-03CA08A4220E}" type="presOf" srcId="{AA478AEC-9F15-47FF-B20B-DE5893F051C0}" destId="{13757426-925E-45F2-A3A4-857C30C03B09}" srcOrd="1" destOrd="0" presId="urn:microsoft.com/office/officeart/2008/layout/HorizontalMultiLevelHierarchy"/>
    <dgm:cxn modelId="{EB47E9A0-DE8D-4252-A6F4-8D4855D9105E}" type="presOf" srcId="{279C189A-06F2-43CF-B5A5-E89F36F848E9}" destId="{88E111A6-EFA1-4544-AFA8-6F1120FCE148}" srcOrd="0" destOrd="0" presId="urn:microsoft.com/office/officeart/2008/layout/HorizontalMultiLevelHierarchy"/>
    <dgm:cxn modelId="{9ED79BA5-DB4F-4B82-8DD7-3BDC1EC65150}" type="presOf" srcId="{86C76375-759C-430F-8C04-D9FE85D3E0BB}" destId="{B9FDD0DE-38DF-4097-A839-7CA529B0134A}" srcOrd="1" destOrd="0" presId="urn:microsoft.com/office/officeart/2008/layout/HorizontalMultiLevelHierarchy"/>
    <dgm:cxn modelId="{EB743FA9-2C08-4978-9D09-40B91FA4DFE9}" type="presOf" srcId="{D386F11A-1804-40C3-B4C6-97A93DDDA638}" destId="{B2ADA6F2-50C6-4A88-AAA9-37F38027290A}" srcOrd="0" destOrd="0" presId="urn:microsoft.com/office/officeart/2008/layout/HorizontalMultiLevelHierarchy"/>
    <dgm:cxn modelId="{72C4DCA9-69DE-411B-B9C2-7B74C9048EBC}" srcId="{26A7866C-CE89-4BAB-B6B8-421B68991845}" destId="{BC06D4EA-C00A-455B-A296-90B7D26E50BF}" srcOrd="1" destOrd="0" parTransId="{1088B713-D373-4F76-B98B-B75395D41BA2}" sibTransId="{640074BF-093A-4037-A45A-F35FD66C4B67}"/>
    <dgm:cxn modelId="{E66EEEA9-FF55-4681-B210-A327E56951F3}" type="presOf" srcId="{A004AE72-6A2F-4DC1-86AA-9DD6EF4528AF}" destId="{22D0EEAC-F1C3-4BAD-B8D4-AFFC576382CC}" srcOrd="0" destOrd="0" presId="urn:microsoft.com/office/officeart/2008/layout/HorizontalMultiLevelHierarchy"/>
    <dgm:cxn modelId="{C2B2CEAA-3954-458A-BD28-8C88F6DEEC44}" type="presOf" srcId="{AE0CC12A-8B26-484E-AA07-8C88D1D017AA}" destId="{31955690-7179-40C4-9E8A-5D70DFC377E7}" srcOrd="0" destOrd="0" presId="urn:microsoft.com/office/officeart/2008/layout/HorizontalMultiLevelHierarchy"/>
    <dgm:cxn modelId="{E79EC7AD-F4BE-472C-B324-69743B8261D7}" type="presOf" srcId="{08AE5005-3581-4A97-BECF-0CCE44B4D53E}" destId="{0647BFC3-B5D7-4EAF-82AD-3EB8CC090092}" srcOrd="0" destOrd="0" presId="urn:microsoft.com/office/officeart/2008/layout/HorizontalMultiLevelHierarchy"/>
    <dgm:cxn modelId="{F8DB03AF-B784-48A9-AE53-EF0646F0505B}" srcId="{ED807E35-B5D3-4BCB-9B29-5888EC2127F1}" destId="{B56DF796-4577-4EAC-93C2-6935751BE25A}" srcOrd="1" destOrd="0" parTransId="{E9C31236-41E3-4D93-86D6-120F41639747}" sibTransId="{7891076A-C6C8-4A60-A70F-5BC6A31F5F3B}"/>
    <dgm:cxn modelId="{2CB4F7B0-3B4B-43AA-9F4C-B398AB1BB303}" type="presOf" srcId="{6E00B489-6825-4F79-AAF6-ADC76498986E}" destId="{64F2D9ED-EB2C-4E20-890A-87B6433763BD}" srcOrd="0" destOrd="0" presId="urn:microsoft.com/office/officeart/2008/layout/HorizontalMultiLevelHierarchy"/>
    <dgm:cxn modelId="{3A5B02B3-4C49-46A6-9049-BD3F6D041E60}" type="presOf" srcId="{90CBA59F-7D7C-4C75-9B0F-F5F15E07117F}" destId="{35D85E89-8219-4EAD-B131-FFB670BDF21E}" srcOrd="0" destOrd="0" presId="urn:microsoft.com/office/officeart/2008/layout/HorizontalMultiLevelHierarchy"/>
    <dgm:cxn modelId="{60FBC3B3-CA29-40B6-BBBD-3B5B9C4CCB47}" type="presOf" srcId="{86C76375-759C-430F-8C04-D9FE85D3E0BB}" destId="{606C6F1E-498E-4DDB-A186-9DA9B6E34A4F}" srcOrd="0" destOrd="0" presId="urn:microsoft.com/office/officeart/2008/layout/HorizontalMultiLevelHierarchy"/>
    <dgm:cxn modelId="{59F80DB4-6184-41F9-A751-3A2BDF67415D}" type="presOf" srcId="{8BE22E42-DB0A-4790-87BD-8B0CEA94CA04}" destId="{B1DAB71E-6E0D-4893-9248-FF2AC3D62576}" srcOrd="1" destOrd="0" presId="urn:microsoft.com/office/officeart/2008/layout/HorizontalMultiLevelHierarchy"/>
    <dgm:cxn modelId="{B7D5AFBC-485B-4AA9-B71E-ECBFAD6D8C34}" type="presOf" srcId="{69C3C36C-E5CC-4A23-B842-F7ADB4F0B186}" destId="{C0937D04-21A0-43F6-85AC-6D62800094D9}" srcOrd="0" destOrd="0" presId="urn:microsoft.com/office/officeart/2008/layout/HorizontalMultiLevelHierarchy"/>
    <dgm:cxn modelId="{FA28CEC3-0168-4033-BA85-5D4A9046C14A}" type="presOf" srcId="{BF1A8830-6600-4079-9907-EC2B2AFB2113}" destId="{B3A16A8D-BDEA-44E5-A062-78715E4B15B6}" srcOrd="0" destOrd="0" presId="urn:microsoft.com/office/officeart/2008/layout/HorizontalMultiLevelHierarchy"/>
    <dgm:cxn modelId="{D52191C4-13AC-4A93-85D8-7FC6151E89CC}" type="presOf" srcId="{4F28903C-A6C9-4863-BB2A-43AED4B9C37B}" destId="{2B29F018-F637-4258-A9C2-9FD5539BC75D}" srcOrd="0" destOrd="0" presId="urn:microsoft.com/office/officeart/2008/layout/HorizontalMultiLevelHierarchy"/>
    <dgm:cxn modelId="{5EF803C7-BB0E-44A4-9047-BEC2A65C4AEE}" type="presOf" srcId="{402FF5D2-6E69-442B-87ED-AF119AB98C9A}" destId="{E7448DA2-ABEA-4A21-9757-53D581D7F3FD}" srcOrd="0" destOrd="0" presId="urn:microsoft.com/office/officeart/2008/layout/HorizontalMultiLevelHierarchy"/>
    <dgm:cxn modelId="{91D222C7-D976-46A1-A14D-B04139A3DEC3}" type="presOf" srcId="{4ACE4D20-0AD1-48A9-9ACB-1F5C46BC0BDA}" destId="{E8145716-6D58-4345-8073-80600F1C9F42}" srcOrd="0" destOrd="0" presId="urn:microsoft.com/office/officeart/2008/layout/HorizontalMultiLevelHierarchy"/>
    <dgm:cxn modelId="{D92941C7-9627-4FE5-8135-64B85FE16D2A}" type="presOf" srcId="{F8A4306D-2EA6-4060-9C81-584FC924A72D}" destId="{1A8C8775-11A9-4910-9DB9-4ADDC072442C}" srcOrd="0" destOrd="0" presId="urn:microsoft.com/office/officeart/2008/layout/HorizontalMultiLevelHierarchy"/>
    <dgm:cxn modelId="{7A4077C8-3A1F-4631-8C58-C480E94115A7}" type="presOf" srcId="{DC92EE81-E160-409C-8D57-13731F9F37AC}" destId="{81E432F6-3EF7-4549-811C-B578FA37B5ED}" srcOrd="1" destOrd="0" presId="urn:microsoft.com/office/officeart/2008/layout/HorizontalMultiLevelHierarchy"/>
    <dgm:cxn modelId="{EAB359CA-D8BA-4728-A5BD-50F3B9965CEE}" type="presOf" srcId="{8BE22E42-DB0A-4790-87BD-8B0CEA94CA04}" destId="{FA624BE1-9ACC-4E7D-9F6D-BDD9E6D78BF6}" srcOrd="0" destOrd="0" presId="urn:microsoft.com/office/officeart/2008/layout/HorizontalMultiLevelHierarchy"/>
    <dgm:cxn modelId="{679C18CC-4184-4937-94B9-4974EFF413B9}" type="presOf" srcId="{5821FB8A-5877-43A9-875B-26B9C487ACC9}" destId="{B933AC5F-4C04-4E26-B56E-83A35B7B75A0}" srcOrd="0" destOrd="0" presId="urn:microsoft.com/office/officeart/2008/layout/HorizontalMultiLevelHierarchy"/>
    <dgm:cxn modelId="{049CF7CC-B208-4A72-A5C2-87DD58BA822A}" srcId="{D386F11A-1804-40C3-B4C6-97A93DDDA638}" destId="{4ACE4D20-0AD1-48A9-9ACB-1F5C46BC0BDA}" srcOrd="3" destOrd="0" parTransId="{07B6C525-6C33-4AE8-B387-9234D98AC7A5}" sibTransId="{D43DB4CE-5FDD-4F07-B46D-1A1C7495C161}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61B3ACD6-CD07-4D7B-8A55-A711422362F4}" type="presOf" srcId="{C5F0EE40-EBE4-45F5-B1FC-726A9F1B0F73}" destId="{F226263A-149C-45EB-8D74-9D5F16BB2DF3}" srcOrd="0" destOrd="0" presId="urn:microsoft.com/office/officeart/2008/layout/HorizontalMultiLevelHierarchy"/>
    <dgm:cxn modelId="{5B1ADDDC-8D57-4C34-BD0F-B265BAE1DA0A}" type="presOf" srcId="{9E22FAF0-FF7E-4884-94A7-F2B8FFBB5A5E}" destId="{8B6A1FEE-6309-4F91-8601-1AC9179B566D}" srcOrd="0" destOrd="0" presId="urn:microsoft.com/office/officeart/2008/layout/HorizontalMultiLevelHierarchy"/>
    <dgm:cxn modelId="{A5E3A0DE-3F29-45DF-B3C9-345FA27E2BAE}" srcId="{D386F11A-1804-40C3-B4C6-97A93DDDA638}" destId="{7FA6DCDB-7840-414E-A2DC-34707D6C010C}" srcOrd="0" destOrd="0" parTransId="{BC517616-6D60-41B4-A1E9-EF3BB38B7FA6}" sibTransId="{81C5B1B1-C736-4F61-B4D2-15979B594143}"/>
    <dgm:cxn modelId="{3001B6E0-5A1B-4107-95CB-12E9DCC99663}" srcId="{D386F11A-1804-40C3-B4C6-97A93DDDA638}" destId="{D703D4E3-80AC-43B7-BB5D-6236C00A0C8E}" srcOrd="4" destOrd="0" parTransId="{C5F0EE40-EBE4-45F5-B1FC-726A9F1B0F73}" sibTransId="{AA9F861D-93CE-4011-9A92-B54BA4C37D2E}"/>
    <dgm:cxn modelId="{119070E3-0860-4DEA-99B6-C2F5DC9167F2}" type="presOf" srcId="{402FF5D2-6E69-442B-87ED-AF119AB98C9A}" destId="{E3D0D3B2-09CA-4905-A15A-B5077E79086E}" srcOrd="1" destOrd="0" presId="urn:microsoft.com/office/officeart/2008/layout/HorizontalMultiLevelHierarchy"/>
    <dgm:cxn modelId="{77A099ED-0B97-4E39-B3F5-9B70E329C49B}" type="presOf" srcId="{6A43294B-A1CB-4D6F-B453-0FF0E5776867}" destId="{CE810C7E-C3EF-4168-95BF-2980E8095076}" srcOrd="1" destOrd="0" presId="urn:microsoft.com/office/officeart/2008/layout/HorizontalMultiLevelHierarchy"/>
    <dgm:cxn modelId="{E554D9F6-ED4A-412F-880D-C6029C356670}" type="presOf" srcId="{F6D65D99-858C-4491-8350-4E38A536AD21}" destId="{B451BF21-E3E7-4DE8-AB73-A070BD52A292}" srcOrd="0" destOrd="0" presId="urn:microsoft.com/office/officeart/2008/layout/HorizontalMultiLevelHierarchy"/>
    <dgm:cxn modelId="{00B22EFF-9601-4427-8D2C-A84C5FD31A0B}" type="presOf" srcId="{C5F0EE40-EBE4-45F5-B1FC-726A9F1B0F73}" destId="{ED327FEE-4425-4C58-876D-54DE2191A0F8}" srcOrd="1" destOrd="0" presId="urn:microsoft.com/office/officeart/2008/layout/HorizontalMultiLevelHierarchy"/>
    <dgm:cxn modelId="{9CE30A0E-8A7D-4E33-83F7-65DE40CDD7D8}" type="presParOf" srcId="{AB769FB9-81B7-4D88-8E0E-4605BD1B277C}" destId="{4EC09F46-69D8-4EC8-A3FD-B9943A6C53ED}" srcOrd="0" destOrd="0" presId="urn:microsoft.com/office/officeart/2008/layout/HorizontalMultiLevelHierarchy"/>
    <dgm:cxn modelId="{1C18FAB3-3713-48DB-836F-1BA1AB593C32}" type="presParOf" srcId="{4EC09F46-69D8-4EC8-A3FD-B9943A6C53ED}" destId="{1A8C8775-11A9-4910-9DB9-4ADDC072442C}" srcOrd="0" destOrd="0" presId="urn:microsoft.com/office/officeart/2008/layout/HorizontalMultiLevelHierarchy"/>
    <dgm:cxn modelId="{1CDEEE26-A18A-4827-A99D-25FB0420661B}" type="presParOf" srcId="{4EC09F46-69D8-4EC8-A3FD-B9943A6C53ED}" destId="{15760790-9539-44A9-A52D-58AB584996E5}" srcOrd="1" destOrd="0" presId="urn:microsoft.com/office/officeart/2008/layout/HorizontalMultiLevelHierarchy"/>
    <dgm:cxn modelId="{EC6F8E5C-4293-4E33-8A73-6296097C3178}" type="presParOf" srcId="{15760790-9539-44A9-A52D-58AB584996E5}" destId="{92090F43-5B4E-4749-BCAA-CA724B1D4710}" srcOrd="0" destOrd="0" presId="urn:microsoft.com/office/officeart/2008/layout/HorizontalMultiLevelHierarchy"/>
    <dgm:cxn modelId="{D212CA54-12B2-4FC1-9715-BCA437681C2F}" type="presParOf" srcId="{92090F43-5B4E-4749-BCAA-CA724B1D4710}" destId="{81E432F6-3EF7-4549-811C-B578FA37B5ED}" srcOrd="0" destOrd="0" presId="urn:microsoft.com/office/officeart/2008/layout/HorizontalMultiLevelHierarchy"/>
    <dgm:cxn modelId="{53F39F56-39E9-48B1-9F48-CFD214A4AA65}" type="presParOf" srcId="{15760790-9539-44A9-A52D-58AB584996E5}" destId="{72B2EE92-AB90-4A5C-9510-488C5A769220}" srcOrd="1" destOrd="0" presId="urn:microsoft.com/office/officeart/2008/layout/HorizontalMultiLevelHierarchy"/>
    <dgm:cxn modelId="{D2ABD977-EB5F-4E16-928B-4AAEBA3C1232}" type="presParOf" srcId="{72B2EE92-AB90-4A5C-9510-488C5A769220}" destId="{B2ADA6F2-50C6-4A88-AAA9-37F38027290A}" srcOrd="0" destOrd="0" presId="urn:microsoft.com/office/officeart/2008/layout/HorizontalMultiLevelHierarchy"/>
    <dgm:cxn modelId="{C84ABEB4-2841-43B1-B010-508ABF3DB2DA}" type="presParOf" srcId="{72B2EE92-AB90-4A5C-9510-488C5A769220}" destId="{FCCA6175-AB58-4D81-9EEF-6F7407CF7161}" srcOrd="1" destOrd="0" presId="urn:microsoft.com/office/officeart/2008/layout/HorizontalMultiLevelHierarchy"/>
    <dgm:cxn modelId="{CBECE8D9-1AB3-47F3-A4B0-B3E3F6A220D8}" type="presParOf" srcId="{FCCA6175-AB58-4D81-9EEF-6F7407CF7161}" destId="{25457684-6A6A-46B1-BEFA-440DA349A4E1}" srcOrd="0" destOrd="0" presId="urn:microsoft.com/office/officeart/2008/layout/HorizontalMultiLevelHierarchy"/>
    <dgm:cxn modelId="{D2170C8E-80C8-43DF-B4B7-84C9928C3958}" type="presParOf" srcId="{25457684-6A6A-46B1-BEFA-440DA349A4E1}" destId="{BD65CC17-314D-4592-BB6E-D178C94F5A9C}" srcOrd="0" destOrd="0" presId="urn:microsoft.com/office/officeart/2008/layout/HorizontalMultiLevelHierarchy"/>
    <dgm:cxn modelId="{58C0412F-2DDF-4420-A993-FD43D10082DD}" type="presParOf" srcId="{FCCA6175-AB58-4D81-9EEF-6F7407CF7161}" destId="{55C8CA33-082C-4B82-8A53-827A77C4078E}" srcOrd="1" destOrd="0" presId="urn:microsoft.com/office/officeart/2008/layout/HorizontalMultiLevelHierarchy"/>
    <dgm:cxn modelId="{41866B2B-F7A1-40DF-BD91-BB9F015812D0}" type="presParOf" srcId="{55C8CA33-082C-4B82-8A53-827A77C4078E}" destId="{5BB8511B-BEEB-4D95-9928-1B6F31389179}" srcOrd="0" destOrd="0" presId="urn:microsoft.com/office/officeart/2008/layout/HorizontalMultiLevelHierarchy"/>
    <dgm:cxn modelId="{4D1E211D-9AAF-43E0-9CD5-9238A61360DF}" type="presParOf" srcId="{55C8CA33-082C-4B82-8A53-827A77C4078E}" destId="{7547BC9F-2A72-4AE4-BE3E-5AEEB03D4ECA}" srcOrd="1" destOrd="0" presId="urn:microsoft.com/office/officeart/2008/layout/HorizontalMultiLevelHierarchy"/>
    <dgm:cxn modelId="{303EE882-CB3B-4393-955C-AFBA48623ACF}" type="presParOf" srcId="{FCCA6175-AB58-4D81-9EEF-6F7407CF7161}" destId="{0BFB8105-4697-4547-9449-F2D6976200F3}" srcOrd="2" destOrd="0" presId="urn:microsoft.com/office/officeart/2008/layout/HorizontalMultiLevelHierarchy"/>
    <dgm:cxn modelId="{8ABF81AD-6254-48FC-A53C-C8A79C2AEDD9}" type="presParOf" srcId="{0BFB8105-4697-4547-9449-F2D6976200F3}" destId="{0FF4104E-AE60-4D11-8A99-EF8A73225F34}" srcOrd="0" destOrd="0" presId="urn:microsoft.com/office/officeart/2008/layout/HorizontalMultiLevelHierarchy"/>
    <dgm:cxn modelId="{F6253F39-A24B-4B39-8821-FA899D6067B3}" type="presParOf" srcId="{FCCA6175-AB58-4D81-9EEF-6F7407CF7161}" destId="{4F1F72D7-F86A-44CA-8AA6-859FE0E5FD94}" srcOrd="3" destOrd="0" presId="urn:microsoft.com/office/officeart/2008/layout/HorizontalMultiLevelHierarchy"/>
    <dgm:cxn modelId="{14632EAC-C40C-4901-ACDB-C6C2FA6C06F7}" type="presParOf" srcId="{4F1F72D7-F86A-44CA-8AA6-859FE0E5FD94}" destId="{27B4AF17-3646-481D-A3F4-26A127527259}" srcOrd="0" destOrd="0" presId="urn:microsoft.com/office/officeart/2008/layout/HorizontalMultiLevelHierarchy"/>
    <dgm:cxn modelId="{87A9C08B-BDF5-4B09-BA3F-47CE8676FBDB}" type="presParOf" srcId="{4F1F72D7-F86A-44CA-8AA6-859FE0E5FD94}" destId="{8FB85D30-54AF-4DBB-839D-B9612212C25D}" srcOrd="1" destOrd="0" presId="urn:microsoft.com/office/officeart/2008/layout/HorizontalMultiLevelHierarchy"/>
    <dgm:cxn modelId="{45004833-49A2-4721-A918-EC82DB4CBECD}" type="presParOf" srcId="{FCCA6175-AB58-4D81-9EEF-6F7407CF7161}" destId="{22D0EEAC-F1C3-4BAD-B8D4-AFFC576382CC}" srcOrd="4" destOrd="0" presId="urn:microsoft.com/office/officeart/2008/layout/HorizontalMultiLevelHierarchy"/>
    <dgm:cxn modelId="{27D479C8-24B1-4446-846C-DC07DCE3DE7E}" type="presParOf" srcId="{22D0EEAC-F1C3-4BAD-B8D4-AFFC576382CC}" destId="{D7E8F901-BAA6-4D2C-8C3C-C991500CB493}" srcOrd="0" destOrd="0" presId="urn:microsoft.com/office/officeart/2008/layout/HorizontalMultiLevelHierarchy"/>
    <dgm:cxn modelId="{528FE5DD-63C8-4DFB-B96D-01ACB8800BBA}" type="presParOf" srcId="{FCCA6175-AB58-4D81-9EEF-6F7407CF7161}" destId="{A5377155-182C-41DB-A847-6D0A7A70F8C2}" srcOrd="5" destOrd="0" presId="urn:microsoft.com/office/officeart/2008/layout/HorizontalMultiLevelHierarchy"/>
    <dgm:cxn modelId="{242CE284-8B5C-4E5D-ACFA-C9CE2E4A3689}" type="presParOf" srcId="{A5377155-182C-41DB-A847-6D0A7A70F8C2}" destId="{0647BFC3-B5D7-4EAF-82AD-3EB8CC090092}" srcOrd="0" destOrd="0" presId="urn:microsoft.com/office/officeart/2008/layout/HorizontalMultiLevelHierarchy"/>
    <dgm:cxn modelId="{8BCEB075-AFAD-42FC-AFED-0E9AEBFE2F4A}" type="presParOf" srcId="{A5377155-182C-41DB-A847-6D0A7A70F8C2}" destId="{476CC316-13E2-4EF5-AE53-5F1A492C1435}" srcOrd="1" destOrd="0" presId="urn:microsoft.com/office/officeart/2008/layout/HorizontalMultiLevelHierarchy"/>
    <dgm:cxn modelId="{610B43EF-A4E7-466C-BBBC-CCE4E0B9E18E}" type="presParOf" srcId="{FCCA6175-AB58-4D81-9EEF-6F7407CF7161}" destId="{04620BEB-0EEC-4835-AA29-7DE825A6C113}" srcOrd="6" destOrd="0" presId="urn:microsoft.com/office/officeart/2008/layout/HorizontalMultiLevelHierarchy"/>
    <dgm:cxn modelId="{690EF0EB-7C82-40A7-AB23-8C38C3E5679E}" type="presParOf" srcId="{04620BEB-0EEC-4835-AA29-7DE825A6C113}" destId="{467D43A1-A466-4F0B-8178-6DB8BDC76B8C}" srcOrd="0" destOrd="0" presId="urn:microsoft.com/office/officeart/2008/layout/HorizontalMultiLevelHierarchy"/>
    <dgm:cxn modelId="{5B36D9B4-4039-41DF-8117-510629F8EC40}" type="presParOf" srcId="{FCCA6175-AB58-4D81-9EEF-6F7407CF7161}" destId="{27ADA6B8-28D4-4DC7-8CAE-84C3338FD0E3}" srcOrd="7" destOrd="0" presId="urn:microsoft.com/office/officeart/2008/layout/HorizontalMultiLevelHierarchy"/>
    <dgm:cxn modelId="{056A5636-F1B1-49E3-B22C-9AC1CE54C696}" type="presParOf" srcId="{27ADA6B8-28D4-4DC7-8CAE-84C3338FD0E3}" destId="{E8145716-6D58-4345-8073-80600F1C9F42}" srcOrd="0" destOrd="0" presId="urn:microsoft.com/office/officeart/2008/layout/HorizontalMultiLevelHierarchy"/>
    <dgm:cxn modelId="{0D98E752-E16A-454C-B461-5043276392A4}" type="presParOf" srcId="{27ADA6B8-28D4-4DC7-8CAE-84C3338FD0E3}" destId="{7FBFB347-9C8B-46DF-B940-6A4AB17487BE}" srcOrd="1" destOrd="0" presId="urn:microsoft.com/office/officeart/2008/layout/HorizontalMultiLevelHierarchy"/>
    <dgm:cxn modelId="{069F280D-E20B-43BE-B21D-88E6A983797F}" type="presParOf" srcId="{FCCA6175-AB58-4D81-9EEF-6F7407CF7161}" destId="{F226263A-149C-45EB-8D74-9D5F16BB2DF3}" srcOrd="8" destOrd="0" presId="urn:microsoft.com/office/officeart/2008/layout/HorizontalMultiLevelHierarchy"/>
    <dgm:cxn modelId="{186D33D0-0258-4C28-951C-BE36B147BD21}" type="presParOf" srcId="{F226263A-149C-45EB-8D74-9D5F16BB2DF3}" destId="{ED327FEE-4425-4C58-876D-54DE2191A0F8}" srcOrd="0" destOrd="0" presId="urn:microsoft.com/office/officeart/2008/layout/HorizontalMultiLevelHierarchy"/>
    <dgm:cxn modelId="{494C1E66-6ED1-4C62-A101-DC745B7B836B}" type="presParOf" srcId="{FCCA6175-AB58-4D81-9EEF-6F7407CF7161}" destId="{36AD5031-8C3A-4BD8-999D-33560AEE625A}" srcOrd="9" destOrd="0" presId="urn:microsoft.com/office/officeart/2008/layout/HorizontalMultiLevelHierarchy"/>
    <dgm:cxn modelId="{3C8A951B-C25B-4F62-9235-786B60682016}" type="presParOf" srcId="{36AD5031-8C3A-4BD8-999D-33560AEE625A}" destId="{A393CB0A-BEF7-4DB8-81E5-1154DE861CF6}" srcOrd="0" destOrd="0" presId="urn:microsoft.com/office/officeart/2008/layout/HorizontalMultiLevelHierarchy"/>
    <dgm:cxn modelId="{2A4C93D7-6D32-47C1-9125-E16375598C20}" type="presParOf" srcId="{36AD5031-8C3A-4BD8-999D-33560AEE625A}" destId="{D84EBA28-5704-43D6-A124-2721041E2C1B}" srcOrd="1" destOrd="0" presId="urn:microsoft.com/office/officeart/2008/layout/HorizontalMultiLevelHierarchy"/>
    <dgm:cxn modelId="{B141971F-28EA-4C70-887B-2A8E25D40B39}" type="presParOf" srcId="{15760790-9539-44A9-A52D-58AB584996E5}" destId="{F31F3F23-7C72-452A-ADC8-1CB2C7B14B46}" srcOrd="2" destOrd="0" presId="urn:microsoft.com/office/officeart/2008/layout/HorizontalMultiLevelHierarchy"/>
    <dgm:cxn modelId="{1C868DD1-8399-449C-A21F-6E4912151DD3}" type="presParOf" srcId="{F31F3F23-7C72-452A-ADC8-1CB2C7B14B46}" destId="{37CD627C-8293-4029-B114-AA7B7535644E}" srcOrd="0" destOrd="0" presId="urn:microsoft.com/office/officeart/2008/layout/HorizontalMultiLevelHierarchy"/>
    <dgm:cxn modelId="{F5626481-2EC2-4270-8316-576488FCB800}" type="presParOf" srcId="{15760790-9539-44A9-A52D-58AB584996E5}" destId="{81987734-CB8C-4533-9770-A4DA592EF4DF}" srcOrd="3" destOrd="0" presId="urn:microsoft.com/office/officeart/2008/layout/HorizontalMultiLevelHierarchy"/>
    <dgm:cxn modelId="{06A4A0AD-A4D1-4B3D-817D-AC44831356F5}" type="presParOf" srcId="{81987734-CB8C-4533-9770-A4DA592EF4DF}" destId="{8F7C36BE-E589-4461-8F16-778807C0B166}" srcOrd="0" destOrd="0" presId="urn:microsoft.com/office/officeart/2008/layout/HorizontalMultiLevelHierarchy"/>
    <dgm:cxn modelId="{B32645D7-4E0E-4BF8-8608-232B4D93B38E}" type="presParOf" srcId="{81987734-CB8C-4533-9770-A4DA592EF4DF}" destId="{3820E890-198B-4C85-958B-050818C8959F}" srcOrd="1" destOrd="0" presId="urn:microsoft.com/office/officeart/2008/layout/HorizontalMultiLevelHierarchy"/>
    <dgm:cxn modelId="{942DF914-5F40-4C68-B535-89AB91C3BCCD}" type="presParOf" srcId="{3820E890-198B-4C85-958B-050818C8959F}" destId="{F26F67FB-D19B-4991-9A66-98D479004DA6}" srcOrd="0" destOrd="0" presId="urn:microsoft.com/office/officeart/2008/layout/HorizontalMultiLevelHierarchy"/>
    <dgm:cxn modelId="{B259A3DD-DC98-4CAC-9E2D-113ACFB63FD2}" type="presParOf" srcId="{F26F67FB-D19B-4991-9A66-98D479004DA6}" destId="{E7CD85A1-EA1D-49AD-8929-888F2462A542}" srcOrd="0" destOrd="0" presId="urn:microsoft.com/office/officeart/2008/layout/HorizontalMultiLevelHierarchy"/>
    <dgm:cxn modelId="{0AFB70EC-1A1C-4DCF-BCB8-7417496996A4}" type="presParOf" srcId="{3820E890-198B-4C85-958B-050818C8959F}" destId="{4C552E5F-8629-4456-97CD-B903644602C8}" srcOrd="1" destOrd="0" presId="urn:microsoft.com/office/officeart/2008/layout/HorizontalMultiLevelHierarchy"/>
    <dgm:cxn modelId="{F8752528-1E4C-48BF-B89C-04EBD6CA17AB}" type="presParOf" srcId="{4C552E5F-8629-4456-97CD-B903644602C8}" destId="{B451BF21-E3E7-4DE8-AB73-A070BD52A292}" srcOrd="0" destOrd="0" presId="urn:microsoft.com/office/officeart/2008/layout/HorizontalMultiLevelHierarchy"/>
    <dgm:cxn modelId="{D6D8F975-B27F-4F6F-915F-3A173AE19620}" type="presParOf" srcId="{4C552E5F-8629-4456-97CD-B903644602C8}" destId="{8B06370F-A2E7-441D-8C0E-10BE11169D5F}" srcOrd="1" destOrd="0" presId="urn:microsoft.com/office/officeart/2008/layout/HorizontalMultiLevelHierarchy"/>
    <dgm:cxn modelId="{B695EF86-1BBD-4AC1-982A-313ADA288F95}" type="presParOf" srcId="{3820E890-198B-4C85-958B-050818C8959F}" destId="{80CCDF43-4A90-4DB9-90BB-F37BB6A6CE64}" srcOrd="2" destOrd="0" presId="urn:microsoft.com/office/officeart/2008/layout/HorizontalMultiLevelHierarchy"/>
    <dgm:cxn modelId="{94EC35B0-597C-49A6-85F1-A93DE24AFDC9}" type="presParOf" srcId="{80CCDF43-4A90-4DB9-90BB-F37BB6A6CE64}" destId="{87A0E548-ED5E-4FC4-A2E6-8E63C819DFB2}" srcOrd="0" destOrd="0" presId="urn:microsoft.com/office/officeart/2008/layout/HorizontalMultiLevelHierarchy"/>
    <dgm:cxn modelId="{9B097291-7238-48DB-BDB9-559F3D7130F4}" type="presParOf" srcId="{3820E890-198B-4C85-958B-050818C8959F}" destId="{CE97C4D3-826D-4755-A723-B0C4B967AF21}" srcOrd="3" destOrd="0" presId="urn:microsoft.com/office/officeart/2008/layout/HorizontalMultiLevelHierarchy"/>
    <dgm:cxn modelId="{5DD4B4BD-28D9-4403-9B3E-0F168D9B98B9}" type="presParOf" srcId="{CE97C4D3-826D-4755-A723-B0C4B967AF21}" destId="{DDA79D3F-A64C-4EED-8BE6-B172036968B7}" srcOrd="0" destOrd="0" presId="urn:microsoft.com/office/officeart/2008/layout/HorizontalMultiLevelHierarchy"/>
    <dgm:cxn modelId="{9EC3A830-40C1-44B7-BB56-C722B58A6BD6}" type="presParOf" srcId="{CE97C4D3-826D-4755-A723-B0C4B967AF21}" destId="{E7059D6D-9F5B-4313-A6C3-F890F15BCA70}" srcOrd="1" destOrd="0" presId="urn:microsoft.com/office/officeart/2008/layout/HorizontalMultiLevelHierarchy"/>
    <dgm:cxn modelId="{C315B8FD-8E8E-4585-A2B2-88833384E9EC}" type="presParOf" srcId="{3820E890-198B-4C85-958B-050818C8959F}" destId="{1727B044-8190-4C0C-A27D-97E6DA4EBBD8}" srcOrd="4" destOrd="0" presId="urn:microsoft.com/office/officeart/2008/layout/HorizontalMultiLevelHierarchy"/>
    <dgm:cxn modelId="{4253C04B-21EE-40BB-9E44-1A195D170BE8}" type="presParOf" srcId="{1727B044-8190-4C0C-A27D-97E6DA4EBBD8}" destId="{13757426-925E-45F2-A3A4-857C30C03B09}" srcOrd="0" destOrd="0" presId="urn:microsoft.com/office/officeart/2008/layout/HorizontalMultiLevelHierarchy"/>
    <dgm:cxn modelId="{D5E722B8-8D21-43A1-A617-471B76C6E6E5}" type="presParOf" srcId="{3820E890-198B-4C85-958B-050818C8959F}" destId="{86523948-3737-42B0-904B-C62DA396E976}" srcOrd="5" destOrd="0" presId="urn:microsoft.com/office/officeart/2008/layout/HorizontalMultiLevelHierarchy"/>
    <dgm:cxn modelId="{959FC8C3-9BFB-4699-94F5-E2A9EB1DDACB}" type="presParOf" srcId="{86523948-3737-42B0-904B-C62DA396E976}" destId="{953DE894-07BF-479E-983A-CE5469800A68}" srcOrd="0" destOrd="0" presId="urn:microsoft.com/office/officeart/2008/layout/HorizontalMultiLevelHierarchy"/>
    <dgm:cxn modelId="{A4C62489-A005-4A49-9080-23790078A73E}" type="presParOf" srcId="{86523948-3737-42B0-904B-C62DA396E976}" destId="{91DA5869-B56F-4F27-9B93-C1C93A1AEC35}" srcOrd="1" destOrd="0" presId="urn:microsoft.com/office/officeart/2008/layout/HorizontalMultiLevelHierarchy"/>
    <dgm:cxn modelId="{CA37044A-EFD2-47F3-AFE2-1800F3BD2276}" type="presParOf" srcId="{15760790-9539-44A9-A52D-58AB584996E5}" destId="{E43A60A7-9DDF-42B2-A812-4D4F0F75076B}" srcOrd="4" destOrd="0" presId="urn:microsoft.com/office/officeart/2008/layout/HorizontalMultiLevelHierarchy"/>
    <dgm:cxn modelId="{09D77564-476D-4611-81C5-EE56D97DB722}" type="presParOf" srcId="{E43A60A7-9DDF-42B2-A812-4D4F0F75076B}" destId="{CE810C7E-C3EF-4168-95BF-2980E8095076}" srcOrd="0" destOrd="0" presId="urn:microsoft.com/office/officeart/2008/layout/HorizontalMultiLevelHierarchy"/>
    <dgm:cxn modelId="{622B42E3-4354-4E0F-884E-C4478CEEE946}" type="presParOf" srcId="{15760790-9539-44A9-A52D-58AB584996E5}" destId="{2FDCB53E-1839-42F6-B7BD-BFFEEA57B5F0}" srcOrd="5" destOrd="0" presId="urn:microsoft.com/office/officeart/2008/layout/HorizontalMultiLevelHierarchy"/>
    <dgm:cxn modelId="{AEFED635-5A29-481D-9057-809158E30C6F}" type="presParOf" srcId="{2FDCB53E-1839-42F6-B7BD-BFFEEA57B5F0}" destId="{32ACC1F6-D5B9-4CEA-991A-2E04658BD206}" srcOrd="0" destOrd="0" presId="urn:microsoft.com/office/officeart/2008/layout/HorizontalMultiLevelHierarchy"/>
    <dgm:cxn modelId="{4F6A9847-A4E7-49C0-837C-E82739504073}" type="presParOf" srcId="{2FDCB53E-1839-42F6-B7BD-BFFEEA57B5F0}" destId="{B74E96B9-7929-453A-8253-F93A52E48265}" srcOrd="1" destOrd="0" presId="urn:microsoft.com/office/officeart/2008/layout/HorizontalMultiLevelHierarchy"/>
    <dgm:cxn modelId="{194F0D6D-C73C-409A-B2DC-F5E149106044}" type="presParOf" srcId="{B74E96B9-7929-453A-8253-F93A52E48265}" destId="{A77A702B-712F-4ECF-ABF5-D128154D2C84}" srcOrd="0" destOrd="0" presId="urn:microsoft.com/office/officeart/2008/layout/HorizontalMultiLevelHierarchy"/>
    <dgm:cxn modelId="{1E9E9E31-1321-4F7A-AABE-301245B34876}" type="presParOf" srcId="{A77A702B-712F-4ECF-ABF5-D128154D2C84}" destId="{8E837C51-8492-4622-B33F-F9A94A9D0EF1}" srcOrd="0" destOrd="0" presId="urn:microsoft.com/office/officeart/2008/layout/HorizontalMultiLevelHierarchy"/>
    <dgm:cxn modelId="{158274DA-138F-4819-AAA3-C65B46A2E70D}" type="presParOf" srcId="{B74E96B9-7929-453A-8253-F93A52E48265}" destId="{5115C6DC-7E2D-4766-B285-4D1F848A8387}" srcOrd="1" destOrd="0" presId="urn:microsoft.com/office/officeart/2008/layout/HorizontalMultiLevelHierarchy"/>
    <dgm:cxn modelId="{8988335E-E0FF-4C40-99E8-A864005A7EFF}" type="presParOf" srcId="{5115C6DC-7E2D-4766-B285-4D1F848A8387}" destId="{CFCF47A2-F139-4B47-977C-1611FBA1DAB3}" srcOrd="0" destOrd="0" presId="urn:microsoft.com/office/officeart/2008/layout/HorizontalMultiLevelHierarchy"/>
    <dgm:cxn modelId="{0DAB9AB9-2839-4BA3-A6A8-2AFA02B170A7}" type="presParOf" srcId="{5115C6DC-7E2D-4766-B285-4D1F848A8387}" destId="{A8FECCA8-240A-4CF5-A5B6-F41A121490CC}" srcOrd="1" destOrd="0" presId="urn:microsoft.com/office/officeart/2008/layout/HorizontalMultiLevelHierarchy"/>
    <dgm:cxn modelId="{53DA37A1-709B-432D-87DF-07E6333070E6}" type="presParOf" srcId="{B74E96B9-7929-453A-8253-F93A52E48265}" destId="{051C7EE5-64C2-4B32-9CB4-6E697A8B079C}" srcOrd="2" destOrd="0" presId="urn:microsoft.com/office/officeart/2008/layout/HorizontalMultiLevelHierarchy"/>
    <dgm:cxn modelId="{C6D8A385-28C5-4385-97E3-640BF7D9807B}" type="presParOf" srcId="{051C7EE5-64C2-4B32-9CB4-6E697A8B079C}" destId="{BC550C4A-0520-4519-87CB-647D5B9D3481}" srcOrd="0" destOrd="0" presId="urn:microsoft.com/office/officeart/2008/layout/HorizontalMultiLevelHierarchy"/>
    <dgm:cxn modelId="{9135CC67-2869-4268-BC08-433D6BF3A15B}" type="presParOf" srcId="{B74E96B9-7929-453A-8253-F93A52E48265}" destId="{75DEBD15-D3B4-4ABE-B17A-25C3764140F0}" srcOrd="3" destOrd="0" presId="urn:microsoft.com/office/officeart/2008/layout/HorizontalMultiLevelHierarchy"/>
    <dgm:cxn modelId="{A3306479-30FE-4267-B521-4E0E016BD6DA}" type="presParOf" srcId="{75DEBD15-D3B4-4ABE-B17A-25C3764140F0}" destId="{8B6A1FEE-6309-4F91-8601-1AC9179B566D}" srcOrd="0" destOrd="0" presId="urn:microsoft.com/office/officeart/2008/layout/HorizontalMultiLevelHierarchy"/>
    <dgm:cxn modelId="{86BA57A2-0CFE-4B69-90A5-0F0454F440EF}" type="presParOf" srcId="{75DEBD15-D3B4-4ABE-B17A-25C3764140F0}" destId="{4005D192-E8A0-4C74-BEA9-536ED8C0B21F}" srcOrd="1" destOrd="0" presId="urn:microsoft.com/office/officeart/2008/layout/HorizontalMultiLevelHierarchy"/>
    <dgm:cxn modelId="{C59D0D70-AE16-474F-9669-3FE92CF9DA0F}" type="presParOf" srcId="{15760790-9539-44A9-A52D-58AB584996E5}" destId="{FA624BE1-9ACC-4E7D-9F6D-BDD9E6D78BF6}" srcOrd="6" destOrd="0" presId="urn:microsoft.com/office/officeart/2008/layout/HorizontalMultiLevelHierarchy"/>
    <dgm:cxn modelId="{F68CD11F-17A6-4F0B-81A0-C148B1516F04}" type="presParOf" srcId="{FA624BE1-9ACC-4E7D-9F6D-BDD9E6D78BF6}" destId="{B1DAB71E-6E0D-4893-9248-FF2AC3D62576}" srcOrd="0" destOrd="0" presId="urn:microsoft.com/office/officeart/2008/layout/HorizontalMultiLevelHierarchy"/>
    <dgm:cxn modelId="{0BAECC2D-E32F-401D-ABDD-7DF0A1C102F3}" type="presParOf" srcId="{15760790-9539-44A9-A52D-58AB584996E5}" destId="{39B18842-E86C-4A21-9358-DDBD88C9AE12}" srcOrd="7" destOrd="0" presId="urn:microsoft.com/office/officeart/2008/layout/HorizontalMultiLevelHierarchy"/>
    <dgm:cxn modelId="{8CD01ED6-D520-42A1-8919-37554B30D939}" type="presParOf" srcId="{39B18842-E86C-4A21-9358-DDBD88C9AE12}" destId="{BEDCAB73-F473-4593-A1D1-34DA9B04C965}" srcOrd="0" destOrd="0" presId="urn:microsoft.com/office/officeart/2008/layout/HorizontalMultiLevelHierarchy"/>
    <dgm:cxn modelId="{407E8C42-48BA-4B17-A46D-E455A11A43DE}" type="presParOf" srcId="{39B18842-E86C-4A21-9358-DDBD88C9AE12}" destId="{EC061381-D743-43E7-A907-6CB83D1DEB83}" srcOrd="1" destOrd="0" presId="urn:microsoft.com/office/officeart/2008/layout/HorizontalMultiLevelHierarchy"/>
    <dgm:cxn modelId="{04BF623F-64DD-4837-ADCC-4CEBA351D15B}" type="presParOf" srcId="{EC061381-D743-43E7-A907-6CB83D1DEB83}" destId="{35D85E89-8219-4EAD-B131-FFB670BDF21E}" srcOrd="0" destOrd="0" presId="urn:microsoft.com/office/officeart/2008/layout/HorizontalMultiLevelHierarchy"/>
    <dgm:cxn modelId="{9CDA1F1A-389F-40E2-B1F2-BB66E9B6DB39}" type="presParOf" srcId="{35D85E89-8219-4EAD-B131-FFB670BDF21E}" destId="{D6E620D2-D3BC-436E-AE97-2C6EFEAF5E1D}" srcOrd="0" destOrd="0" presId="urn:microsoft.com/office/officeart/2008/layout/HorizontalMultiLevelHierarchy"/>
    <dgm:cxn modelId="{24640B5E-42D9-4352-89C8-7D7F57D33190}" type="presParOf" srcId="{EC061381-D743-43E7-A907-6CB83D1DEB83}" destId="{DD932453-77D2-4F1D-8BAC-83FF7117FDFB}" srcOrd="1" destOrd="0" presId="urn:microsoft.com/office/officeart/2008/layout/HorizontalMultiLevelHierarchy"/>
    <dgm:cxn modelId="{BA1A6772-1E7D-424C-85BB-584273315A26}" type="presParOf" srcId="{DD932453-77D2-4F1D-8BAC-83FF7117FDFB}" destId="{B933AC5F-4C04-4E26-B56E-83A35B7B75A0}" srcOrd="0" destOrd="0" presId="urn:microsoft.com/office/officeart/2008/layout/HorizontalMultiLevelHierarchy"/>
    <dgm:cxn modelId="{B6F9CB4D-8B35-4077-AF2D-88E691797CC7}" type="presParOf" srcId="{DD932453-77D2-4F1D-8BAC-83FF7117FDFB}" destId="{B48A1382-39CB-4CB5-8C31-E2F289ECD9DD}" srcOrd="1" destOrd="0" presId="urn:microsoft.com/office/officeart/2008/layout/HorizontalMultiLevelHierarchy"/>
    <dgm:cxn modelId="{68AA23B5-2468-425B-A13E-23E1384F648D}" type="presParOf" srcId="{EC061381-D743-43E7-A907-6CB83D1DEB83}" destId="{D039A37C-16E1-46DE-83F2-FE1AFA19E6B5}" srcOrd="2" destOrd="0" presId="urn:microsoft.com/office/officeart/2008/layout/HorizontalMultiLevelHierarchy"/>
    <dgm:cxn modelId="{6BA68B87-04A1-45AC-BD14-AD189261938F}" type="presParOf" srcId="{D039A37C-16E1-46DE-83F2-FE1AFA19E6B5}" destId="{FD0A644D-9AE4-4AD3-9D44-01D9B0D1AEF9}" srcOrd="0" destOrd="0" presId="urn:microsoft.com/office/officeart/2008/layout/HorizontalMultiLevelHierarchy"/>
    <dgm:cxn modelId="{13179016-30D6-4C37-BAF8-7B4F7F3279CC}" type="presParOf" srcId="{EC061381-D743-43E7-A907-6CB83D1DEB83}" destId="{7628759A-0DAD-434A-9BAA-5996934D1C13}" srcOrd="3" destOrd="0" presId="urn:microsoft.com/office/officeart/2008/layout/HorizontalMultiLevelHierarchy"/>
    <dgm:cxn modelId="{BF4EBC9D-40A0-494C-BA8D-2F8F2A55B526}" type="presParOf" srcId="{7628759A-0DAD-434A-9BAA-5996934D1C13}" destId="{C96BA59C-3D83-4DC3-B99D-FEFB4E6D77F1}" srcOrd="0" destOrd="0" presId="urn:microsoft.com/office/officeart/2008/layout/HorizontalMultiLevelHierarchy"/>
    <dgm:cxn modelId="{FF141507-BE3F-43A0-9CB9-024D546F8A09}" type="presParOf" srcId="{7628759A-0DAD-434A-9BAA-5996934D1C13}" destId="{20E64F1D-B60B-4A91-81D4-735CC5B3AF86}" srcOrd="1" destOrd="0" presId="urn:microsoft.com/office/officeart/2008/layout/HorizontalMultiLevelHierarchy"/>
    <dgm:cxn modelId="{5661DC44-360D-497B-ADDB-146AF82BF483}" type="presParOf" srcId="{EC061381-D743-43E7-A907-6CB83D1DEB83}" destId="{6A1F7B97-5B80-483A-A0C1-E0085B4BB7F9}" srcOrd="4" destOrd="0" presId="urn:microsoft.com/office/officeart/2008/layout/HorizontalMultiLevelHierarchy"/>
    <dgm:cxn modelId="{C3F5CA37-2FC9-497A-BCBE-E2227C306F64}" type="presParOf" srcId="{6A1F7B97-5B80-483A-A0C1-E0085B4BB7F9}" destId="{FE96766D-0860-4D60-82D6-404DDCCC36A1}" srcOrd="0" destOrd="0" presId="urn:microsoft.com/office/officeart/2008/layout/HorizontalMultiLevelHierarchy"/>
    <dgm:cxn modelId="{50354B51-AA9C-4810-AC1A-95D075D9BF3E}" type="presParOf" srcId="{EC061381-D743-43E7-A907-6CB83D1DEB83}" destId="{24669121-45D7-4645-AD60-D92D776EB829}" srcOrd="5" destOrd="0" presId="urn:microsoft.com/office/officeart/2008/layout/HorizontalMultiLevelHierarchy"/>
    <dgm:cxn modelId="{39C0802D-6E84-4615-8225-74374E5AF6D6}" type="presParOf" srcId="{24669121-45D7-4645-AD60-D92D776EB829}" destId="{73E2F408-D084-4DE5-AFF5-72C7E2B981C0}" srcOrd="0" destOrd="0" presId="urn:microsoft.com/office/officeart/2008/layout/HorizontalMultiLevelHierarchy"/>
    <dgm:cxn modelId="{1EA19598-E487-422A-9036-8B7CEA7BB6E4}" type="presParOf" srcId="{24669121-45D7-4645-AD60-D92D776EB829}" destId="{CCB0D4D3-F9E9-4375-8C70-A1F5C21AB415}" srcOrd="1" destOrd="0" presId="urn:microsoft.com/office/officeart/2008/layout/HorizontalMultiLevelHierarchy"/>
    <dgm:cxn modelId="{1B8E84F8-E234-46C9-B9B9-9C5B43CED6C2}" type="presParOf" srcId="{EC061381-D743-43E7-A907-6CB83D1DEB83}" destId="{5E6DA394-939F-4A95-8F6F-3209A3895CB8}" srcOrd="6" destOrd="0" presId="urn:microsoft.com/office/officeart/2008/layout/HorizontalMultiLevelHierarchy"/>
    <dgm:cxn modelId="{77AB31D1-6DAF-4A2D-BA50-7AEE46BA9FA9}" type="presParOf" srcId="{5E6DA394-939F-4A95-8F6F-3209A3895CB8}" destId="{03784CEB-724F-450D-AE6D-EBA3A5A10CF8}" srcOrd="0" destOrd="0" presId="urn:microsoft.com/office/officeart/2008/layout/HorizontalMultiLevelHierarchy"/>
    <dgm:cxn modelId="{49107381-39EF-4DA1-8215-841E427B465A}" type="presParOf" srcId="{EC061381-D743-43E7-A907-6CB83D1DEB83}" destId="{782BC274-BE1B-4775-9EB8-CC3AC883E186}" srcOrd="7" destOrd="0" presId="urn:microsoft.com/office/officeart/2008/layout/HorizontalMultiLevelHierarchy"/>
    <dgm:cxn modelId="{40273234-2C64-479B-B2EB-43681351CCB3}" type="presParOf" srcId="{782BC274-BE1B-4775-9EB8-CC3AC883E186}" destId="{60E800C2-3ACD-4894-B2D1-02C51C896C2D}" srcOrd="0" destOrd="0" presId="urn:microsoft.com/office/officeart/2008/layout/HorizontalMultiLevelHierarchy"/>
    <dgm:cxn modelId="{7B4B1594-C9A8-4A26-8767-8ACE91AF1098}" type="presParOf" srcId="{782BC274-BE1B-4775-9EB8-CC3AC883E186}" destId="{11CF5C61-43BE-43D6-9928-B1766E286DF7}" srcOrd="1" destOrd="0" presId="urn:microsoft.com/office/officeart/2008/layout/HorizontalMultiLevelHierarchy"/>
    <dgm:cxn modelId="{0D2DB757-B52B-4AA2-B5A3-D9F9F0AFE278}" type="presParOf" srcId="{EC061381-D743-43E7-A907-6CB83D1DEB83}" destId="{E7448DA2-ABEA-4A21-9757-53D581D7F3FD}" srcOrd="8" destOrd="0" presId="urn:microsoft.com/office/officeart/2008/layout/HorizontalMultiLevelHierarchy"/>
    <dgm:cxn modelId="{77EA767D-1D73-4319-9EA2-4A38D1D1BD1C}" type="presParOf" srcId="{E7448DA2-ABEA-4A21-9757-53D581D7F3FD}" destId="{E3D0D3B2-09CA-4905-A15A-B5077E79086E}" srcOrd="0" destOrd="0" presId="urn:microsoft.com/office/officeart/2008/layout/HorizontalMultiLevelHierarchy"/>
    <dgm:cxn modelId="{7E7E8A84-CD57-428A-8874-1A06AF072524}" type="presParOf" srcId="{EC061381-D743-43E7-A907-6CB83D1DEB83}" destId="{1A5AA4F0-CBA6-4DC1-BA95-294FA49D68E6}" srcOrd="9" destOrd="0" presId="urn:microsoft.com/office/officeart/2008/layout/HorizontalMultiLevelHierarchy"/>
    <dgm:cxn modelId="{42849FCD-8FB5-41B6-B82C-D5A6A2600B10}" type="presParOf" srcId="{1A5AA4F0-CBA6-4DC1-BA95-294FA49D68E6}" destId="{F79FB1EC-FF45-40C7-BCB6-021087AEF7A4}" srcOrd="0" destOrd="0" presId="urn:microsoft.com/office/officeart/2008/layout/HorizontalMultiLevelHierarchy"/>
    <dgm:cxn modelId="{9419C0AF-FBC5-4F9B-AA70-6F6F4ED5EF1F}" type="presParOf" srcId="{1A5AA4F0-CBA6-4DC1-BA95-294FA49D68E6}" destId="{D8836E39-B4A4-4487-81A7-7BAB37E5BE9D}" srcOrd="1" destOrd="0" presId="urn:microsoft.com/office/officeart/2008/layout/HorizontalMultiLevelHierarchy"/>
    <dgm:cxn modelId="{90D8E079-E1D0-4328-A063-3A7B318C5876}" type="presParOf" srcId="{15760790-9539-44A9-A52D-58AB584996E5}" destId="{606C6F1E-498E-4DDB-A186-9DA9B6E34A4F}" srcOrd="8" destOrd="0" presId="urn:microsoft.com/office/officeart/2008/layout/HorizontalMultiLevelHierarchy"/>
    <dgm:cxn modelId="{3153A259-60B9-47FA-89B3-F1AC8F1429C3}" type="presParOf" srcId="{606C6F1E-498E-4DDB-A186-9DA9B6E34A4F}" destId="{B9FDD0DE-38DF-4097-A839-7CA529B0134A}" srcOrd="0" destOrd="0" presId="urn:microsoft.com/office/officeart/2008/layout/HorizontalMultiLevelHierarchy"/>
    <dgm:cxn modelId="{E9981C07-DCC2-4F5F-857D-BABE3B8B788E}" type="presParOf" srcId="{15760790-9539-44A9-A52D-58AB584996E5}" destId="{A8D97131-C10E-4466-8300-288BC14793DB}" srcOrd="9" destOrd="0" presId="urn:microsoft.com/office/officeart/2008/layout/HorizontalMultiLevelHierarchy"/>
    <dgm:cxn modelId="{EAC73625-64A5-482C-8E4D-26B62CBA0595}" type="presParOf" srcId="{A8D97131-C10E-4466-8300-288BC14793DB}" destId="{2B29F018-F637-4258-A9C2-9FD5539BC75D}" srcOrd="0" destOrd="0" presId="urn:microsoft.com/office/officeart/2008/layout/HorizontalMultiLevelHierarchy"/>
    <dgm:cxn modelId="{FE825A2B-10CC-4193-8C11-018D6BF789F5}" type="presParOf" srcId="{A8D97131-C10E-4466-8300-288BC14793DB}" destId="{3B7213A4-4365-42A4-9122-AFC227A98DB7}" srcOrd="1" destOrd="0" presId="urn:microsoft.com/office/officeart/2008/layout/HorizontalMultiLevelHierarchy"/>
    <dgm:cxn modelId="{D56D32DB-D366-43C8-BF2E-E00E2BC4425C}" type="presParOf" srcId="{3B7213A4-4365-42A4-9122-AFC227A98DB7}" destId="{48B72B3E-C983-4274-B2B2-70D16748E2BB}" srcOrd="0" destOrd="0" presId="urn:microsoft.com/office/officeart/2008/layout/HorizontalMultiLevelHierarchy"/>
    <dgm:cxn modelId="{A50F25B3-140C-4D82-A56E-89209343B832}" type="presParOf" srcId="{48B72B3E-C983-4274-B2B2-70D16748E2BB}" destId="{81224C5B-9665-4FC8-9EFA-FD6288EDEDB5}" srcOrd="0" destOrd="0" presId="urn:microsoft.com/office/officeart/2008/layout/HorizontalMultiLevelHierarchy"/>
    <dgm:cxn modelId="{FA960313-E359-4A5F-886A-7E274CA09315}" type="presParOf" srcId="{3B7213A4-4365-42A4-9122-AFC227A98DB7}" destId="{FDA53FD6-70AF-4B23-BE89-AFBE2A9E107D}" srcOrd="1" destOrd="0" presId="urn:microsoft.com/office/officeart/2008/layout/HorizontalMultiLevelHierarchy"/>
    <dgm:cxn modelId="{D0D379AE-DC1F-4D53-9687-8D720F4206FA}" type="presParOf" srcId="{FDA53FD6-70AF-4B23-BE89-AFBE2A9E107D}" destId="{C0937D04-21A0-43F6-85AC-6D62800094D9}" srcOrd="0" destOrd="0" presId="urn:microsoft.com/office/officeart/2008/layout/HorizontalMultiLevelHierarchy"/>
    <dgm:cxn modelId="{DD5E2191-989A-498F-8E69-FD1FBAC531BB}" type="presParOf" srcId="{FDA53FD6-70AF-4B23-BE89-AFBE2A9E107D}" destId="{02709203-B40D-4D7B-ADE7-8E2697C0EBAF}" srcOrd="1" destOrd="0" presId="urn:microsoft.com/office/officeart/2008/layout/HorizontalMultiLevelHierarchy"/>
    <dgm:cxn modelId="{FA599EB5-ED5A-4781-9BFF-A908565F331F}" type="presParOf" srcId="{3B7213A4-4365-42A4-9122-AFC227A98DB7}" destId="{31955690-7179-40C4-9E8A-5D70DFC377E7}" srcOrd="2" destOrd="0" presId="urn:microsoft.com/office/officeart/2008/layout/HorizontalMultiLevelHierarchy"/>
    <dgm:cxn modelId="{BFA5DA2A-03BA-4592-AD2D-4C90AF17EC27}" type="presParOf" srcId="{31955690-7179-40C4-9E8A-5D70DFC377E7}" destId="{8743B348-BD29-45B2-B1D1-8C789BE77813}" srcOrd="0" destOrd="0" presId="urn:microsoft.com/office/officeart/2008/layout/HorizontalMultiLevelHierarchy"/>
    <dgm:cxn modelId="{B8E19270-A064-4D1B-8275-143A7F95A9E4}" type="presParOf" srcId="{3B7213A4-4365-42A4-9122-AFC227A98DB7}" destId="{8056C56B-24EF-4185-9275-0569200A728F}" srcOrd="3" destOrd="0" presId="urn:microsoft.com/office/officeart/2008/layout/HorizontalMultiLevelHierarchy"/>
    <dgm:cxn modelId="{C5499F58-7A97-48D0-BB76-C1CB2AE23787}" type="presParOf" srcId="{8056C56B-24EF-4185-9275-0569200A728F}" destId="{88E111A6-EFA1-4544-AFA8-6F1120FCE148}" srcOrd="0" destOrd="0" presId="urn:microsoft.com/office/officeart/2008/layout/HorizontalMultiLevelHierarchy"/>
    <dgm:cxn modelId="{7ABAD1F5-0ECC-4DA3-A028-58C2DF17F4A2}" type="presParOf" srcId="{8056C56B-24EF-4185-9275-0569200A728F}" destId="{00FB6E01-EABA-4DC0-BA31-3D5276C65B3B}" srcOrd="1" destOrd="0" presId="urn:microsoft.com/office/officeart/2008/layout/HorizontalMultiLevelHierarchy"/>
    <dgm:cxn modelId="{6E5B82DA-7892-4FD9-AEBB-9E06DCC7442C}" type="presParOf" srcId="{3B7213A4-4365-42A4-9122-AFC227A98DB7}" destId="{4BC74C6A-A727-4FD8-8A8B-C55AF6E4ED33}" srcOrd="4" destOrd="0" presId="urn:microsoft.com/office/officeart/2008/layout/HorizontalMultiLevelHierarchy"/>
    <dgm:cxn modelId="{2CEC813B-22FE-4204-AC8D-032157858158}" type="presParOf" srcId="{4BC74C6A-A727-4FD8-8A8B-C55AF6E4ED33}" destId="{597564EC-E121-4C4E-B452-BC74BFF5A043}" srcOrd="0" destOrd="0" presId="urn:microsoft.com/office/officeart/2008/layout/HorizontalMultiLevelHierarchy"/>
    <dgm:cxn modelId="{EC839A88-D4D1-4742-BCCD-B51BBB5937EA}" type="presParOf" srcId="{3B7213A4-4365-42A4-9122-AFC227A98DB7}" destId="{99B3741D-06AC-448D-820F-32049ACC5E96}" srcOrd="5" destOrd="0" presId="urn:microsoft.com/office/officeart/2008/layout/HorizontalMultiLevelHierarchy"/>
    <dgm:cxn modelId="{2D794F0D-AAE9-4D50-8966-8EDACFD0E647}" type="presParOf" srcId="{99B3741D-06AC-448D-820F-32049ACC5E96}" destId="{B3A16A8D-BDEA-44E5-A062-78715E4B15B6}" srcOrd="0" destOrd="0" presId="urn:microsoft.com/office/officeart/2008/layout/HorizontalMultiLevelHierarchy"/>
    <dgm:cxn modelId="{888330B9-7FA9-4A52-95A8-42AFC9F93D5F}" type="presParOf" srcId="{99B3741D-06AC-448D-820F-32049ACC5E96}" destId="{C1A2CB94-7383-45D5-878E-4DF19BF33A3A}" srcOrd="1" destOrd="0" presId="urn:microsoft.com/office/officeart/2008/layout/HorizontalMultiLevelHierarchy"/>
    <dgm:cxn modelId="{F8C5290A-9DA7-4092-8BD4-B3B208B48E0B}" type="presParOf" srcId="{3B7213A4-4365-42A4-9122-AFC227A98DB7}" destId="{64F2D9ED-EB2C-4E20-890A-87B6433763BD}" srcOrd="6" destOrd="0" presId="urn:microsoft.com/office/officeart/2008/layout/HorizontalMultiLevelHierarchy"/>
    <dgm:cxn modelId="{FD119360-1D35-4DA8-820D-99ABA6FABFA2}" type="presParOf" srcId="{64F2D9ED-EB2C-4E20-890A-87B6433763BD}" destId="{F1F41947-56D6-4C31-BC5C-EA88A158B7D9}" srcOrd="0" destOrd="0" presId="urn:microsoft.com/office/officeart/2008/layout/HorizontalMultiLevelHierarchy"/>
    <dgm:cxn modelId="{25547B89-0262-44C3-95C5-9F605918E7B0}" type="presParOf" srcId="{3B7213A4-4365-42A4-9122-AFC227A98DB7}" destId="{2316CC16-F9B5-4BB3-876F-D05B745B546A}" srcOrd="7" destOrd="0" presId="urn:microsoft.com/office/officeart/2008/layout/HorizontalMultiLevelHierarchy"/>
    <dgm:cxn modelId="{8BB434C9-3A91-48C6-BD7A-5A442CC29698}" type="presParOf" srcId="{2316CC16-F9B5-4BB3-876F-D05B745B546A}" destId="{3A573B39-4F88-4D8B-A12B-B314D5D8B0ED}" srcOrd="0" destOrd="0" presId="urn:microsoft.com/office/officeart/2008/layout/HorizontalMultiLevelHierarchy"/>
    <dgm:cxn modelId="{D5C27C09-F034-4AA4-9CFA-2FFAE300EAA5}" type="presParOf" srcId="{2316CC16-F9B5-4BB3-876F-D05B745B546A}" destId="{0C536D60-2CE3-4C5A-A031-704DBD62AE8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Tenencia</a:t>
          </a:r>
          <a:endParaRPr lang="es-EC" dirty="0">
            <a:solidFill>
              <a:schemeClr val="bg1"/>
            </a:solidFill>
          </a:endParaRP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Seguros / Asistencia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Crédito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43C2C9CE-FB6B-4922-B62F-24129D0D74FE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Póliza</a:t>
          </a:r>
        </a:p>
      </dgm:t>
    </dgm:pt>
    <dgm:pt modelId="{062E7DA8-0F4D-4255-95A1-57CEFA146D1D}" type="par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182848E-C2F4-4CEA-ACAA-6EAAFCE1EE4B}" type="sib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B2DB83ED-41AF-4BCB-925B-2B612D563F67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Ahorro Meta</a:t>
          </a:r>
        </a:p>
      </dgm:t>
    </dgm:pt>
    <dgm:pt modelId="{D61E1BDC-FFB4-4FDA-9F8F-A2D38A22FC13}" type="par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5BE9560-3EDF-4CB5-9220-16F25EFEC07F}" type="sib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3A13E15-030F-42B2-A010-CCBD43D5DA6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Banca Virtual / Banca Virtual Empresa</a:t>
          </a:r>
        </a:p>
      </dgm:t>
    </dgm:pt>
    <dgm:pt modelId="{1BFF9B2F-01F0-4194-8B16-72C7004F37AD}" type="par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9858371F-9E0A-4784-A4B7-F1D338663087}" type="sib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DE09034-1577-4615-AE7A-187B4C369A9A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Hipotecario</a:t>
          </a:r>
        </a:p>
      </dgm:t>
    </dgm:pt>
    <dgm:pt modelId="{950148CB-A4C6-463D-AF37-AF261141D0EB}" type="par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F13E3D2-1026-4758-91E6-17B3CBDCA8B8}" type="sib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16B2B0C0-D172-4654-9D99-D2852EC4CFA1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ABF374F2-4CB1-46B4-979A-ECBEBF9BAFA7}" type="parTrans" cxnId="{25547487-328F-440B-BAEB-810D7AD4B2F5}">
      <dgm:prSet/>
      <dgm:spPr/>
      <dgm:t>
        <a:bodyPr/>
        <a:lstStyle/>
        <a:p>
          <a:endParaRPr lang="es-EC"/>
        </a:p>
      </dgm:t>
    </dgm:pt>
    <dgm:pt modelId="{E73ED498-8077-4B2E-A102-0F674DEBEF33}" type="sibTrans" cxnId="{25547487-328F-440B-BAEB-810D7AD4B2F5}">
      <dgm:prSet/>
      <dgm:spPr/>
      <dgm:t>
        <a:bodyPr/>
        <a:lstStyle/>
        <a:p>
          <a:endParaRPr lang="es-EC"/>
        </a:p>
      </dgm:t>
    </dgm:pt>
    <dgm:pt modelId="{7BCB4F2B-2C0E-403F-AF3F-F4997559D7C2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7F110B8-7B2B-427D-86A9-ACF09412107A}" type="parTrans" cxnId="{C614FA9D-7651-4335-8B83-28FF67641906}">
      <dgm:prSet/>
      <dgm:spPr/>
      <dgm:t>
        <a:bodyPr/>
        <a:lstStyle/>
        <a:p>
          <a:endParaRPr lang="es-EC"/>
        </a:p>
      </dgm:t>
    </dgm:pt>
    <dgm:pt modelId="{A428F139-A0A2-4747-896E-814EFD403340}" type="sibTrans" cxnId="{C614FA9D-7651-4335-8B83-28FF67641906}">
      <dgm:prSet/>
      <dgm:spPr/>
      <dgm:t>
        <a:bodyPr/>
        <a:lstStyle/>
        <a:p>
          <a:endParaRPr lang="es-EC"/>
        </a:p>
      </dgm:t>
    </dgm:pt>
    <dgm:pt modelId="{4449019E-5F48-4C4E-BEBB-1DC854A2EBB0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035DED43-4AA7-49AB-88CC-E9BBDECE6F7C}" type="parTrans" cxnId="{0CAA1325-70BB-430E-9F7F-5A8908DCC41B}">
      <dgm:prSet/>
      <dgm:spPr/>
      <dgm:t>
        <a:bodyPr/>
        <a:lstStyle/>
        <a:p>
          <a:endParaRPr lang="es-EC"/>
        </a:p>
      </dgm:t>
    </dgm:pt>
    <dgm:pt modelId="{8929A8A5-0F1E-497B-BC5D-05F6AA0DF934}" type="sibTrans" cxnId="{0CAA1325-70BB-430E-9F7F-5A8908DCC41B}">
      <dgm:prSet/>
      <dgm:spPr/>
      <dgm:t>
        <a:bodyPr/>
        <a:lstStyle/>
        <a:p>
          <a:endParaRPr lang="es-EC"/>
        </a:p>
      </dgm:t>
    </dgm:pt>
    <dgm:pt modelId="{0313EB74-B429-4CB9-95F6-8CFB81B76C68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EE00837F-B3CC-4783-9F8D-A80C3597D639}" type="parTrans" cxnId="{5EF81C63-3E1B-4896-B45B-A6114D3397A0}">
      <dgm:prSet/>
      <dgm:spPr/>
      <dgm:t>
        <a:bodyPr/>
        <a:lstStyle/>
        <a:p>
          <a:endParaRPr lang="es-EC"/>
        </a:p>
      </dgm:t>
    </dgm:pt>
    <dgm:pt modelId="{8E89B44C-C8BC-4ED1-99BF-47794AC7AAFD}" type="sibTrans" cxnId="{5EF81C63-3E1B-4896-B45B-A6114D3397A0}">
      <dgm:prSet/>
      <dgm:spPr/>
      <dgm:t>
        <a:bodyPr/>
        <a:lstStyle/>
        <a:p>
          <a:endParaRPr lang="es-EC"/>
        </a:p>
      </dgm:t>
    </dgm:pt>
    <dgm:pt modelId="{E1E94D8E-E4FD-4240-9ADC-9844FA970D07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9247856C-D1EC-443F-936D-CE12DBB4A1C8}" type="parTrans" cxnId="{575109A1-4D70-41A7-BACB-8349B82E8E8E}">
      <dgm:prSet/>
      <dgm:spPr/>
      <dgm:t>
        <a:bodyPr/>
        <a:lstStyle/>
        <a:p>
          <a:endParaRPr lang="es-EC"/>
        </a:p>
      </dgm:t>
    </dgm:pt>
    <dgm:pt modelId="{EAF3BE1C-EC4A-438E-B22E-A2F621206E3A}" type="sibTrans" cxnId="{575109A1-4D70-41A7-BACB-8349B82E8E8E}">
      <dgm:prSet/>
      <dgm:spPr/>
      <dgm:t>
        <a:bodyPr/>
        <a:lstStyle/>
        <a:p>
          <a:endParaRPr lang="es-EC"/>
        </a:p>
      </dgm:t>
    </dgm:pt>
    <dgm:pt modelId="{A3A1FE8C-7496-49F8-B766-DCCAF30981BE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1</a:t>
          </a:r>
        </a:p>
      </dgm:t>
    </dgm:pt>
    <dgm:pt modelId="{6DA1D3B5-533B-4BAD-A41D-E908CB0F7727}" type="parTrans" cxnId="{D4DCDC2C-2A5A-40B2-8839-5031AA3B5608}">
      <dgm:prSet/>
      <dgm:spPr/>
      <dgm:t>
        <a:bodyPr/>
        <a:lstStyle/>
        <a:p>
          <a:endParaRPr lang="es-EC"/>
        </a:p>
      </dgm:t>
    </dgm:pt>
    <dgm:pt modelId="{D21EB412-8B64-4513-B7A8-9C633DAE8C99}" type="sibTrans" cxnId="{D4DCDC2C-2A5A-40B2-8839-5031AA3B5608}">
      <dgm:prSet/>
      <dgm:spPr/>
      <dgm:t>
        <a:bodyPr/>
        <a:lstStyle/>
        <a:p>
          <a:endParaRPr lang="es-EC"/>
        </a:p>
      </dgm:t>
    </dgm:pt>
    <dgm:pt modelId="{76E5F0B1-562B-42DF-B903-2A7EC2CAB154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05036EF-F2EA-45A3-9758-C6103743FD8A}" type="parTrans" cxnId="{D44F7423-58E9-41A8-B2E5-E98BEC518BD9}">
      <dgm:prSet/>
      <dgm:spPr/>
      <dgm:t>
        <a:bodyPr/>
        <a:lstStyle/>
        <a:p>
          <a:endParaRPr lang="es-EC"/>
        </a:p>
      </dgm:t>
    </dgm:pt>
    <dgm:pt modelId="{75876B1E-75A3-482D-A1C7-0E0B073267C1}" type="sibTrans" cxnId="{D44F7423-58E9-41A8-B2E5-E98BEC518BD9}">
      <dgm:prSet/>
      <dgm:spPr/>
      <dgm:t>
        <a:bodyPr/>
        <a:lstStyle/>
        <a:p>
          <a:endParaRPr lang="es-EC"/>
        </a:p>
      </dgm:t>
    </dgm:pt>
    <dgm:pt modelId="{ADD42954-CA04-4EA9-A532-A2E6D808D922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631E13C-9583-4710-99FD-D736051CB300}" type="parTrans" cxnId="{859750BE-6E47-46F0-BA43-228A01DCDB16}">
      <dgm:prSet/>
      <dgm:spPr/>
      <dgm:t>
        <a:bodyPr/>
        <a:lstStyle/>
        <a:p>
          <a:endParaRPr lang="es-EC"/>
        </a:p>
      </dgm:t>
    </dgm:pt>
    <dgm:pt modelId="{643108D4-99BA-418F-90F5-B80F25249B41}" type="sibTrans" cxnId="{859750BE-6E47-46F0-BA43-228A01DCDB16}">
      <dgm:prSet/>
      <dgm:spPr/>
      <dgm:t>
        <a:bodyPr/>
        <a:lstStyle/>
        <a:p>
          <a:endParaRPr lang="es-EC"/>
        </a:p>
      </dgm:t>
    </dgm:pt>
    <dgm:pt modelId="{267DEB60-AA5D-4877-BFDA-475A8A2CA7E5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A4C417C4-3106-4665-982C-919AD14C2E94}" type="parTrans" cxnId="{18F3E4A2-449A-43FF-9978-D8635F1EA7B7}">
      <dgm:prSet/>
      <dgm:spPr/>
      <dgm:t>
        <a:bodyPr/>
        <a:lstStyle/>
        <a:p>
          <a:endParaRPr lang="es-EC"/>
        </a:p>
      </dgm:t>
    </dgm:pt>
    <dgm:pt modelId="{0327D70D-D201-4E15-95D0-979A3AFF6CA9}" type="sibTrans" cxnId="{18F3E4A2-449A-43FF-9978-D8635F1EA7B7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9"/>
      <dgm:spPr/>
    </dgm:pt>
    <dgm:pt modelId="{81E432F6-3EF7-4549-811C-B578FA37B5ED}" type="pres">
      <dgm:prSet presAssocID="{DC92EE81-E160-409C-8D57-13731F9F37AC}" presName="connTx" presStyleLbl="parChTrans1D2" presStyleIdx="0" presStyleCnt="9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9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4B05A99A-E246-46F2-AB3A-026B7D4A2E61}" type="pres">
      <dgm:prSet presAssocID="{ABF374F2-4CB1-46B4-979A-ECBEBF9BAFA7}" presName="conn2-1" presStyleLbl="parChTrans1D3" presStyleIdx="0" presStyleCnt="9"/>
      <dgm:spPr/>
    </dgm:pt>
    <dgm:pt modelId="{1A1833A3-A14C-49DB-8540-B7B88BCFFCBF}" type="pres">
      <dgm:prSet presAssocID="{ABF374F2-4CB1-46B4-979A-ECBEBF9BAFA7}" presName="connTx" presStyleLbl="parChTrans1D3" presStyleIdx="0" presStyleCnt="9"/>
      <dgm:spPr/>
    </dgm:pt>
    <dgm:pt modelId="{33FB4D3F-7341-45AD-8221-ADB5A751C83D}" type="pres">
      <dgm:prSet presAssocID="{16B2B0C0-D172-4654-9D99-D2852EC4CFA1}" presName="root2" presStyleCnt="0"/>
      <dgm:spPr/>
    </dgm:pt>
    <dgm:pt modelId="{A4C45FEA-92CF-410A-BAE6-F2E78B0126BC}" type="pres">
      <dgm:prSet presAssocID="{16B2B0C0-D172-4654-9D99-D2852EC4CFA1}" presName="LevelTwoTextNode" presStyleLbl="node3" presStyleIdx="0" presStyleCnt="9" custScaleX="42424">
        <dgm:presLayoutVars>
          <dgm:chPref val="3"/>
        </dgm:presLayoutVars>
      </dgm:prSet>
      <dgm:spPr/>
    </dgm:pt>
    <dgm:pt modelId="{02E653AD-846B-40EE-88C1-4A9603228BF4}" type="pres">
      <dgm:prSet presAssocID="{16B2B0C0-D172-4654-9D99-D2852EC4CFA1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9"/>
      <dgm:spPr/>
    </dgm:pt>
    <dgm:pt modelId="{37CD627C-8293-4029-B114-AA7B7535644E}" type="pres">
      <dgm:prSet presAssocID="{1EAAA8DD-4A75-4985-B423-64C84D4EE993}" presName="connTx" presStyleLbl="parChTrans1D2" presStyleIdx="1" presStyleCnt="9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9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AED007FA-37FB-4F86-89CC-6C075822185A}" type="pres">
      <dgm:prSet presAssocID="{17F110B8-7B2B-427D-86A9-ACF09412107A}" presName="conn2-1" presStyleLbl="parChTrans1D3" presStyleIdx="1" presStyleCnt="9"/>
      <dgm:spPr/>
    </dgm:pt>
    <dgm:pt modelId="{4E1697FD-949A-4496-B738-4CCBFEEB4FC9}" type="pres">
      <dgm:prSet presAssocID="{17F110B8-7B2B-427D-86A9-ACF09412107A}" presName="connTx" presStyleLbl="parChTrans1D3" presStyleIdx="1" presStyleCnt="9"/>
      <dgm:spPr/>
    </dgm:pt>
    <dgm:pt modelId="{B309A9B0-A9E6-4D25-B6A7-4C4990A8942E}" type="pres">
      <dgm:prSet presAssocID="{7BCB4F2B-2C0E-403F-AF3F-F4997559D7C2}" presName="root2" presStyleCnt="0"/>
      <dgm:spPr/>
    </dgm:pt>
    <dgm:pt modelId="{1940D8D1-D8D2-44B3-97F1-1DE66184A9F5}" type="pres">
      <dgm:prSet presAssocID="{7BCB4F2B-2C0E-403F-AF3F-F4997559D7C2}" presName="LevelTwoTextNode" presStyleLbl="node3" presStyleIdx="1" presStyleCnt="9" custScaleX="42424">
        <dgm:presLayoutVars>
          <dgm:chPref val="3"/>
        </dgm:presLayoutVars>
      </dgm:prSet>
      <dgm:spPr/>
    </dgm:pt>
    <dgm:pt modelId="{4DC3BA15-DFDF-48F3-9D40-2ACF7FB90C91}" type="pres">
      <dgm:prSet presAssocID="{7BCB4F2B-2C0E-403F-AF3F-F4997559D7C2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9"/>
      <dgm:spPr/>
    </dgm:pt>
    <dgm:pt modelId="{CE810C7E-C3EF-4168-95BF-2980E8095076}" type="pres">
      <dgm:prSet presAssocID="{6A43294B-A1CB-4D6F-B453-0FF0E5776867}" presName="connTx" presStyleLbl="parChTrans1D2" presStyleIdx="2" presStyleCnt="9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9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B2B4A0BD-CC93-4FCA-BF75-A830AFB73DEC}" type="pres">
      <dgm:prSet presAssocID="{035DED43-4AA7-49AB-88CC-E9BBDECE6F7C}" presName="conn2-1" presStyleLbl="parChTrans1D3" presStyleIdx="2" presStyleCnt="9"/>
      <dgm:spPr/>
    </dgm:pt>
    <dgm:pt modelId="{C8CAE5BF-C719-4C4D-9AE0-77BA947CFC9F}" type="pres">
      <dgm:prSet presAssocID="{035DED43-4AA7-49AB-88CC-E9BBDECE6F7C}" presName="connTx" presStyleLbl="parChTrans1D3" presStyleIdx="2" presStyleCnt="9"/>
      <dgm:spPr/>
    </dgm:pt>
    <dgm:pt modelId="{5231981C-03B0-450C-944E-E012795E1ACC}" type="pres">
      <dgm:prSet presAssocID="{4449019E-5F48-4C4E-BEBB-1DC854A2EBB0}" presName="root2" presStyleCnt="0"/>
      <dgm:spPr/>
    </dgm:pt>
    <dgm:pt modelId="{628A2A3E-5D89-4597-B4EF-9A03E6CD111F}" type="pres">
      <dgm:prSet presAssocID="{4449019E-5F48-4C4E-BEBB-1DC854A2EBB0}" presName="LevelTwoTextNode" presStyleLbl="node3" presStyleIdx="2" presStyleCnt="9" custScaleX="42424">
        <dgm:presLayoutVars>
          <dgm:chPref val="3"/>
        </dgm:presLayoutVars>
      </dgm:prSet>
      <dgm:spPr/>
    </dgm:pt>
    <dgm:pt modelId="{2A01DE46-9362-4F1A-AB54-B6FA4E5B9E4B}" type="pres">
      <dgm:prSet presAssocID="{4449019E-5F48-4C4E-BEBB-1DC854A2EBB0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9"/>
      <dgm:spPr/>
    </dgm:pt>
    <dgm:pt modelId="{B1DAB71E-6E0D-4893-9248-FF2AC3D62576}" type="pres">
      <dgm:prSet presAssocID="{8BE22E42-DB0A-4790-87BD-8B0CEA94CA04}" presName="connTx" presStyleLbl="parChTrans1D2" presStyleIdx="3" presStyleCnt="9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9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8CC5F557-42F1-4B0B-AC0D-0C0CBF6ED1B3}" type="pres">
      <dgm:prSet presAssocID="{EE00837F-B3CC-4783-9F8D-A80C3597D639}" presName="conn2-1" presStyleLbl="parChTrans1D3" presStyleIdx="3" presStyleCnt="9"/>
      <dgm:spPr/>
    </dgm:pt>
    <dgm:pt modelId="{E585CA63-65E2-4911-8756-8FE26BB94D1B}" type="pres">
      <dgm:prSet presAssocID="{EE00837F-B3CC-4783-9F8D-A80C3597D639}" presName="connTx" presStyleLbl="parChTrans1D3" presStyleIdx="3" presStyleCnt="9"/>
      <dgm:spPr/>
    </dgm:pt>
    <dgm:pt modelId="{374F112A-1E22-4716-B446-29EF895994F2}" type="pres">
      <dgm:prSet presAssocID="{0313EB74-B429-4CB9-95F6-8CFB81B76C68}" presName="root2" presStyleCnt="0"/>
      <dgm:spPr/>
    </dgm:pt>
    <dgm:pt modelId="{BF0809FD-2D3B-44DC-9B5F-F7279B419970}" type="pres">
      <dgm:prSet presAssocID="{0313EB74-B429-4CB9-95F6-8CFB81B76C68}" presName="LevelTwoTextNode" presStyleLbl="node3" presStyleIdx="3" presStyleCnt="9" custScaleX="42424">
        <dgm:presLayoutVars>
          <dgm:chPref val="3"/>
        </dgm:presLayoutVars>
      </dgm:prSet>
      <dgm:spPr/>
    </dgm:pt>
    <dgm:pt modelId="{0C66CF0C-2C64-4CB0-A1FC-B43CAF637CB7}" type="pres">
      <dgm:prSet presAssocID="{0313EB74-B429-4CB9-95F6-8CFB81B76C68}" presName="level3hierChild" presStyleCnt="0"/>
      <dgm:spPr/>
    </dgm:pt>
    <dgm:pt modelId="{FE9BAB8F-E46F-4F0B-9F5C-E8662C1E6217}" type="pres">
      <dgm:prSet presAssocID="{062E7DA8-0F4D-4255-95A1-57CEFA146D1D}" presName="conn2-1" presStyleLbl="parChTrans1D2" presStyleIdx="4" presStyleCnt="9"/>
      <dgm:spPr/>
    </dgm:pt>
    <dgm:pt modelId="{BF41CCA9-4415-4941-A18B-00E2CD618542}" type="pres">
      <dgm:prSet presAssocID="{062E7DA8-0F4D-4255-95A1-57CEFA146D1D}" presName="connTx" presStyleLbl="parChTrans1D2" presStyleIdx="4" presStyleCnt="9"/>
      <dgm:spPr/>
    </dgm:pt>
    <dgm:pt modelId="{793784E1-95B3-48EF-A4BD-64F431A89F0C}" type="pres">
      <dgm:prSet presAssocID="{43C2C9CE-FB6B-4922-B62F-24129D0D74FE}" presName="root2" presStyleCnt="0"/>
      <dgm:spPr/>
    </dgm:pt>
    <dgm:pt modelId="{DAE82DBF-0D60-41F0-896E-3650DCF6B75A}" type="pres">
      <dgm:prSet presAssocID="{43C2C9CE-FB6B-4922-B62F-24129D0D74FE}" presName="LevelTwoTextNode" presStyleLbl="node2" presStyleIdx="4" presStyleCnt="9">
        <dgm:presLayoutVars>
          <dgm:chPref val="3"/>
        </dgm:presLayoutVars>
      </dgm:prSet>
      <dgm:spPr/>
    </dgm:pt>
    <dgm:pt modelId="{886F5094-6F41-45A7-A523-4206CD241528}" type="pres">
      <dgm:prSet presAssocID="{43C2C9CE-FB6B-4922-B62F-24129D0D74FE}" presName="level3hierChild" presStyleCnt="0"/>
      <dgm:spPr/>
    </dgm:pt>
    <dgm:pt modelId="{242DFC76-2C2F-4E5B-A434-3069E266996F}" type="pres">
      <dgm:prSet presAssocID="{9247856C-D1EC-443F-936D-CE12DBB4A1C8}" presName="conn2-1" presStyleLbl="parChTrans1D3" presStyleIdx="4" presStyleCnt="9"/>
      <dgm:spPr/>
    </dgm:pt>
    <dgm:pt modelId="{74B3A296-039B-4BED-BB61-0FBB83070830}" type="pres">
      <dgm:prSet presAssocID="{9247856C-D1EC-443F-936D-CE12DBB4A1C8}" presName="connTx" presStyleLbl="parChTrans1D3" presStyleIdx="4" presStyleCnt="9"/>
      <dgm:spPr/>
    </dgm:pt>
    <dgm:pt modelId="{E915C2A4-D7E7-4FE9-B6D3-EB9C04A7D83D}" type="pres">
      <dgm:prSet presAssocID="{E1E94D8E-E4FD-4240-9ADC-9844FA970D07}" presName="root2" presStyleCnt="0"/>
      <dgm:spPr/>
    </dgm:pt>
    <dgm:pt modelId="{28608C39-3F6E-4FF4-B46E-25405EEBF80D}" type="pres">
      <dgm:prSet presAssocID="{E1E94D8E-E4FD-4240-9ADC-9844FA970D07}" presName="LevelTwoTextNode" presStyleLbl="node3" presStyleIdx="4" presStyleCnt="9" custScaleX="42424">
        <dgm:presLayoutVars>
          <dgm:chPref val="3"/>
        </dgm:presLayoutVars>
      </dgm:prSet>
      <dgm:spPr/>
    </dgm:pt>
    <dgm:pt modelId="{26160947-2AE9-4FC0-9084-1CB0F9F67213}" type="pres">
      <dgm:prSet presAssocID="{E1E94D8E-E4FD-4240-9ADC-9844FA970D07}" presName="level3hierChild" presStyleCnt="0"/>
      <dgm:spPr/>
    </dgm:pt>
    <dgm:pt modelId="{F7C38909-BE07-464E-834D-BDCFBA258100}" type="pres">
      <dgm:prSet presAssocID="{D61E1BDC-FFB4-4FDA-9F8F-A2D38A22FC13}" presName="conn2-1" presStyleLbl="parChTrans1D2" presStyleIdx="5" presStyleCnt="9"/>
      <dgm:spPr/>
    </dgm:pt>
    <dgm:pt modelId="{2D59348E-CC92-4EDA-8DAB-F0153DE00DFE}" type="pres">
      <dgm:prSet presAssocID="{D61E1BDC-FFB4-4FDA-9F8F-A2D38A22FC13}" presName="connTx" presStyleLbl="parChTrans1D2" presStyleIdx="5" presStyleCnt="9"/>
      <dgm:spPr/>
    </dgm:pt>
    <dgm:pt modelId="{09E3E5F7-6710-42A6-8755-1B392952BE7A}" type="pres">
      <dgm:prSet presAssocID="{B2DB83ED-41AF-4BCB-925B-2B612D563F67}" presName="root2" presStyleCnt="0"/>
      <dgm:spPr/>
    </dgm:pt>
    <dgm:pt modelId="{FDF91A2A-2A66-4C6C-A86A-CDF4326DA8EE}" type="pres">
      <dgm:prSet presAssocID="{B2DB83ED-41AF-4BCB-925B-2B612D563F67}" presName="LevelTwoTextNode" presStyleLbl="node2" presStyleIdx="5" presStyleCnt="9">
        <dgm:presLayoutVars>
          <dgm:chPref val="3"/>
        </dgm:presLayoutVars>
      </dgm:prSet>
      <dgm:spPr/>
    </dgm:pt>
    <dgm:pt modelId="{CF943F71-00A5-4A37-9AA2-340A74FF6AAC}" type="pres">
      <dgm:prSet presAssocID="{B2DB83ED-41AF-4BCB-925B-2B612D563F67}" presName="level3hierChild" presStyleCnt="0"/>
      <dgm:spPr/>
    </dgm:pt>
    <dgm:pt modelId="{23D8B84C-DB91-4AEA-97CC-CAEF5977E10D}" type="pres">
      <dgm:prSet presAssocID="{6DA1D3B5-533B-4BAD-A41D-E908CB0F7727}" presName="conn2-1" presStyleLbl="parChTrans1D3" presStyleIdx="5" presStyleCnt="9"/>
      <dgm:spPr/>
    </dgm:pt>
    <dgm:pt modelId="{7FFF7573-A8D6-42B9-9666-DB5CFBDC6547}" type="pres">
      <dgm:prSet presAssocID="{6DA1D3B5-533B-4BAD-A41D-E908CB0F7727}" presName="connTx" presStyleLbl="parChTrans1D3" presStyleIdx="5" presStyleCnt="9"/>
      <dgm:spPr/>
    </dgm:pt>
    <dgm:pt modelId="{521A8223-8E74-441D-ACBA-482867AB3D23}" type="pres">
      <dgm:prSet presAssocID="{A3A1FE8C-7496-49F8-B766-DCCAF30981BE}" presName="root2" presStyleCnt="0"/>
      <dgm:spPr/>
    </dgm:pt>
    <dgm:pt modelId="{90A1B84C-1E56-49A9-89CD-6FECF2BA6A56}" type="pres">
      <dgm:prSet presAssocID="{A3A1FE8C-7496-49F8-B766-DCCAF30981BE}" presName="LevelTwoTextNode" presStyleLbl="node3" presStyleIdx="5" presStyleCnt="9" custScaleX="42424">
        <dgm:presLayoutVars>
          <dgm:chPref val="3"/>
        </dgm:presLayoutVars>
      </dgm:prSet>
      <dgm:spPr/>
    </dgm:pt>
    <dgm:pt modelId="{D1329FED-B27A-46B6-AE43-3C67A89004F0}" type="pres">
      <dgm:prSet presAssocID="{A3A1FE8C-7496-49F8-B766-DCCAF30981BE}" presName="level3hierChild" presStyleCnt="0"/>
      <dgm:spPr/>
    </dgm:pt>
    <dgm:pt modelId="{EA21B7AA-9486-4067-B349-50CE4D95F9B9}" type="pres">
      <dgm:prSet presAssocID="{950148CB-A4C6-463D-AF37-AF261141D0EB}" presName="conn2-1" presStyleLbl="parChTrans1D2" presStyleIdx="6" presStyleCnt="9"/>
      <dgm:spPr/>
    </dgm:pt>
    <dgm:pt modelId="{46C640A8-4221-49EA-B21F-B4D90F5A805F}" type="pres">
      <dgm:prSet presAssocID="{950148CB-A4C6-463D-AF37-AF261141D0EB}" presName="connTx" presStyleLbl="parChTrans1D2" presStyleIdx="6" presStyleCnt="9"/>
      <dgm:spPr/>
    </dgm:pt>
    <dgm:pt modelId="{CBEFB087-3B44-44CC-8A65-30A263DE3FA7}" type="pres">
      <dgm:prSet presAssocID="{DDE09034-1577-4615-AE7A-187B4C369A9A}" presName="root2" presStyleCnt="0"/>
      <dgm:spPr/>
    </dgm:pt>
    <dgm:pt modelId="{C3BAA938-E657-4B3A-9C99-A24D140B8CBB}" type="pres">
      <dgm:prSet presAssocID="{DDE09034-1577-4615-AE7A-187B4C369A9A}" presName="LevelTwoTextNode" presStyleLbl="node2" presStyleIdx="6" presStyleCnt="9">
        <dgm:presLayoutVars>
          <dgm:chPref val="3"/>
        </dgm:presLayoutVars>
      </dgm:prSet>
      <dgm:spPr/>
    </dgm:pt>
    <dgm:pt modelId="{803DB0ED-84B8-46AD-A2BD-DD3B28A4BD05}" type="pres">
      <dgm:prSet presAssocID="{DDE09034-1577-4615-AE7A-187B4C369A9A}" presName="level3hierChild" presStyleCnt="0"/>
      <dgm:spPr/>
    </dgm:pt>
    <dgm:pt modelId="{BDCFE27E-26F6-4FD4-8AE4-8BC51FEBD9BF}" type="pres">
      <dgm:prSet presAssocID="{105036EF-F2EA-45A3-9758-C6103743FD8A}" presName="conn2-1" presStyleLbl="parChTrans1D3" presStyleIdx="6" presStyleCnt="9"/>
      <dgm:spPr/>
    </dgm:pt>
    <dgm:pt modelId="{BE53E4A3-A7BA-474B-AAD8-631FD88E8582}" type="pres">
      <dgm:prSet presAssocID="{105036EF-F2EA-45A3-9758-C6103743FD8A}" presName="connTx" presStyleLbl="parChTrans1D3" presStyleIdx="6" presStyleCnt="9"/>
      <dgm:spPr/>
    </dgm:pt>
    <dgm:pt modelId="{7CFB584A-284A-463D-8F4D-F9C229B8245A}" type="pres">
      <dgm:prSet presAssocID="{76E5F0B1-562B-42DF-B903-2A7EC2CAB154}" presName="root2" presStyleCnt="0"/>
      <dgm:spPr/>
    </dgm:pt>
    <dgm:pt modelId="{F8F523A0-50B5-49B0-870A-BBD6A436C9F3}" type="pres">
      <dgm:prSet presAssocID="{76E5F0B1-562B-42DF-B903-2A7EC2CAB154}" presName="LevelTwoTextNode" presStyleLbl="node3" presStyleIdx="6" presStyleCnt="9" custScaleX="42424">
        <dgm:presLayoutVars>
          <dgm:chPref val="3"/>
        </dgm:presLayoutVars>
      </dgm:prSet>
      <dgm:spPr/>
    </dgm:pt>
    <dgm:pt modelId="{A265BCA6-A9E8-4BB4-BF49-1AA28A2546EF}" type="pres">
      <dgm:prSet presAssocID="{76E5F0B1-562B-42DF-B903-2A7EC2CAB154}" presName="level3hierChild" presStyleCnt="0"/>
      <dgm:spPr/>
    </dgm:pt>
    <dgm:pt modelId="{E7448DA2-ABEA-4A21-9757-53D581D7F3FD}" type="pres">
      <dgm:prSet presAssocID="{402FF5D2-6E69-442B-87ED-AF119AB98C9A}" presName="conn2-1" presStyleLbl="parChTrans1D2" presStyleIdx="7" presStyleCnt="9"/>
      <dgm:spPr/>
    </dgm:pt>
    <dgm:pt modelId="{E3D0D3B2-09CA-4905-A15A-B5077E79086E}" type="pres">
      <dgm:prSet presAssocID="{402FF5D2-6E69-442B-87ED-AF119AB98C9A}" presName="connTx" presStyleLbl="parChTrans1D2" presStyleIdx="7" presStyleCnt="9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2" presStyleIdx="7" presStyleCnt="9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0D8E187A-7BFB-4E86-8920-897B6EBBCC7D}" type="pres">
      <dgm:prSet presAssocID="{1631E13C-9583-4710-99FD-D736051CB300}" presName="conn2-1" presStyleLbl="parChTrans1D3" presStyleIdx="7" presStyleCnt="9"/>
      <dgm:spPr/>
    </dgm:pt>
    <dgm:pt modelId="{8DCBB455-9808-4CB7-8DB9-5E8D68607B45}" type="pres">
      <dgm:prSet presAssocID="{1631E13C-9583-4710-99FD-D736051CB300}" presName="connTx" presStyleLbl="parChTrans1D3" presStyleIdx="7" presStyleCnt="9"/>
      <dgm:spPr/>
    </dgm:pt>
    <dgm:pt modelId="{6D16900C-6DB7-48C3-A7D0-561CAEE972C0}" type="pres">
      <dgm:prSet presAssocID="{ADD42954-CA04-4EA9-A532-A2E6D808D922}" presName="root2" presStyleCnt="0"/>
      <dgm:spPr/>
    </dgm:pt>
    <dgm:pt modelId="{676AE3D0-5F4C-4EE7-B7E9-D1E6FBA3729D}" type="pres">
      <dgm:prSet presAssocID="{ADD42954-CA04-4EA9-A532-A2E6D808D922}" presName="LevelTwoTextNode" presStyleLbl="node3" presStyleIdx="7" presStyleCnt="9" custScaleX="42424">
        <dgm:presLayoutVars>
          <dgm:chPref val="3"/>
        </dgm:presLayoutVars>
      </dgm:prSet>
      <dgm:spPr/>
    </dgm:pt>
    <dgm:pt modelId="{5E927D94-D12B-44F7-9F08-27A62E0A8AEC}" type="pres">
      <dgm:prSet presAssocID="{ADD42954-CA04-4EA9-A532-A2E6D808D922}" presName="level3hierChild" presStyleCnt="0"/>
      <dgm:spPr/>
    </dgm:pt>
    <dgm:pt modelId="{88664CCB-9214-4D82-86B3-EFDDCFEAF4FB}" type="pres">
      <dgm:prSet presAssocID="{1BFF9B2F-01F0-4194-8B16-72C7004F37AD}" presName="conn2-1" presStyleLbl="parChTrans1D2" presStyleIdx="8" presStyleCnt="9"/>
      <dgm:spPr/>
    </dgm:pt>
    <dgm:pt modelId="{EE83F653-B2FA-4D4B-85D3-D5575E7023AC}" type="pres">
      <dgm:prSet presAssocID="{1BFF9B2F-01F0-4194-8B16-72C7004F37AD}" presName="connTx" presStyleLbl="parChTrans1D2" presStyleIdx="8" presStyleCnt="9"/>
      <dgm:spPr/>
    </dgm:pt>
    <dgm:pt modelId="{9F7A3BE1-8606-43FD-B7EE-7A3DFB935645}" type="pres">
      <dgm:prSet presAssocID="{63A13E15-030F-42B2-A010-CCBD43D5DA68}" presName="root2" presStyleCnt="0"/>
      <dgm:spPr/>
    </dgm:pt>
    <dgm:pt modelId="{93341C07-B5F1-4CC7-BB14-0920D0E784AE}" type="pres">
      <dgm:prSet presAssocID="{63A13E15-030F-42B2-A010-CCBD43D5DA68}" presName="LevelTwoTextNode" presStyleLbl="node2" presStyleIdx="8" presStyleCnt="9">
        <dgm:presLayoutVars>
          <dgm:chPref val="3"/>
        </dgm:presLayoutVars>
      </dgm:prSet>
      <dgm:spPr/>
    </dgm:pt>
    <dgm:pt modelId="{6D0F1497-A2DD-48C8-9967-E8CCD380CFE3}" type="pres">
      <dgm:prSet presAssocID="{63A13E15-030F-42B2-A010-CCBD43D5DA68}" presName="level3hierChild" presStyleCnt="0"/>
      <dgm:spPr/>
    </dgm:pt>
    <dgm:pt modelId="{35E7EF1D-6146-4506-8EDE-65ACDE987B1F}" type="pres">
      <dgm:prSet presAssocID="{A4C417C4-3106-4665-982C-919AD14C2E94}" presName="conn2-1" presStyleLbl="parChTrans1D3" presStyleIdx="8" presStyleCnt="9"/>
      <dgm:spPr/>
    </dgm:pt>
    <dgm:pt modelId="{1C84CC54-3924-4BEC-8A67-8AE6C71DC410}" type="pres">
      <dgm:prSet presAssocID="{A4C417C4-3106-4665-982C-919AD14C2E94}" presName="connTx" presStyleLbl="parChTrans1D3" presStyleIdx="8" presStyleCnt="9"/>
      <dgm:spPr/>
    </dgm:pt>
    <dgm:pt modelId="{69C64E1E-D40F-4B48-9D22-81718089A58F}" type="pres">
      <dgm:prSet presAssocID="{267DEB60-AA5D-4877-BFDA-475A8A2CA7E5}" presName="root2" presStyleCnt="0"/>
      <dgm:spPr/>
    </dgm:pt>
    <dgm:pt modelId="{64157383-8302-466E-B954-AC5434009D24}" type="pres">
      <dgm:prSet presAssocID="{267DEB60-AA5D-4877-BFDA-475A8A2CA7E5}" presName="LevelTwoTextNode" presStyleLbl="node3" presStyleIdx="8" presStyleCnt="9" custScaleX="42424">
        <dgm:presLayoutVars>
          <dgm:chPref val="3"/>
        </dgm:presLayoutVars>
      </dgm:prSet>
      <dgm:spPr/>
    </dgm:pt>
    <dgm:pt modelId="{B6C93CC5-B961-4E3E-81AA-3CA24892CC14}" type="pres">
      <dgm:prSet presAssocID="{267DEB60-AA5D-4877-BFDA-475A8A2CA7E5}" presName="level3hierChild" presStyleCnt="0"/>
      <dgm:spPr/>
    </dgm:pt>
  </dgm:ptLst>
  <dgm:cxnLst>
    <dgm:cxn modelId="{6734E301-4BB8-4293-980C-0BCB01C3A229}" type="presOf" srcId="{ABF374F2-4CB1-46B4-979A-ECBEBF9BAFA7}" destId="{4B05A99A-E246-46F2-AB3A-026B7D4A2E61}" srcOrd="0" destOrd="0" presId="urn:microsoft.com/office/officeart/2008/layout/HorizontalMultiLevelHierarchy"/>
    <dgm:cxn modelId="{8267B205-9E75-4E38-90C1-FAFC1235EE0E}" type="presOf" srcId="{63A13E15-030F-42B2-A010-CCBD43D5DA68}" destId="{93341C07-B5F1-4CC7-BB14-0920D0E784AE}" srcOrd="0" destOrd="0" presId="urn:microsoft.com/office/officeart/2008/layout/HorizontalMultiLevelHierarchy"/>
    <dgm:cxn modelId="{40B10C0A-0ADE-4790-BDA8-FC153F53AEC3}" type="presOf" srcId="{062E7DA8-0F4D-4255-95A1-57CEFA146D1D}" destId="{BF41CCA9-4415-4941-A18B-00E2CD618542}" srcOrd="1" destOrd="0" presId="urn:microsoft.com/office/officeart/2008/layout/HorizontalMultiLevelHierarchy"/>
    <dgm:cxn modelId="{348AFB0A-9BF6-4672-AB7F-283A6551FC7C}" srcId="{F8A4306D-2EA6-4060-9C81-584FC924A72D}" destId="{07CF0387-B6A7-46F6-8D80-6515DE1A07FD}" srcOrd="7" destOrd="0" parTransId="{402FF5D2-6E69-442B-87ED-AF119AB98C9A}" sibTransId="{FD08B8F3-3B0B-4311-A42C-F673A29231EB}"/>
    <dgm:cxn modelId="{57F2350C-0264-48F1-9060-E8085306639D}" type="presOf" srcId="{A3A1FE8C-7496-49F8-B766-DCCAF30981BE}" destId="{90A1B84C-1E56-49A9-89CD-6FECF2BA6A56}" srcOrd="0" destOrd="0" presId="urn:microsoft.com/office/officeart/2008/layout/HorizontalMultiLevelHierarchy"/>
    <dgm:cxn modelId="{EE2FC10D-C558-4DA7-8CFC-527DCA5952B5}" type="presOf" srcId="{D386F11A-1804-40C3-B4C6-97A93DDDA638}" destId="{B2ADA6F2-50C6-4A88-AAA9-37F38027290A}" srcOrd="0" destOrd="0" presId="urn:microsoft.com/office/officeart/2008/layout/HorizontalMultiLevelHierarchy"/>
    <dgm:cxn modelId="{9D2F9212-63AD-41CA-BB93-C92B66DD35BF}" type="presOf" srcId="{ED807E35-B5D3-4BCB-9B29-5888EC2127F1}" destId="{BEDCAB73-F473-4593-A1D1-34DA9B04C965}" srcOrd="0" destOrd="0" presId="urn:microsoft.com/office/officeart/2008/layout/HorizontalMultiLevelHierarchy"/>
    <dgm:cxn modelId="{E8151D16-C9A2-4B11-8457-1B121F2554F2}" type="presOf" srcId="{EE00837F-B3CC-4783-9F8D-A80C3597D639}" destId="{8CC5F557-42F1-4B0B-AC0D-0C0CBF6ED1B3}" srcOrd="0" destOrd="0" presId="urn:microsoft.com/office/officeart/2008/layout/HorizontalMultiLevelHierarchy"/>
    <dgm:cxn modelId="{E26D7718-FB10-4351-83E5-CC20E9847B7D}" type="presOf" srcId="{E1E94D8E-E4FD-4240-9ADC-9844FA970D07}" destId="{28608C39-3F6E-4FF4-B46E-25405EEBF80D}" srcOrd="0" destOrd="0" presId="urn:microsoft.com/office/officeart/2008/layout/HorizontalMultiLevelHierarchy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D44F7423-58E9-41A8-B2E5-E98BEC518BD9}" srcId="{DDE09034-1577-4615-AE7A-187B4C369A9A}" destId="{76E5F0B1-562B-42DF-B903-2A7EC2CAB154}" srcOrd="0" destOrd="0" parTransId="{105036EF-F2EA-45A3-9758-C6103743FD8A}" sibTransId="{75876B1E-75A3-482D-A1C7-0E0B073267C1}"/>
    <dgm:cxn modelId="{0CAA1325-70BB-430E-9F7F-5A8908DCC41B}" srcId="{8DCCF5A1-F5D2-48CE-BA98-5C85D6801254}" destId="{4449019E-5F48-4C4E-BEBB-1DC854A2EBB0}" srcOrd="0" destOrd="0" parTransId="{035DED43-4AA7-49AB-88CC-E9BBDECE6F7C}" sibTransId="{8929A8A5-0F1E-497B-BC5D-05F6AA0DF934}"/>
    <dgm:cxn modelId="{A8C7402A-044C-468D-8C72-3A578ABB2DC7}" type="presOf" srcId="{B2DB83ED-41AF-4BCB-925B-2B612D563F67}" destId="{FDF91A2A-2A66-4C6C-A86A-CDF4326DA8EE}" srcOrd="0" destOrd="0" presId="urn:microsoft.com/office/officeart/2008/layout/HorizontalMultiLevelHierarchy"/>
    <dgm:cxn modelId="{E2A1812B-B566-4452-A318-F257D9710E98}" type="presOf" srcId="{402FF5D2-6E69-442B-87ED-AF119AB98C9A}" destId="{E7448DA2-ABEA-4A21-9757-53D581D7F3FD}" srcOrd="0" destOrd="0" presId="urn:microsoft.com/office/officeart/2008/layout/HorizontalMultiLevelHierarchy"/>
    <dgm:cxn modelId="{D4DCDC2C-2A5A-40B2-8839-5031AA3B5608}" srcId="{B2DB83ED-41AF-4BCB-925B-2B612D563F67}" destId="{A3A1FE8C-7496-49F8-B766-DCCAF30981BE}" srcOrd="0" destOrd="0" parTransId="{6DA1D3B5-533B-4BAD-A41D-E908CB0F7727}" sibTransId="{D21EB412-8B64-4513-B7A8-9C633DAE8C99}"/>
    <dgm:cxn modelId="{FC2E4A2E-A600-409F-A458-65134D010CC1}" type="presOf" srcId="{43C2C9CE-FB6B-4922-B62F-24129D0D74FE}" destId="{DAE82DBF-0D60-41F0-896E-3650DCF6B75A}" srcOrd="0" destOrd="0" presId="urn:microsoft.com/office/officeart/2008/layout/HorizontalMultiLevelHierarchy"/>
    <dgm:cxn modelId="{9F6CEF37-E626-4422-9423-1D58FA58B9FF}" type="presOf" srcId="{0313EB74-B429-4CB9-95F6-8CFB81B76C68}" destId="{BF0809FD-2D3B-44DC-9B5F-F7279B419970}" srcOrd="0" destOrd="0" presId="urn:microsoft.com/office/officeart/2008/layout/HorizontalMultiLevelHierarchy"/>
    <dgm:cxn modelId="{C30B923B-CC88-4AE9-9706-CBFE5E144BA6}" type="presOf" srcId="{A4C417C4-3106-4665-982C-919AD14C2E94}" destId="{1C84CC54-3924-4BEC-8A67-8AE6C71DC410}" srcOrd="1" destOrd="0" presId="urn:microsoft.com/office/officeart/2008/layout/HorizontalMultiLevelHierarchy"/>
    <dgm:cxn modelId="{193EF03B-CD1C-4D83-B6C6-56AE4C6008AF}" type="presOf" srcId="{6A43294B-A1CB-4D6F-B453-0FF0E5776867}" destId="{E43A60A7-9DDF-42B2-A812-4D4F0F75076B}" srcOrd="0" destOrd="0" presId="urn:microsoft.com/office/officeart/2008/layout/HorizontalMultiLevelHierarchy"/>
    <dgm:cxn modelId="{723FE93D-4D6D-4C84-98D5-301250841560}" type="presOf" srcId="{26A7866C-CE89-4BAB-B6B8-421B68991845}" destId="{8F7C36BE-E589-4461-8F16-778807C0B166}" srcOrd="0" destOrd="0" presId="urn:microsoft.com/office/officeart/2008/layout/HorizontalMultiLevelHierarchy"/>
    <dgm:cxn modelId="{D7974D62-14DF-4F36-97A8-7FD0BCE6B98A}" type="presOf" srcId="{6A43294B-A1CB-4D6F-B453-0FF0E5776867}" destId="{CE810C7E-C3EF-4168-95BF-2980E8095076}" srcOrd="1" destOrd="0" presId="urn:microsoft.com/office/officeart/2008/layout/HorizontalMultiLevelHierarchy"/>
    <dgm:cxn modelId="{5EF81C63-3E1B-4896-B45B-A6114D3397A0}" srcId="{ED807E35-B5D3-4BCB-9B29-5888EC2127F1}" destId="{0313EB74-B429-4CB9-95F6-8CFB81B76C68}" srcOrd="0" destOrd="0" parTransId="{EE00837F-B3CC-4783-9F8D-A80C3597D639}" sibTransId="{8E89B44C-C8BC-4ED1-99BF-47794AC7AAFD}"/>
    <dgm:cxn modelId="{A1275F63-C6EC-4E26-9CCE-284BB42C9DDB}" type="presOf" srcId="{4449019E-5F48-4C4E-BEBB-1DC854A2EBB0}" destId="{628A2A3E-5D89-4597-B4EF-9A03E6CD111F}" srcOrd="0" destOrd="0" presId="urn:microsoft.com/office/officeart/2008/layout/HorizontalMultiLevelHierarchy"/>
    <dgm:cxn modelId="{6D0B1764-2348-41AA-B082-CA80DE6AEDBE}" type="presOf" srcId="{1631E13C-9583-4710-99FD-D736051CB300}" destId="{0D8E187A-7BFB-4E86-8920-897B6EBBCC7D}" srcOrd="0" destOrd="0" presId="urn:microsoft.com/office/officeart/2008/layout/HorizontalMultiLevelHierarchy"/>
    <dgm:cxn modelId="{F6B50C68-0E61-4F29-98F3-B40CCABF8045}" type="presOf" srcId="{D61E1BDC-FFB4-4FDA-9F8F-A2D38A22FC13}" destId="{F7C38909-BE07-464E-834D-BDCFBA258100}" srcOrd="0" destOrd="0" presId="urn:microsoft.com/office/officeart/2008/layout/HorizontalMultiLevelHierarchy"/>
    <dgm:cxn modelId="{2AB5EE6C-B8AB-41A6-B3BE-D215F75DCB44}" type="presOf" srcId="{1EAAA8DD-4A75-4985-B423-64C84D4EE993}" destId="{F31F3F23-7C72-452A-ADC8-1CB2C7B14B46}" srcOrd="0" destOrd="0" presId="urn:microsoft.com/office/officeart/2008/layout/HorizontalMultiLevelHierarchy"/>
    <dgm:cxn modelId="{F310356D-3B3C-456D-8AD5-F17A33EAE54D}" type="presOf" srcId="{EE00837F-B3CC-4783-9F8D-A80C3597D639}" destId="{E585CA63-65E2-4911-8756-8FE26BB94D1B}" srcOrd="1" destOrd="0" presId="urn:microsoft.com/office/officeart/2008/layout/HorizontalMultiLevelHierarchy"/>
    <dgm:cxn modelId="{69A92C50-D700-4841-9C49-03D003D13360}" type="presOf" srcId="{76E5F0B1-562B-42DF-B903-2A7EC2CAB154}" destId="{F8F523A0-50B5-49B0-870A-BBD6A436C9F3}" srcOrd="0" destOrd="0" presId="urn:microsoft.com/office/officeart/2008/layout/HorizontalMultiLevelHierarchy"/>
    <dgm:cxn modelId="{2CF88850-9BC5-4115-AE83-CABFB2B620CD}" type="presOf" srcId="{9247856C-D1EC-443F-936D-CE12DBB4A1C8}" destId="{74B3A296-039B-4BED-BB61-0FBB83070830}" srcOrd="1" destOrd="0" presId="urn:microsoft.com/office/officeart/2008/layout/HorizontalMultiLevelHierarchy"/>
    <dgm:cxn modelId="{6DCDCC51-5E5D-4A4A-B5A2-71B78E5B4A8B}" type="presOf" srcId="{DC92EE81-E160-409C-8D57-13731F9F37AC}" destId="{92090F43-5B4E-4749-BCAA-CA724B1D4710}" srcOrd="0" destOrd="0" presId="urn:microsoft.com/office/officeart/2008/layout/HorizontalMultiLevelHierarchy"/>
    <dgm:cxn modelId="{074EB156-5AB6-44C8-AB72-3BA600AAC3E4}" type="presOf" srcId="{ABF374F2-4CB1-46B4-979A-ECBEBF9BAFA7}" destId="{1A1833A3-A14C-49DB-8540-B7B88BCFFCBF}" srcOrd="1" destOrd="0" presId="urn:microsoft.com/office/officeart/2008/layout/HorizontalMultiLevelHierarchy"/>
    <dgm:cxn modelId="{AB133C77-2053-4F76-AC99-86AB4116D5BF}" type="presOf" srcId="{402FF5D2-6E69-442B-87ED-AF119AB98C9A}" destId="{E3D0D3B2-09CA-4905-A15A-B5077E79086E}" srcOrd="1" destOrd="0" presId="urn:microsoft.com/office/officeart/2008/layout/HorizontalMultiLevelHierarchy"/>
    <dgm:cxn modelId="{542D937A-938C-4DB0-B972-3F40A91878D6}" type="presOf" srcId="{1BFF9B2F-01F0-4194-8B16-72C7004F37AD}" destId="{88664CCB-9214-4D82-86B3-EFDDCFEAF4FB}" srcOrd="0" destOrd="0" presId="urn:microsoft.com/office/officeart/2008/layout/HorizontalMultiLevelHierarchy"/>
    <dgm:cxn modelId="{2C140F7B-8976-42BD-92BA-B8453F78D9BC}" type="presOf" srcId="{950148CB-A4C6-463D-AF37-AF261141D0EB}" destId="{EA21B7AA-9486-4067-B349-50CE4D95F9B9}" srcOrd="0" destOrd="0" presId="urn:microsoft.com/office/officeart/2008/layout/HorizontalMultiLevelHierarchy"/>
    <dgm:cxn modelId="{B17A017C-25A3-47F2-A7CB-D1D3DB65D53C}" type="presOf" srcId="{6DA1D3B5-533B-4BAD-A41D-E908CB0F7727}" destId="{7FFF7573-A8D6-42B9-9666-DB5CFBDC6547}" srcOrd="1" destOrd="0" presId="urn:microsoft.com/office/officeart/2008/layout/HorizontalMultiLevelHierarchy"/>
    <dgm:cxn modelId="{14D5CB7D-DE59-47D5-98A3-A0030F4D162C}" type="presOf" srcId="{17F110B8-7B2B-427D-86A9-ACF09412107A}" destId="{AED007FA-37FB-4F86-89CC-6C075822185A}" srcOrd="0" destOrd="0" presId="urn:microsoft.com/office/officeart/2008/layout/HorizontalMultiLevelHierarchy"/>
    <dgm:cxn modelId="{1985267E-BBDF-4DD1-903A-029C64EF01E0}" type="presOf" srcId="{105036EF-F2EA-45A3-9758-C6103743FD8A}" destId="{BDCFE27E-26F6-4FD4-8AE4-8BC51FEBD9BF}" srcOrd="0" destOrd="0" presId="urn:microsoft.com/office/officeart/2008/layout/HorizontalMultiLevelHierarchy"/>
    <dgm:cxn modelId="{56B29680-23D2-49AC-9C8A-0900BA6DFEC5}" type="presOf" srcId="{950148CB-A4C6-463D-AF37-AF261141D0EB}" destId="{46C640A8-4221-49EA-B21F-B4D90F5A805F}" srcOrd="1" destOrd="0" presId="urn:microsoft.com/office/officeart/2008/layout/HorizontalMultiLevelHierarchy"/>
    <dgm:cxn modelId="{DBC2D482-3890-4FD0-BC82-E728DC1A4D08}" type="presOf" srcId="{17F110B8-7B2B-427D-86A9-ACF09412107A}" destId="{4E1697FD-949A-4496-B738-4CCBFEEB4FC9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25547487-328F-440B-BAEB-810D7AD4B2F5}" srcId="{D386F11A-1804-40C3-B4C6-97A93DDDA638}" destId="{16B2B0C0-D172-4654-9D99-D2852EC4CFA1}" srcOrd="0" destOrd="0" parTransId="{ABF374F2-4CB1-46B4-979A-ECBEBF9BAFA7}" sibTransId="{E73ED498-8077-4B2E-A102-0F674DEBEF33}"/>
    <dgm:cxn modelId="{FC94F788-27C8-4D2C-83C3-BDD656919302}" type="presOf" srcId="{8DCCF5A1-F5D2-48CE-BA98-5C85D6801254}" destId="{32ACC1F6-D5B9-4CEA-991A-2E04658BD206}" srcOrd="0" destOrd="0" presId="urn:microsoft.com/office/officeart/2008/layout/HorizontalMultiLevelHierarchy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76342C96-360F-4CB8-828D-D634430183E8}" type="presOf" srcId="{1631E13C-9583-4710-99FD-D736051CB300}" destId="{8DCBB455-9808-4CB7-8DB9-5E8D68607B45}" srcOrd="1" destOrd="0" presId="urn:microsoft.com/office/officeart/2008/layout/HorizontalMultiLevelHierarchy"/>
    <dgm:cxn modelId="{C614FA9D-7651-4335-8B83-28FF67641906}" srcId="{26A7866C-CE89-4BAB-B6B8-421B68991845}" destId="{7BCB4F2B-2C0E-403F-AF3F-F4997559D7C2}" srcOrd="0" destOrd="0" parTransId="{17F110B8-7B2B-427D-86A9-ACF09412107A}" sibTransId="{A428F139-A0A2-4747-896E-814EFD403340}"/>
    <dgm:cxn modelId="{575109A1-4D70-41A7-BACB-8349B82E8E8E}" srcId="{43C2C9CE-FB6B-4922-B62F-24129D0D74FE}" destId="{E1E94D8E-E4FD-4240-9ADC-9844FA970D07}" srcOrd="0" destOrd="0" parTransId="{9247856C-D1EC-443F-936D-CE12DBB4A1C8}" sibTransId="{EAF3BE1C-EC4A-438E-B22E-A2F621206E3A}"/>
    <dgm:cxn modelId="{18F3E4A2-449A-43FF-9978-D8635F1EA7B7}" srcId="{63A13E15-030F-42B2-A010-CCBD43D5DA68}" destId="{267DEB60-AA5D-4877-BFDA-475A8A2CA7E5}" srcOrd="0" destOrd="0" parTransId="{A4C417C4-3106-4665-982C-919AD14C2E94}" sibTransId="{0327D70D-D201-4E15-95D0-979A3AFF6CA9}"/>
    <dgm:cxn modelId="{8DAAB9A8-7EA2-4E18-9FA6-12844812420D}" type="presOf" srcId="{8BE22E42-DB0A-4790-87BD-8B0CEA94CA04}" destId="{FA624BE1-9ACC-4E7D-9F6D-BDD9E6D78BF6}" srcOrd="0" destOrd="0" presId="urn:microsoft.com/office/officeart/2008/layout/HorizontalMultiLevelHierarchy"/>
    <dgm:cxn modelId="{286415A9-9462-424C-AA2E-0986DF59C7C2}" type="presOf" srcId="{DDE09034-1577-4615-AE7A-187B4C369A9A}" destId="{C3BAA938-E657-4B3A-9C99-A24D140B8CBB}" srcOrd="0" destOrd="0" presId="urn:microsoft.com/office/officeart/2008/layout/HorizontalMultiLevelHierarchy"/>
    <dgm:cxn modelId="{413221B1-C1E0-48BB-901E-95C5E6D2D899}" srcId="{F8A4306D-2EA6-4060-9C81-584FC924A72D}" destId="{43C2C9CE-FB6B-4922-B62F-24129D0D74FE}" srcOrd="4" destOrd="0" parTransId="{062E7DA8-0F4D-4255-95A1-57CEFA146D1D}" sibTransId="{C182848E-C2F4-4CEA-ACAA-6EAAFCE1EE4B}"/>
    <dgm:cxn modelId="{459E47B1-A19A-4BDF-B812-5D0DBBC9482C}" type="presOf" srcId="{1BFF9B2F-01F0-4194-8B16-72C7004F37AD}" destId="{EE83F653-B2FA-4D4B-85D3-D5575E7023AC}" srcOrd="1" destOrd="0" presId="urn:microsoft.com/office/officeart/2008/layout/HorizontalMultiLevelHierarchy"/>
    <dgm:cxn modelId="{93B2F0B2-0089-4280-B11A-14701559CB8A}" type="presOf" srcId="{7BCB4F2B-2C0E-403F-AF3F-F4997559D7C2}" destId="{1940D8D1-D8D2-44B3-97F1-1DE66184A9F5}" srcOrd="0" destOrd="0" presId="urn:microsoft.com/office/officeart/2008/layout/HorizontalMultiLevelHierarchy"/>
    <dgm:cxn modelId="{16F906BA-16A6-465F-B147-7B0836C756F1}" type="presOf" srcId="{062E7DA8-0F4D-4255-95A1-57CEFA146D1D}" destId="{FE9BAB8F-E46F-4F0B-9F5C-E8662C1E6217}" srcOrd="0" destOrd="0" presId="urn:microsoft.com/office/officeart/2008/layout/HorizontalMultiLevelHierarchy"/>
    <dgm:cxn modelId="{E42E87BA-CA4C-4C57-B07B-58C144A87EF3}" type="presOf" srcId="{6DA1D3B5-533B-4BAD-A41D-E908CB0F7727}" destId="{23D8B84C-DB91-4AEA-97CC-CAEF5977E10D}" srcOrd="0" destOrd="0" presId="urn:microsoft.com/office/officeart/2008/layout/HorizontalMultiLevelHierarchy"/>
    <dgm:cxn modelId="{859750BE-6E47-46F0-BA43-228A01DCDB16}" srcId="{07CF0387-B6A7-46F6-8D80-6515DE1A07FD}" destId="{ADD42954-CA04-4EA9-A532-A2E6D808D922}" srcOrd="0" destOrd="0" parTransId="{1631E13C-9583-4710-99FD-D736051CB300}" sibTransId="{643108D4-99BA-418F-90F5-B80F25249B41}"/>
    <dgm:cxn modelId="{58F0F8C2-D226-42E1-9AA8-217CF130F388}" srcId="{F8A4306D-2EA6-4060-9C81-584FC924A72D}" destId="{63A13E15-030F-42B2-A010-CCBD43D5DA68}" srcOrd="8" destOrd="0" parTransId="{1BFF9B2F-01F0-4194-8B16-72C7004F37AD}" sibTransId="{9858371F-9E0A-4784-A4B7-F1D338663087}"/>
    <dgm:cxn modelId="{40963EC9-9E96-48BF-812D-1DEE1997C060}" type="presOf" srcId="{035DED43-4AA7-49AB-88CC-E9BBDECE6F7C}" destId="{B2B4A0BD-CC93-4FCA-BF75-A830AFB73DEC}" srcOrd="0" destOrd="0" presId="urn:microsoft.com/office/officeart/2008/layout/HorizontalMultiLevelHierarchy"/>
    <dgm:cxn modelId="{04D4F7CB-760D-4BE3-BB37-8BE98B2C86F6}" type="presOf" srcId="{D61E1BDC-FFB4-4FDA-9F8F-A2D38A22FC13}" destId="{2D59348E-CC92-4EDA-8DAB-F0153DE00DFE}" srcOrd="1" destOrd="0" presId="urn:microsoft.com/office/officeart/2008/layout/HorizontalMultiLevelHierarchy"/>
    <dgm:cxn modelId="{16A721D3-A98B-48A4-9464-9FAE21286991}" type="presOf" srcId="{267DEB60-AA5D-4877-BFDA-475A8A2CA7E5}" destId="{64157383-8302-466E-B954-AC5434009D24}" srcOrd="0" destOrd="0" presId="urn:microsoft.com/office/officeart/2008/layout/HorizontalMultiLevelHierarchy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54278CD8-4397-4099-8F50-EFE573D5200E}" srcId="{F8A4306D-2EA6-4060-9C81-584FC924A72D}" destId="{B2DB83ED-41AF-4BCB-925B-2B612D563F67}" srcOrd="5" destOrd="0" parTransId="{D61E1BDC-FFB4-4FDA-9F8F-A2D38A22FC13}" sibTransId="{C5BE9560-3EDF-4CB5-9220-16F25EFEC07F}"/>
    <dgm:cxn modelId="{0EA539DA-06CC-4DE5-A5E7-7AD5FDA1B6E7}" type="presOf" srcId="{035DED43-4AA7-49AB-88CC-E9BBDECE6F7C}" destId="{C8CAE5BF-C719-4C4D-9AE0-77BA947CFC9F}" srcOrd="1" destOrd="0" presId="urn:microsoft.com/office/officeart/2008/layout/HorizontalMultiLevelHierarchy"/>
    <dgm:cxn modelId="{B36701DE-BD29-4010-BC7B-F6BE7793A986}" type="presOf" srcId="{A4C417C4-3106-4665-982C-919AD14C2E94}" destId="{35E7EF1D-6146-4506-8EDE-65ACDE987B1F}" srcOrd="0" destOrd="0" presId="urn:microsoft.com/office/officeart/2008/layout/HorizontalMultiLevelHierarchy"/>
    <dgm:cxn modelId="{6561F8E1-D882-4E41-BC44-BE69CAD5A47D}" type="presOf" srcId="{16B2B0C0-D172-4654-9D99-D2852EC4CFA1}" destId="{A4C45FEA-92CF-410A-BAE6-F2E78B0126BC}" srcOrd="0" destOrd="0" presId="urn:microsoft.com/office/officeart/2008/layout/HorizontalMultiLevelHierarchy"/>
    <dgm:cxn modelId="{ED8E81E2-672B-431C-A7DC-7F20F14B943C}" type="presOf" srcId="{ADD42954-CA04-4EA9-A532-A2E6D808D922}" destId="{676AE3D0-5F4C-4EE7-B7E9-D1E6FBA3729D}" srcOrd="0" destOrd="0" presId="urn:microsoft.com/office/officeart/2008/layout/HorizontalMultiLevelHierarchy"/>
    <dgm:cxn modelId="{B483B0E5-4974-49A9-A623-202599691862}" type="presOf" srcId="{1EAAA8DD-4A75-4985-B423-64C84D4EE993}" destId="{37CD627C-8293-4029-B114-AA7B7535644E}" srcOrd="1" destOrd="0" presId="urn:microsoft.com/office/officeart/2008/layout/HorizontalMultiLevelHierarchy"/>
    <dgm:cxn modelId="{5A401BEB-0D9F-4E85-A0C2-35A8EF39B9A9}" type="presOf" srcId="{105036EF-F2EA-45A3-9758-C6103743FD8A}" destId="{BE53E4A3-A7BA-474B-AAD8-631FD88E8582}" srcOrd="1" destOrd="0" presId="urn:microsoft.com/office/officeart/2008/layout/HorizontalMultiLevelHierarchy"/>
    <dgm:cxn modelId="{5F3735F0-6475-456F-8B6B-5BF17E80E139}" type="presOf" srcId="{9247856C-D1EC-443F-936D-CE12DBB4A1C8}" destId="{242DFC76-2C2F-4E5B-A434-3069E266996F}" srcOrd="0" destOrd="0" presId="urn:microsoft.com/office/officeart/2008/layout/HorizontalMultiLevelHierarchy"/>
    <dgm:cxn modelId="{90ACA8F1-75A4-4D9D-9A1A-4DE332DF7290}" srcId="{F8A4306D-2EA6-4060-9C81-584FC924A72D}" destId="{DDE09034-1577-4615-AE7A-187B4C369A9A}" srcOrd="6" destOrd="0" parTransId="{950148CB-A4C6-463D-AF37-AF261141D0EB}" sibTransId="{AF13E3D2-1026-4758-91E6-17B3CBDCA8B8}"/>
    <dgm:cxn modelId="{8F3368F5-F41B-4556-9C6D-DF069942DA84}" type="presOf" srcId="{07CF0387-B6A7-46F6-8D80-6515DE1A07FD}" destId="{F79FB1EC-FF45-40C7-BCB6-021087AEF7A4}" srcOrd="0" destOrd="0" presId="urn:microsoft.com/office/officeart/2008/layout/HorizontalMultiLevelHierarchy"/>
    <dgm:cxn modelId="{0784DBFA-D68E-4161-989A-37699ABFE704}" type="presOf" srcId="{8BE22E42-DB0A-4790-87BD-8B0CEA94CA04}" destId="{B1DAB71E-6E0D-4893-9248-FF2AC3D62576}" srcOrd="1" destOrd="0" presId="urn:microsoft.com/office/officeart/2008/layout/HorizontalMultiLevelHierarchy"/>
    <dgm:cxn modelId="{0AF3A6FB-F530-48B3-ABA1-B971A6D1AFA4}" type="presOf" srcId="{F8A4306D-2EA6-4060-9C81-584FC924A72D}" destId="{1A8C8775-11A9-4910-9DB9-4ADDC072442C}" srcOrd="0" destOrd="0" presId="urn:microsoft.com/office/officeart/2008/layout/HorizontalMultiLevelHierarchy"/>
    <dgm:cxn modelId="{486BDEFB-0292-4910-B218-9FD3F4D4D8FC}" type="presOf" srcId="{DC92EE81-E160-409C-8D57-13731F9F37AC}" destId="{81E432F6-3EF7-4549-811C-B578FA37B5ED}" srcOrd="1" destOrd="0" presId="urn:microsoft.com/office/officeart/2008/layout/HorizontalMultiLevelHierarchy"/>
    <dgm:cxn modelId="{CFE2B65B-86AA-4E3A-88F2-F13AD24FC2BB}" type="presParOf" srcId="{AB769FB9-81B7-4D88-8E0E-4605BD1B277C}" destId="{4EC09F46-69D8-4EC8-A3FD-B9943A6C53ED}" srcOrd="0" destOrd="0" presId="urn:microsoft.com/office/officeart/2008/layout/HorizontalMultiLevelHierarchy"/>
    <dgm:cxn modelId="{D0D39961-E81F-43E0-848D-6E3883E5C7F0}" type="presParOf" srcId="{4EC09F46-69D8-4EC8-A3FD-B9943A6C53ED}" destId="{1A8C8775-11A9-4910-9DB9-4ADDC072442C}" srcOrd="0" destOrd="0" presId="urn:microsoft.com/office/officeart/2008/layout/HorizontalMultiLevelHierarchy"/>
    <dgm:cxn modelId="{45C2B896-E73A-42BD-91F7-465753C899EC}" type="presParOf" srcId="{4EC09F46-69D8-4EC8-A3FD-B9943A6C53ED}" destId="{15760790-9539-44A9-A52D-58AB584996E5}" srcOrd="1" destOrd="0" presId="urn:microsoft.com/office/officeart/2008/layout/HorizontalMultiLevelHierarchy"/>
    <dgm:cxn modelId="{54AF2780-3CF3-4430-B35B-162FA3D5EF2B}" type="presParOf" srcId="{15760790-9539-44A9-A52D-58AB584996E5}" destId="{92090F43-5B4E-4749-BCAA-CA724B1D4710}" srcOrd="0" destOrd="0" presId="urn:microsoft.com/office/officeart/2008/layout/HorizontalMultiLevelHierarchy"/>
    <dgm:cxn modelId="{82D3F34F-A37B-404A-B2E4-9C94B5CAE127}" type="presParOf" srcId="{92090F43-5B4E-4749-BCAA-CA724B1D4710}" destId="{81E432F6-3EF7-4549-811C-B578FA37B5ED}" srcOrd="0" destOrd="0" presId="urn:microsoft.com/office/officeart/2008/layout/HorizontalMultiLevelHierarchy"/>
    <dgm:cxn modelId="{976C58F1-F60C-4A3B-9EF1-20F012813726}" type="presParOf" srcId="{15760790-9539-44A9-A52D-58AB584996E5}" destId="{72B2EE92-AB90-4A5C-9510-488C5A769220}" srcOrd="1" destOrd="0" presId="urn:microsoft.com/office/officeart/2008/layout/HorizontalMultiLevelHierarchy"/>
    <dgm:cxn modelId="{BABF0B55-9D85-4297-B0E3-C289D4ADD617}" type="presParOf" srcId="{72B2EE92-AB90-4A5C-9510-488C5A769220}" destId="{B2ADA6F2-50C6-4A88-AAA9-37F38027290A}" srcOrd="0" destOrd="0" presId="urn:microsoft.com/office/officeart/2008/layout/HorizontalMultiLevelHierarchy"/>
    <dgm:cxn modelId="{4FC91912-9639-48D3-A8A3-37B8E8611284}" type="presParOf" srcId="{72B2EE92-AB90-4A5C-9510-488C5A769220}" destId="{FCCA6175-AB58-4D81-9EEF-6F7407CF7161}" srcOrd="1" destOrd="0" presId="urn:microsoft.com/office/officeart/2008/layout/HorizontalMultiLevelHierarchy"/>
    <dgm:cxn modelId="{BF918AB0-BDEF-48B6-90C4-DDAADC1A60D8}" type="presParOf" srcId="{FCCA6175-AB58-4D81-9EEF-6F7407CF7161}" destId="{4B05A99A-E246-46F2-AB3A-026B7D4A2E61}" srcOrd="0" destOrd="0" presId="urn:microsoft.com/office/officeart/2008/layout/HorizontalMultiLevelHierarchy"/>
    <dgm:cxn modelId="{873D587E-E709-4A7B-B811-80AF1C572E66}" type="presParOf" srcId="{4B05A99A-E246-46F2-AB3A-026B7D4A2E61}" destId="{1A1833A3-A14C-49DB-8540-B7B88BCFFCBF}" srcOrd="0" destOrd="0" presId="urn:microsoft.com/office/officeart/2008/layout/HorizontalMultiLevelHierarchy"/>
    <dgm:cxn modelId="{31C06BE5-D4F8-414F-9C80-F0D6B94A876C}" type="presParOf" srcId="{FCCA6175-AB58-4D81-9EEF-6F7407CF7161}" destId="{33FB4D3F-7341-45AD-8221-ADB5A751C83D}" srcOrd="1" destOrd="0" presId="urn:microsoft.com/office/officeart/2008/layout/HorizontalMultiLevelHierarchy"/>
    <dgm:cxn modelId="{86C91FD9-FD4B-4614-B4AE-483AE2B8CD54}" type="presParOf" srcId="{33FB4D3F-7341-45AD-8221-ADB5A751C83D}" destId="{A4C45FEA-92CF-410A-BAE6-F2E78B0126BC}" srcOrd="0" destOrd="0" presId="urn:microsoft.com/office/officeart/2008/layout/HorizontalMultiLevelHierarchy"/>
    <dgm:cxn modelId="{DEDA4AF3-7C6B-4A3C-9700-6A035A0BFD74}" type="presParOf" srcId="{33FB4D3F-7341-45AD-8221-ADB5A751C83D}" destId="{02E653AD-846B-40EE-88C1-4A9603228BF4}" srcOrd="1" destOrd="0" presId="urn:microsoft.com/office/officeart/2008/layout/HorizontalMultiLevelHierarchy"/>
    <dgm:cxn modelId="{7E15AC51-1DD0-470F-B7CF-8C7FFF68AFE4}" type="presParOf" srcId="{15760790-9539-44A9-A52D-58AB584996E5}" destId="{F31F3F23-7C72-452A-ADC8-1CB2C7B14B46}" srcOrd="2" destOrd="0" presId="urn:microsoft.com/office/officeart/2008/layout/HorizontalMultiLevelHierarchy"/>
    <dgm:cxn modelId="{7B759357-7D9E-4D98-B698-5AADF5FF04A5}" type="presParOf" srcId="{F31F3F23-7C72-452A-ADC8-1CB2C7B14B46}" destId="{37CD627C-8293-4029-B114-AA7B7535644E}" srcOrd="0" destOrd="0" presId="urn:microsoft.com/office/officeart/2008/layout/HorizontalMultiLevelHierarchy"/>
    <dgm:cxn modelId="{78B78E70-112C-497E-87AA-543416FDE9E6}" type="presParOf" srcId="{15760790-9539-44A9-A52D-58AB584996E5}" destId="{81987734-CB8C-4533-9770-A4DA592EF4DF}" srcOrd="3" destOrd="0" presId="urn:microsoft.com/office/officeart/2008/layout/HorizontalMultiLevelHierarchy"/>
    <dgm:cxn modelId="{76254943-9F08-426A-A46C-E6D74A5C660F}" type="presParOf" srcId="{81987734-CB8C-4533-9770-A4DA592EF4DF}" destId="{8F7C36BE-E589-4461-8F16-778807C0B166}" srcOrd="0" destOrd="0" presId="urn:microsoft.com/office/officeart/2008/layout/HorizontalMultiLevelHierarchy"/>
    <dgm:cxn modelId="{90DD9C3E-307A-4207-839C-FE259FE7B326}" type="presParOf" srcId="{81987734-CB8C-4533-9770-A4DA592EF4DF}" destId="{3820E890-198B-4C85-958B-050818C8959F}" srcOrd="1" destOrd="0" presId="urn:microsoft.com/office/officeart/2008/layout/HorizontalMultiLevelHierarchy"/>
    <dgm:cxn modelId="{331A633B-CE63-4ECF-933E-89B9B0C0B259}" type="presParOf" srcId="{3820E890-198B-4C85-958B-050818C8959F}" destId="{AED007FA-37FB-4F86-89CC-6C075822185A}" srcOrd="0" destOrd="0" presId="urn:microsoft.com/office/officeart/2008/layout/HorizontalMultiLevelHierarchy"/>
    <dgm:cxn modelId="{DB73C536-6EAB-41C8-A86B-8453410A4F6D}" type="presParOf" srcId="{AED007FA-37FB-4F86-89CC-6C075822185A}" destId="{4E1697FD-949A-4496-B738-4CCBFEEB4FC9}" srcOrd="0" destOrd="0" presId="urn:microsoft.com/office/officeart/2008/layout/HorizontalMultiLevelHierarchy"/>
    <dgm:cxn modelId="{6BAC378B-6C14-4DE4-AB47-F3590B7771A4}" type="presParOf" srcId="{3820E890-198B-4C85-958B-050818C8959F}" destId="{B309A9B0-A9E6-4D25-B6A7-4C4990A8942E}" srcOrd="1" destOrd="0" presId="urn:microsoft.com/office/officeart/2008/layout/HorizontalMultiLevelHierarchy"/>
    <dgm:cxn modelId="{CECC40AA-4402-4C04-85E8-463C3E75330B}" type="presParOf" srcId="{B309A9B0-A9E6-4D25-B6A7-4C4990A8942E}" destId="{1940D8D1-D8D2-44B3-97F1-1DE66184A9F5}" srcOrd="0" destOrd="0" presId="urn:microsoft.com/office/officeart/2008/layout/HorizontalMultiLevelHierarchy"/>
    <dgm:cxn modelId="{59BE8958-FF2E-4174-AF89-5098CF5951FE}" type="presParOf" srcId="{B309A9B0-A9E6-4D25-B6A7-4C4990A8942E}" destId="{4DC3BA15-DFDF-48F3-9D40-2ACF7FB90C91}" srcOrd="1" destOrd="0" presId="urn:microsoft.com/office/officeart/2008/layout/HorizontalMultiLevelHierarchy"/>
    <dgm:cxn modelId="{7AB3264E-37C6-440F-AB1D-D13EE3D31B62}" type="presParOf" srcId="{15760790-9539-44A9-A52D-58AB584996E5}" destId="{E43A60A7-9DDF-42B2-A812-4D4F0F75076B}" srcOrd="4" destOrd="0" presId="urn:microsoft.com/office/officeart/2008/layout/HorizontalMultiLevelHierarchy"/>
    <dgm:cxn modelId="{460181F4-BC64-4087-9341-DB554186A217}" type="presParOf" srcId="{E43A60A7-9DDF-42B2-A812-4D4F0F75076B}" destId="{CE810C7E-C3EF-4168-95BF-2980E8095076}" srcOrd="0" destOrd="0" presId="urn:microsoft.com/office/officeart/2008/layout/HorizontalMultiLevelHierarchy"/>
    <dgm:cxn modelId="{6BAA7A6C-397C-4D89-B755-40EA0F54E3E0}" type="presParOf" srcId="{15760790-9539-44A9-A52D-58AB584996E5}" destId="{2FDCB53E-1839-42F6-B7BD-BFFEEA57B5F0}" srcOrd="5" destOrd="0" presId="urn:microsoft.com/office/officeart/2008/layout/HorizontalMultiLevelHierarchy"/>
    <dgm:cxn modelId="{34A87517-8F9A-402E-8A50-4F9D50419F0D}" type="presParOf" srcId="{2FDCB53E-1839-42F6-B7BD-BFFEEA57B5F0}" destId="{32ACC1F6-D5B9-4CEA-991A-2E04658BD206}" srcOrd="0" destOrd="0" presId="urn:microsoft.com/office/officeart/2008/layout/HorizontalMultiLevelHierarchy"/>
    <dgm:cxn modelId="{73CF88C9-665C-48DF-8322-A086F355E7F9}" type="presParOf" srcId="{2FDCB53E-1839-42F6-B7BD-BFFEEA57B5F0}" destId="{B74E96B9-7929-453A-8253-F93A52E48265}" srcOrd="1" destOrd="0" presId="urn:microsoft.com/office/officeart/2008/layout/HorizontalMultiLevelHierarchy"/>
    <dgm:cxn modelId="{226A7BE6-3AB9-4AB7-B33B-2EDB072B5F3D}" type="presParOf" srcId="{B74E96B9-7929-453A-8253-F93A52E48265}" destId="{B2B4A0BD-CC93-4FCA-BF75-A830AFB73DEC}" srcOrd="0" destOrd="0" presId="urn:microsoft.com/office/officeart/2008/layout/HorizontalMultiLevelHierarchy"/>
    <dgm:cxn modelId="{AC8D1DC4-23F4-48CC-AE97-4BEF23B6FCD6}" type="presParOf" srcId="{B2B4A0BD-CC93-4FCA-BF75-A830AFB73DEC}" destId="{C8CAE5BF-C719-4C4D-9AE0-77BA947CFC9F}" srcOrd="0" destOrd="0" presId="urn:microsoft.com/office/officeart/2008/layout/HorizontalMultiLevelHierarchy"/>
    <dgm:cxn modelId="{8105C0E7-9572-4362-ADE6-A85A8E57789E}" type="presParOf" srcId="{B74E96B9-7929-453A-8253-F93A52E48265}" destId="{5231981C-03B0-450C-944E-E012795E1ACC}" srcOrd="1" destOrd="0" presId="urn:microsoft.com/office/officeart/2008/layout/HorizontalMultiLevelHierarchy"/>
    <dgm:cxn modelId="{7A8F61D7-0FD4-4517-9D7B-93C30BF8CC10}" type="presParOf" srcId="{5231981C-03B0-450C-944E-E012795E1ACC}" destId="{628A2A3E-5D89-4597-B4EF-9A03E6CD111F}" srcOrd="0" destOrd="0" presId="urn:microsoft.com/office/officeart/2008/layout/HorizontalMultiLevelHierarchy"/>
    <dgm:cxn modelId="{3DE6E39D-8B5E-438B-92AC-F46AA874B38F}" type="presParOf" srcId="{5231981C-03B0-450C-944E-E012795E1ACC}" destId="{2A01DE46-9362-4F1A-AB54-B6FA4E5B9E4B}" srcOrd="1" destOrd="0" presId="urn:microsoft.com/office/officeart/2008/layout/HorizontalMultiLevelHierarchy"/>
    <dgm:cxn modelId="{18B5D213-4921-4FDC-9834-3F0859A9D94A}" type="presParOf" srcId="{15760790-9539-44A9-A52D-58AB584996E5}" destId="{FA624BE1-9ACC-4E7D-9F6D-BDD9E6D78BF6}" srcOrd="6" destOrd="0" presId="urn:microsoft.com/office/officeart/2008/layout/HorizontalMultiLevelHierarchy"/>
    <dgm:cxn modelId="{5DB540A2-2C2B-4C69-8022-89BCC4EA0C41}" type="presParOf" srcId="{FA624BE1-9ACC-4E7D-9F6D-BDD9E6D78BF6}" destId="{B1DAB71E-6E0D-4893-9248-FF2AC3D62576}" srcOrd="0" destOrd="0" presId="urn:microsoft.com/office/officeart/2008/layout/HorizontalMultiLevelHierarchy"/>
    <dgm:cxn modelId="{B34C3F67-2CC6-4D61-9BDF-D5A8B947372B}" type="presParOf" srcId="{15760790-9539-44A9-A52D-58AB584996E5}" destId="{39B18842-E86C-4A21-9358-DDBD88C9AE12}" srcOrd="7" destOrd="0" presId="urn:microsoft.com/office/officeart/2008/layout/HorizontalMultiLevelHierarchy"/>
    <dgm:cxn modelId="{EDAAF27E-59E0-46A6-B5FC-B086D11F69CC}" type="presParOf" srcId="{39B18842-E86C-4A21-9358-DDBD88C9AE12}" destId="{BEDCAB73-F473-4593-A1D1-34DA9B04C965}" srcOrd="0" destOrd="0" presId="urn:microsoft.com/office/officeart/2008/layout/HorizontalMultiLevelHierarchy"/>
    <dgm:cxn modelId="{713832A7-9CCF-4F0C-9CAF-DB7069419BAD}" type="presParOf" srcId="{39B18842-E86C-4A21-9358-DDBD88C9AE12}" destId="{EC061381-D743-43E7-A907-6CB83D1DEB83}" srcOrd="1" destOrd="0" presId="urn:microsoft.com/office/officeart/2008/layout/HorizontalMultiLevelHierarchy"/>
    <dgm:cxn modelId="{EE3D2654-6CCA-454F-B152-223CD155D6FD}" type="presParOf" srcId="{EC061381-D743-43E7-A907-6CB83D1DEB83}" destId="{8CC5F557-42F1-4B0B-AC0D-0C0CBF6ED1B3}" srcOrd="0" destOrd="0" presId="urn:microsoft.com/office/officeart/2008/layout/HorizontalMultiLevelHierarchy"/>
    <dgm:cxn modelId="{702DCD3C-92EB-4B81-86E1-D7A25231416F}" type="presParOf" srcId="{8CC5F557-42F1-4B0B-AC0D-0C0CBF6ED1B3}" destId="{E585CA63-65E2-4911-8756-8FE26BB94D1B}" srcOrd="0" destOrd="0" presId="urn:microsoft.com/office/officeart/2008/layout/HorizontalMultiLevelHierarchy"/>
    <dgm:cxn modelId="{7B169FD2-99F9-4427-93B9-4693120B1948}" type="presParOf" srcId="{EC061381-D743-43E7-A907-6CB83D1DEB83}" destId="{374F112A-1E22-4716-B446-29EF895994F2}" srcOrd="1" destOrd="0" presId="urn:microsoft.com/office/officeart/2008/layout/HorizontalMultiLevelHierarchy"/>
    <dgm:cxn modelId="{B9EF9B0D-7FFE-4092-BC8A-3ED7AEC4943C}" type="presParOf" srcId="{374F112A-1E22-4716-B446-29EF895994F2}" destId="{BF0809FD-2D3B-44DC-9B5F-F7279B419970}" srcOrd="0" destOrd="0" presId="urn:microsoft.com/office/officeart/2008/layout/HorizontalMultiLevelHierarchy"/>
    <dgm:cxn modelId="{4C29A23F-192C-4991-A129-1063EBCF0DBE}" type="presParOf" srcId="{374F112A-1E22-4716-B446-29EF895994F2}" destId="{0C66CF0C-2C64-4CB0-A1FC-B43CAF637CB7}" srcOrd="1" destOrd="0" presId="urn:microsoft.com/office/officeart/2008/layout/HorizontalMultiLevelHierarchy"/>
    <dgm:cxn modelId="{988C64EB-4606-47FC-828A-5A528B376802}" type="presParOf" srcId="{15760790-9539-44A9-A52D-58AB584996E5}" destId="{FE9BAB8F-E46F-4F0B-9F5C-E8662C1E6217}" srcOrd="8" destOrd="0" presId="urn:microsoft.com/office/officeart/2008/layout/HorizontalMultiLevelHierarchy"/>
    <dgm:cxn modelId="{316A7C19-5C31-4B04-A310-3F20E4ADF639}" type="presParOf" srcId="{FE9BAB8F-E46F-4F0B-9F5C-E8662C1E6217}" destId="{BF41CCA9-4415-4941-A18B-00E2CD618542}" srcOrd="0" destOrd="0" presId="urn:microsoft.com/office/officeart/2008/layout/HorizontalMultiLevelHierarchy"/>
    <dgm:cxn modelId="{B9B673DC-C9F1-4E7A-9248-29F81438A301}" type="presParOf" srcId="{15760790-9539-44A9-A52D-58AB584996E5}" destId="{793784E1-95B3-48EF-A4BD-64F431A89F0C}" srcOrd="9" destOrd="0" presId="urn:microsoft.com/office/officeart/2008/layout/HorizontalMultiLevelHierarchy"/>
    <dgm:cxn modelId="{3E873165-AE8C-4BDC-880A-41DA61FB22BA}" type="presParOf" srcId="{793784E1-95B3-48EF-A4BD-64F431A89F0C}" destId="{DAE82DBF-0D60-41F0-896E-3650DCF6B75A}" srcOrd="0" destOrd="0" presId="urn:microsoft.com/office/officeart/2008/layout/HorizontalMultiLevelHierarchy"/>
    <dgm:cxn modelId="{B40795F3-2DC2-4E33-A8A8-6400D7CC8B26}" type="presParOf" srcId="{793784E1-95B3-48EF-A4BD-64F431A89F0C}" destId="{886F5094-6F41-45A7-A523-4206CD241528}" srcOrd="1" destOrd="0" presId="urn:microsoft.com/office/officeart/2008/layout/HorizontalMultiLevelHierarchy"/>
    <dgm:cxn modelId="{F69872F8-45E8-4F3A-9D21-CF39FA8FE224}" type="presParOf" srcId="{886F5094-6F41-45A7-A523-4206CD241528}" destId="{242DFC76-2C2F-4E5B-A434-3069E266996F}" srcOrd="0" destOrd="0" presId="urn:microsoft.com/office/officeart/2008/layout/HorizontalMultiLevelHierarchy"/>
    <dgm:cxn modelId="{F43EF928-BDCC-4656-97AD-566D7BDD85E2}" type="presParOf" srcId="{242DFC76-2C2F-4E5B-A434-3069E266996F}" destId="{74B3A296-039B-4BED-BB61-0FBB83070830}" srcOrd="0" destOrd="0" presId="urn:microsoft.com/office/officeart/2008/layout/HorizontalMultiLevelHierarchy"/>
    <dgm:cxn modelId="{501A9DCF-F3CF-4F9D-819B-F6814AB6B4D6}" type="presParOf" srcId="{886F5094-6F41-45A7-A523-4206CD241528}" destId="{E915C2A4-D7E7-4FE9-B6D3-EB9C04A7D83D}" srcOrd="1" destOrd="0" presId="urn:microsoft.com/office/officeart/2008/layout/HorizontalMultiLevelHierarchy"/>
    <dgm:cxn modelId="{70AA7C77-1F37-4E50-B0E5-B0E4558B32BA}" type="presParOf" srcId="{E915C2A4-D7E7-4FE9-B6D3-EB9C04A7D83D}" destId="{28608C39-3F6E-4FF4-B46E-25405EEBF80D}" srcOrd="0" destOrd="0" presId="urn:microsoft.com/office/officeart/2008/layout/HorizontalMultiLevelHierarchy"/>
    <dgm:cxn modelId="{BF0AEB96-2CDA-469A-9FFC-9DA789CC8E3E}" type="presParOf" srcId="{E915C2A4-D7E7-4FE9-B6D3-EB9C04A7D83D}" destId="{26160947-2AE9-4FC0-9084-1CB0F9F67213}" srcOrd="1" destOrd="0" presId="urn:microsoft.com/office/officeart/2008/layout/HorizontalMultiLevelHierarchy"/>
    <dgm:cxn modelId="{5CA40F30-618C-40E8-865F-7BF69E28D077}" type="presParOf" srcId="{15760790-9539-44A9-A52D-58AB584996E5}" destId="{F7C38909-BE07-464E-834D-BDCFBA258100}" srcOrd="10" destOrd="0" presId="urn:microsoft.com/office/officeart/2008/layout/HorizontalMultiLevelHierarchy"/>
    <dgm:cxn modelId="{8035E667-56B8-4562-BCAC-33D9055A2BE7}" type="presParOf" srcId="{F7C38909-BE07-464E-834D-BDCFBA258100}" destId="{2D59348E-CC92-4EDA-8DAB-F0153DE00DFE}" srcOrd="0" destOrd="0" presId="urn:microsoft.com/office/officeart/2008/layout/HorizontalMultiLevelHierarchy"/>
    <dgm:cxn modelId="{EAF04F71-DD10-4A41-B818-3160F38EBF7B}" type="presParOf" srcId="{15760790-9539-44A9-A52D-58AB584996E5}" destId="{09E3E5F7-6710-42A6-8755-1B392952BE7A}" srcOrd="11" destOrd="0" presId="urn:microsoft.com/office/officeart/2008/layout/HorizontalMultiLevelHierarchy"/>
    <dgm:cxn modelId="{9F719C7C-D897-4740-862B-C79B99C0D561}" type="presParOf" srcId="{09E3E5F7-6710-42A6-8755-1B392952BE7A}" destId="{FDF91A2A-2A66-4C6C-A86A-CDF4326DA8EE}" srcOrd="0" destOrd="0" presId="urn:microsoft.com/office/officeart/2008/layout/HorizontalMultiLevelHierarchy"/>
    <dgm:cxn modelId="{FD7E149A-37C4-4308-997E-F67B23F595E9}" type="presParOf" srcId="{09E3E5F7-6710-42A6-8755-1B392952BE7A}" destId="{CF943F71-00A5-4A37-9AA2-340A74FF6AAC}" srcOrd="1" destOrd="0" presId="urn:microsoft.com/office/officeart/2008/layout/HorizontalMultiLevelHierarchy"/>
    <dgm:cxn modelId="{9D880257-D3FE-46BB-9ED8-2937EFD9658D}" type="presParOf" srcId="{CF943F71-00A5-4A37-9AA2-340A74FF6AAC}" destId="{23D8B84C-DB91-4AEA-97CC-CAEF5977E10D}" srcOrd="0" destOrd="0" presId="urn:microsoft.com/office/officeart/2008/layout/HorizontalMultiLevelHierarchy"/>
    <dgm:cxn modelId="{E9912B87-A726-4C64-A0F1-E0B40D8E97AB}" type="presParOf" srcId="{23D8B84C-DB91-4AEA-97CC-CAEF5977E10D}" destId="{7FFF7573-A8D6-42B9-9666-DB5CFBDC6547}" srcOrd="0" destOrd="0" presId="urn:microsoft.com/office/officeart/2008/layout/HorizontalMultiLevelHierarchy"/>
    <dgm:cxn modelId="{20C49B45-741B-4A2A-85FB-0B75CC6EB5E3}" type="presParOf" srcId="{CF943F71-00A5-4A37-9AA2-340A74FF6AAC}" destId="{521A8223-8E74-441D-ACBA-482867AB3D23}" srcOrd="1" destOrd="0" presId="urn:microsoft.com/office/officeart/2008/layout/HorizontalMultiLevelHierarchy"/>
    <dgm:cxn modelId="{6CA00F95-5BA9-4D16-8AB2-BE85B8C761E6}" type="presParOf" srcId="{521A8223-8E74-441D-ACBA-482867AB3D23}" destId="{90A1B84C-1E56-49A9-89CD-6FECF2BA6A56}" srcOrd="0" destOrd="0" presId="urn:microsoft.com/office/officeart/2008/layout/HorizontalMultiLevelHierarchy"/>
    <dgm:cxn modelId="{399DEE8F-15D9-4A22-B1F3-9E21F1BD55D6}" type="presParOf" srcId="{521A8223-8E74-441D-ACBA-482867AB3D23}" destId="{D1329FED-B27A-46B6-AE43-3C67A89004F0}" srcOrd="1" destOrd="0" presId="urn:microsoft.com/office/officeart/2008/layout/HorizontalMultiLevelHierarchy"/>
    <dgm:cxn modelId="{AB3BF631-B0AE-422E-8FDC-3E6C787E7CD1}" type="presParOf" srcId="{15760790-9539-44A9-A52D-58AB584996E5}" destId="{EA21B7AA-9486-4067-B349-50CE4D95F9B9}" srcOrd="12" destOrd="0" presId="urn:microsoft.com/office/officeart/2008/layout/HorizontalMultiLevelHierarchy"/>
    <dgm:cxn modelId="{FAB9CC3A-2AE5-4CFF-873C-1C2914C96D2D}" type="presParOf" srcId="{EA21B7AA-9486-4067-B349-50CE4D95F9B9}" destId="{46C640A8-4221-49EA-B21F-B4D90F5A805F}" srcOrd="0" destOrd="0" presId="urn:microsoft.com/office/officeart/2008/layout/HorizontalMultiLevelHierarchy"/>
    <dgm:cxn modelId="{65D54325-A7F5-4D0A-B58F-DEB2D151366E}" type="presParOf" srcId="{15760790-9539-44A9-A52D-58AB584996E5}" destId="{CBEFB087-3B44-44CC-8A65-30A263DE3FA7}" srcOrd="13" destOrd="0" presId="urn:microsoft.com/office/officeart/2008/layout/HorizontalMultiLevelHierarchy"/>
    <dgm:cxn modelId="{B7EEC979-8E7F-465B-B17C-7C002CF015DE}" type="presParOf" srcId="{CBEFB087-3B44-44CC-8A65-30A263DE3FA7}" destId="{C3BAA938-E657-4B3A-9C99-A24D140B8CBB}" srcOrd="0" destOrd="0" presId="urn:microsoft.com/office/officeart/2008/layout/HorizontalMultiLevelHierarchy"/>
    <dgm:cxn modelId="{8BFDC1C4-41D6-4A11-9E42-80EAA74E172B}" type="presParOf" srcId="{CBEFB087-3B44-44CC-8A65-30A263DE3FA7}" destId="{803DB0ED-84B8-46AD-A2BD-DD3B28A4BD05}" srcOrd="1" destOrd="0" presId="urn:microsoft.com/office/officeart/2008/layout/HorizontalMultiLevelHierarchy"/>
    <dgm:cxn modelId="{E2C7B044-1222-43CF-8CEF-7AEA9245CAFD}" type="presParOf" srcId="{803DB0ED-84B8-46AD-A2BD-DD3B28A4BD05}" destId="{BDCFE27E-26F6-4FD4-8AE4-8BC51FEBD9BF}" srcOrd="0" destOrd="0" presId="urn:microsoft.com/office/officeart/2008/layout/HorizontalMultiLevelHierarchy"/>
    <dgm:cxn modelId="{877A9BB2-5BDF-4B40-B798-C9EE63C73F6A}" type="presParOf" srcId="{BDCFE27E-26F6-4FD4-8AE4-8BC51FEBD9BF}" destId="{BE53E4A3-A7BA-474B-AAD8-631FD88E8582}" srcOrd="0" destOrd="0" presId="urn:microsoft.com/office/officeart/2008/layout/HorizontalMultiLevelHierarchy"/>
    <dgm:cxn modelId="{EBCB51FC-6094-4AEC-B9AA-6A4C255A7B25}" type="presParOf" srcId="{803DB0ED-84B8-46AD-A2BD-DD3B28A4BD05}" destId="{7CFB584A-284A-463D-8F4D-F9C229B8245A}" srcOrd="1" destOrd="0" presId="urn:microsoft.com/office/officeart/2008/layout/HorizontalMultiLevelHierarchy"/>
    <dgm:cxn modelId="{3071CEB4-9E7E-47B4-BBC2-A77943D16CD7}" type="presParOf" srcId="{7CFB584A-284A-463D-8F4D-F9C229B8245A}" destId="{F8F523A0-50B5-49B0-870A-BBD6A436C9F3}" srcOrd="0" destOrd="0" presId="urn:microsoft.com/office/officeart/2008/layout/HorizontalMultiLevelHierarchy"/>
    <dgm:cxn modelId="{F8C1B382-7BBA-4D46-BC40-35E2DAE101BF}" type="presParOf" srcId="{7CFB584A-284A-463D-8F4D-F9C229B8245A}" destId="{A265BCA6-A9E8-4BB4-BF49-1AA28A2546EF}" srcOrd="1" destOrd="0" presId="urn:microsoft.com/office/officeart/2008/layout/HorizontalMultiLevelHierarchy"/>
    <dgm:cxn modelId="{95EF7CD3-2D88-459E-9044-A4BE8002F78A}" type="presParOf" srcId="{15760790-9539-44A9-A52D-58AB584996E5}" destId="{E7448DA2-ABEA-4A21-9757-53D581D7F3FD}" srcOrd="14" destOrd="0" presId="urn:microsoft.com/office/officeart/2008/layout/HorizontalMultiLevelHierarchy"/>
    <dgm:cxn modelId="{C7982213-612E-4E57-89FE-A7BADACD52BA}" type="presParOf" srcId="{E7448DA2-ABEA-4A21-9757-53D581D7F3FD}" destId="{E3D0D3B2-09CA-4905-A15A-B5077E79086E}" srcOrd="0" destOrd="0" presId="urn:microsoft.com/office/officeart/2008/layout/HorizontalMultiLevelHierarchy"/>
    <dgm:cxn modelId="{7531DEBD-FFCD-4605-947F-27938CD77455}" type="presParOf" srcId="{15760790-9539-44A9-A52D-58AB584996E5}" destId="{1A5AA4F0-CBA6-4DC1-BA95-294FA49D68E6}" srcOrd="15" destOrd="0" presId="urn:microsoft.com/office/officeart/2008/layout/HorizontalMultiLevelHierarchy"/>
    <dgm:cxn modelId="{90E1D2C8-BDD3-4234-B6DE-44EC3B9D0F81}" type="presParOf" srcId="{1A5AA4F0-CBA6-4DC1-BA95-294FA49D68E6}" destId="{F79FB1EC-FF45-40C7-BCB6-021087AEF7A4}" srcOrd="0" destOrd="0" presId="urn:microsoft.com/office/officeart/2008/layout/HorizontalMultiLevelHierarchy"/>
    <dgm:cxn modelId="{62A2045D-ECDC-4E77-9A4F-1A037F510C52}" type="presParOf" srcId="{1A5AA4F0-CBA6-4DC1-BA95-294FA49D68E6}" destId="{D8836E39-B4A4-4487-81A7-7BAB37E5BE9D}" srcOrd="1" destOrd="0" presId="urn:microsoft.com/office/officeart/2008/layout/HorizontalMultiLevelHierarchy"/>
    <dgm:cxn modelId="{3D69FF9A-490D-4634-A599-59BCF2E54341}" type="presParOf" srcId="{D8836E39-B4A4-4487-81A7-7BAB37E5BE9D}" destId="{0D8E187A-7BFB-4E86-8920-897B6EBBCC7D}" srcOrd="0" destOrd="0" presId="urn:microsoft.com/office/officeart/2008/layout/HorizontalMultiLevelHierarchy"/>
    <dgm:cxn modelId="{B1703D0B-7AF5-4862-B455-73DB88909B99}" type="presParOf" srcId="{0D8E187A-7BFB-4E86-8920-897B6EBBCC7D}" destId="{8DCBB455-9808-4CB7-8DB9-5E8D68607B45}" srcOrd="0" destOrd="0" presId="urn:microsoft.com/office/officeart/2008/layout/HorizontalMultiLevelHierarchy"/>
    <dgm:cxn modelId="{A2925561-BCFB-4163-A02D-66C49CCA801F}" type="presParOf" srcId="{D8836E39-B4A4-4487-81A7-7BAB37E5BE9D}" destId="{6D16900C-6DB7-48C3-A7D0-561CAEE972C0}" srcOrd="1" destOrd="0" presId="urn:microsoft.com/office/officeart/2008/layout/HorizontalMultiLevelHierarchy"/>
    <dgm:cxn modelId="{07B84585-FC88-43B2-A4E9-96C5A44F1B28}" type="presParOf" srcId="{6D16900C-6DB7-48C3-A7D0-561CAEE972C0}" destId="{676AE3D0-5F4C-4EE7-B7E9-D1E6FBA3729D}" srcOrd="0" destOrd="0" presId="urn:microsoft.com/office/officeart/2008/layout/HorizontalMultiLevelHierarchy"/>
    <dgm:cxn modelId="{D6A2566D-AED1-4C26-BC10-C9B45E01F058}" type="presParOf" srcId="{6D16900C-6DB7-48C3-A7D0-561CAEE972C0}" destId="{5E927D94-D12B-44F7-9F08-27A62E0A8AEC}" srcOrd="1" destOrd="0" presId="urn:microsoft.com/office/officeart/2008/layout/HorizontalMultiLevelHierarchy"/>
    <dgm:cxn modelId="{A860C4EE-CBAE-4D07-81B6-BE839ECDEB46}" type="presParOf" srcId="{15760790-9539-44A9-A52D-58AB584996E5}" destId="{88664CCB-9214-4D82-86B3-EFDDCFEAF4FB}" srcOrd="16" destOrd="0" presId="urn:microsoft.com/office/officeart/2008/layout/HorizontalMultiLevelHierarchy"/>
    <dgm:cxn modelId="{FD807C35-309C-4BB0-9DF6-CFA16576E6F7}" type="presParOf" srcId="{88664CCB-9214-4D82-86B3-EFDDCFEAF4FB}" destId="{EE83F653-B2FA-4D4B-85D3-D5575E7023AC}" srcOrd="0" destOrd="0" presId="urn:microsoft.com/office/officeart/2008/layout/HorizontalMultiLevelHierarchy"/>
    <dgm:cxn modelId="{1DE63412-E6EC-4A36-81CB-DC749D3C2BE0}" type="presParOf" srcId="{15760790-9539-44A9-A52D-58AB584996E5}" destId="{9F7A3BE1-8606-43FD-B7EE-7A3DFB935645}" srcOrd="17" destOrd="0" presId="urn:microsoft.com/office/officeart/2008/layout/HorizontalMultiLevelHierarchy"/>
    <dgm:cxn modelId="{8F132370-6A5D-4DBD-A19C-5883990E7ADE}" type="presParOf" srcId="{9F7A3BE1-8606-43FD-B7EE-7A3DFB935645}" destId="{93341C07-B5F1-4CC7-BB14-0920D0E784AE}" srcOrd="0" destOrd="0" presId="urn:microsoft.com/office/officeart/2008/layout/HorizontalMultiLevelHierarchy"/>
    <dgm:cxn modelId="{72C82EC4-C2AC-4E2C-AEB3-20A10BF74CAD}" type="presParOf" srcId="{9F7A3BE1-8606-43FD-B7EE-7A3DFB935645}" destId="{6D0F1497-A2DD-48C8-9967-E8CCD380CFE3}" srcOrd="1" destOrd="0" presId="urn:microsoft.com/office/officeart/2008/layout/HorizontalMultiLevelHierarchy"/>
    <dgm:cxn modelId="{5B55D798-F699-4470-82FE-2C5A271F9B4B}" type="presParOf" srcId="{6D0F1497-A2DD-48C8-9967-E8CCD380CFE3}" destId="{35E7EF1D-6146-4506-8EDE-65ACDE987B1F}" srcOrd="0" destOrd="0" presId="urn:microsoft.com/office/officeart/2008/layout/HorizontalMultiLevelHierarchy"/>
    <dgm:cxn modelId="{32BD0822-4675-4299-9BA7-7D9947AA422C}" type="presParOf" srcId="{35E7EF1D-6146-4506-8EDE-65ACDE987B1F}" destId="{1C84CC54-3924-4BEC-8A67-8AE6C71DC410}" srcOrd="0" destOrd="0" presId="urn:microsoft.com/office/officeart/2008/layout/HorizontalMultiLevelHierarchy"/>
    <dgm:cxn modelId="{41EF524F-CC3E-4968-B748-1A17D8B591A3}" type="presParOf" srcId="{6D0F1497-A2DD-48C8-9967-E8CCD380CFE3}" destId="{69C64E1E-D40F-4B48-9D22-81718089A58F}" srcOrd="1" destOrd="0" presId="urn:microsoft.com/office/officeart/2008/layout/HorizontalMultiLevelHierarchy"/>
    <dgm:cxn modelId="{E5129D36-16A9-434C-AB07-64947639FB89}" type="presParOf" srcId="{69C64E1E-D40F-4B48-9D22-81718089A58F}" destId="{64157383-8302-466E-B954-AC5434009D24}" srcOrd="0" destOrd="0" presId="urn:microsoft.com/office/officeart/2008/layout/HorizontalMultiLevelHierarchy"/>
    <dgm:cxn modelId="{79DB3776-0C95-4C77-ADD7-6B887D614FB2}" type="presParOf" srcId="{69C64E1E-D40F-4B48-9D22-81718089A58F}" destId="{B6C93CC5-B961-4E3E-81AA-3CA24892CC1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Uso</a:t>
          </a:r>
          <a:endParaRPr lang="es-EC" dirty="0">
            <a:solidFill>
              <a:schemeClr val="bg1"/>
            </a:solidFill>
          </a:endParaRP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Seguros / Asistencia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Crédito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43C2C9CE-FB6B-4922-B62F-24129D0D74FE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Póliza</a:t>
          </a:r>
        </a:p>
      </dgm:t>
    </dgm:pt>
    <dgm:pt modelId="{062E7DA8-0F4D-4255-95A1-57CEFA146D1D}" type="par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182848E-C2F4-4CEA-ACAA-6EAAFCE1EE4B}" type="sib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B2DB83ED-41AF-4BCB-925B-2B612D563F67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Ahorro Meta</a:t>
          </a:r>
        </a:p>
      </dgm:t>
    </dgm:pt>
    <dgm:pt modelId="{D61E1BDC-FFB4-4FDA-9F8F-A2D38A22FC13}" type="par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5BE9560-3EDF-4CB5-9220-16F25EFEC07F}" type="sib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3A13E15-030F-42B2-A010-CCBD43D5DA6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Banca Virtual / Banca Virtual Empresa</a:t>
          </a:r>
        </a:p>
      </dgm:t>
    </dgm:pt>
    <dgm:pt modelId="{1BFF9B2F-01F0-4194-8B16-72C7004F37AD}" type="par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9858371F-9E0A-4784-A4B7-F1D338663087}" type="sib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DE09034-1577-4615-AE7A-187B4C369A9A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Hipotecario</a:t>
          </a:r>
        </a:p>
      </dgm:t>
    </dgm:pt>
    <dgm:pt modelId="{950148CB-A4C6-463D-AF37-AF261141D0EB}" type="par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F13E3D2-1026-4758-91E6-17B3CBDCA8B8}" type="sib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CC30B53-80CF-495C-9E37-AE840D0A54E9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1 deposito + 1 transferencia (</a:t>
          </a:r>
          <a:r>
            <a:rPr lang="es-EC" dirty="0" err="1">
              <a:solidFill>
                <a:schemeClr val="bg1"/>
              </a:solidFill>
            </a:rPr>
            <a:t>últ</a:t>
          </a:r>
          <a:r>
            <a:rPr lang="es-EC" dirty="0">
              <a:solidFill>
                <a:schemeClr val="bg1"/>
              </a:solidFill>
            </a:rPr>
            <a:t> mes)</a:t>
          </a:r>
        </a:p>
      </dgm:t>
    </dgm:pt>
    <dgm:pt modelId="{2194B898-C327-4D4E-88DA-2F67F1A8A247}" type="parTrans" cxnId="{B18DEC67-0299-4388-98EF-CC615B86A57B}">
      <dgm:prSet/>
      <dgm:spPr/>
      <dgm:t>
        <a:bodyPr/>
        <a:lstStyle/>
        <a:p>
          <a:endParaRPr lang="es-EC"/>
        </a:p>
      </dgm:t>
    </dgm:pt>
    <dgm:pt modelId="{E6CB6BCC-2022-4E26-8590-C6A9B6610F55}" type="sibTrans" cxnId="{B18DEC67-0299-4388-98EF-CC615B86A57B}">
      <dgm:prSet/>
      <dgm:spPr/>
      <dgm:t>
        <a:bodyPr/>
        <a:lstStyle/>
        <a:p>
          <a:endParaRPr lang="es-EC"/>
        </a:p>
      </dgm:t>
    </dgm:pt>
    <dgm:pt modelId="{6583610E-1A7C-4E10-B2E8-E0C19D00B9A0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consumo recurrente – </a:t>
          </a:r>
          <a:r>
            <a:rPr lang="es-EC" dirty="0" err="1">
              <a:solidFill>
                <a:schemeClr val="bg1"/>
              </a:solidFill>
            </a:rPr>
            <a:t>consmo</a:t>
          </a:r>
          <a:r>
            <a:rPr lang="es-EC" dirty="0">
              <a:solidFill>
                <a:schemeClr val="bg1"/>
              </a:solidFill>
            </a:rPr>
            <a:t> (ult mes</a:t>
          </a:r>
        </a:p>
      </dgm:t>
    </dgm:pt>
    <dgm:pt modelId="{B7683DED-10F4-4090-8D51-0CEAF7134D98}" type="parTrans" cxnId="{11812D2D-B1B3-45D5-A90D-17B62C27706E}">
      <dgm:prSet/>
      <dgm:spPr/>
      <dgm:t>
        <a:bodyPr/>
        <a:lstStyle/>
        <a:p>
          <a:endParaRPr lang="es-EC"/>
        </a:p>
      </dgm:t>
    </dgm:pt>
    <dgm:pt modelId="{667C098B-61D3-422E-A1FF-07987E7694DE}" type="sibTrans" cxnId="{11812D2D-B1B3-45D5-A90D-17B62C27706E}">
      <dgm:prSet/>
      <dgm:spPr/>
      <dgm:t>
        <a:bodyPr/>
        <a:lstStyle/>
        <a:p>
          <a:endParaRPr lang="es-EC"/>
        </a:p>
      </dgm:t>
    </dgm:pt>
    <dgm:pt modelId="{D24F37B4-0AF7-4F6F-ABF8-8A9141F9BE16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Saldo en Meta</a:t>
          </a:r>
        </a:p>
      </dgm:t>
    </dgm:pt>
    <dgm:pt modelId="{6CC69F66-5D34-423E-AF5E-53AB5F7CFF70}" type="parTrans" cxnId="{68DC6492-5C10-4F1E-A8D5-DF911FF2F10A}">
      <dgm:prSet/>
      <dgm:spPr/>
      <dgm:t>
        <a:bodyPr/>
        <a:lstStyle/>
        <a:p>
          <a:endParaRPr lang="es-EC"/>
        </a:p>
      </dgm:t>
    </dgm:pt>
    <dgm:pt modelId="{A6A15A12-A559-43CD-8975-B137DC458BB2}" type="sibTrans" cxnId="{68DC6492-5C10-4F1E-A8D5-DF911FF2F10A}">
      <dgm:prSet/>
      <dgm:spPr/>
      <dgm:t>
        <a:bodyPr/>
        <a:lstStyle/>
        <a:p>
          <a:endParaRPr lang="es-EC"/>
        </a:p>
      </dgm:t>
    </dgm:pt>
    <dgm:pt modelId="{B48D0B44-3110-4378-976A-B95BE2D92E56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Tener Producto</a:t>
          </a:r>
        </a:p>
      </dgm:t>
    </dgm:pt>
    <dgm:pt modelId="{7504140D-134C-4BA2-B28E-EE6998E30577}" type="parTrans" cxnId="{629499C5-E278-4881-818E-7314B6A9983D}">
      <dgm:prSet/>
      <dgm:spPr/>
      <dgm:t>
        <a:bodyPr/>
        <a:lstStyle/>
        <a:p>
          <a:endParaRPr lang="es-EC"/>
        </a:p>
      </dgm:t>
    </dgm:pt>
    <dgm:pt modelId="{E4E64A70-C914-4971-866C-CBF9CF78163D}" type="sibTrans" cxnId="{629499C5-E278-4881-818E-7314B6A9983D}">
      <dgm:prSet/>
      <dgm:spPr/>
      <dgm:t>
        <a:bodyPr/>
        <a:lstStyle/>
        <a:p>
          <a:endParaRPr lang="es-EC"/>
        </a:p>
      </dgm:t>
    </dgm:pt>
    <dgm:pt modelId="{948D3F28-4669-4EC4-923F-385FD3758F7A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Tener Producto</a:t>
          </a:r>
        </a:p>
      </dgm:t>
    </dgm:pt>
    <dgm:pt modelId="{9E50D789-F443-4F87-AABF-21B895119F63}" type="parTrans" cxnId="{EA34843C-EBCE-450E-9D09-82719DF160E4}">
      <dgm:prSet/>
      <dgm:spPr/>
      <dgm:t>
        <a:bodyPr/>
        <a:lstStyle/>
        <a:p>
          <a:endParaRPr lang="es-EC"/>
        </a:p>
      </dgm:t>
    </dgm:pt>
    <dgm:pt modelId="{B7E079C7-AD44-426C-8A80-C0CA0F1B966F}" type="sibTrans" cxnId="{EA34843C-EBCE-450E-9D09-82719DF160E4}">
      <dgm:prSet/>
      <dgm:spPr/>
      <dgm:t>
        <a:bodyPr/>
        <a:lstStyle/>
        <a:p>
          <a:endParaRPr lang="es-EC"/>
        </a:p>
      </dgm:t>
    </dgm:pt>
    <dgm:pt modelId="{9897D2E6-F94B-448B-8BE6-3285E665D56C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Tener Producto</a:t>
          </a:r>
        </a:p>
      </dgm:t>
    </dgm:pt>
    <dgm:pt modelId="{C9F7F83B-5B4E-4FAB-A909-C8D85E4AE524}" type="parTrans" cxnId="{D4DC6D06-967A-44CD-9269-82429B138CAF}">
      <dgm:prSet/>
      <dgm:spPr/>
      <dgm:t>
        <a:bodyPr/>
        <a:lstStyle/>
        <a:p>
          <a:endParaRPr lang="es-EC"/>
        </a:p>
      </dgm:t>
    </dgm:pt>
    <dgm:pt modelId="{1991202F-E28A-4D96-AA0C-25EC813BE1CA}" type="sibTrans" cxnId="{D4DC6D06-967A-44CD-9269-82429B138CAF}">
      <dgm:prSet/>
      <dgm:spPr/>
      <dgm:t>
        <a:bodyPr/>
        <a:lstStyle/>
        <a:p>
          <a:endParaRPr lang="es-EC"/>
        </a:p>
      </dgm:t>
    </dgm:pt>
    <dgm:pt modelId="{4074F581-04AF-4A88-A2B9-58FB6E5254C1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Tener Producto</a:t>
          </a:r>
        </a:p>
      </dgm:t>
    </dgm:pt>
    <dgm:pt modelId="{D2456FFE-F36C-467B-9DE2-B796DD2BB734}" type="parTrans" cxnId="{9495F7D6-AEC6-4E6F-A220-F7125D08A37C}">
      <dgm:prSet/>
      <dgm:spPr/>
      <dgm:t>
        <a:bodyPr/>
        <a:lstStyle/>
        <a:p>
          <a:endParaRPr lang="es-EC"/>
        </a:p>
      </dgm:t>
    </dgm:pt>
    <dgm:pt modelId="{5694B169-6083-4CE6-ADB0-3AD806D47EA4}" type="sibTrans" cxnId="{9495F7D6-AEC6-4E6F-A220-F7125D08A37C}">
      <dgm:prSet/>
      <dgm:spPr/>
      <dgm:t>
        <a:bodyPr/>
        <a:lstStyle/>
        <a:p>
          <a:endParaRPr lang="es-EC"/>
        </a:p>
      </dgm:t>
    </dgm:pt>
    <dgm:pt modelId="{B6140F67-7907-4206-B3F2-799B6774088D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Cliente Digital</a:t>
          </a:r>
        </a:p>
      </dgm:t>
    </dgm:pt>
    <dgm:pt modelId="{5BED75B8-F9CB-4F93-9113-8E17F4221FB1}" type="parTrans" cxnId="{3C2CE814-C70A-4E0D-B8EA-155DA9CB1568}">
      <dgm:prSet/>
      <dgm:spPr/>
      <dgm:t>
        <a:bodyPr/>
        <a:lstStyle/>
        <a:p>
          <a:endParaRPr lang="es-EC"/>
        </a:p>
      </dgm:t>
    </dgm:pt>
    <dgm:pt modelId="{F8A2730F-FEBE-4E6B-A076-8B916F9F43D7}" type="sibTrans" cxnId="{3C2CE814-C70A-4E0D-B8EA-155DA9CB1568}">
      <dgm:prSet/>
      <dgm:spPr/>
      <dgm:t>
        <a:bodyPr/>
        <a:lstStyle/>
        <a:p>
          <a:endParaRPr lang="es-EC"/>
        </a:p>
      </dgm:t>
    </dgm:pt>
    <dgm:pt modelId="{B64052CB-BE3E-428B-A360-07E8C24CCC0C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5F7CA2C7-BF1C-4D92-89BB-913C3FE228D5}" type="parTrans" cxnId="{6AB0E6D3-2D72-49CB-922F-F7DDFB3412B7}">
      <dgm:prSet/>
      <dgm:spPr/>
      <dgm:t>
        <a:bodyPr/>
        <a:lstStyle/>
        <a:p>
          <a:endParaRPr lang="es-EC"/>
        </a:p>
      </dgm:t>
    </dgm:pt>
    <dgm:pt modelId="{CE60FCFB-AB6D-4ED9-A6F3-913846F31EFC}" type="sibTrans" cxnId="{6AB0E6D3-2D72-49CB-922F-F7DDFB3412B7}">
      <dgm:prSet/>
      <dgm:spPr/>
      <dgm:t>
        <a:bodyPr/>
        <a:lstStyle/>
        <a:p>
          <a:endParaRPr lang="es-EC"/>
        </a:p>
      </dgm:t>
    </dgm:pt>
    <dgm:pt modelId="{6C2C6C0D-F038-48BF-A77A-0396757F631F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B6D3E7F0-AD88-4060-8B97-6B68D288808B}" type="parTrans" cxnId="{CC976535-82A9-4292-9E6F-E474CC0D4846}">
      <dgm:prSet/>
      <dgm:spPr/>
      <dgm:t>
        <a:bodyPr/>
        <a:lstStyle/>
        <a:p>
          <a:endParaRPr lang="es-EC"/>
        </a:p>
      </dgm:t>
    </dgm:pt>
    <dgm:pt modelId="{C0936F94-6589-4112-96E6-7D66E05D931C}" type="sibTrans" cxnId="{CC976535-82A9-4292-9E6F-E474CC0D4846}">
      <dgm:prSet/>
      <dgm:spPr/>
      <dgm:t>
        <a:bodyPr/>
        <a:lstStyle/>
        <a:p>
          <a:endParaRPr lang="es-EC"/>
        </a:p>
      </dgm:t>
    </dgm:pt>
    <dgm:pt modelId="{4C600106-8F02-465B-A4CD-0CBA6ED6368D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Débito (</a:t>
          </a:r>
          <a:r>
            <a:rPr lang="es-EC" dirty="0" err="1">
              <a:solidFill>
                <a:schemeClr val="bg1"/>
              </a:solidFill>
            </a:rPr>
            <a:t>últ</a:t>
          </a:r>
          <a:r>
            <a:rPr lang="es-EC" dirty="0">
              <a:solidFill>
                <a:schemeClr val="bg1"/>
              </a:solidFill>
            </a:rPr>
            <a:t> mes)</a:t>
          </a:r>
        </a:p>
      </dgm:t>
    </dgm:pt>
    <dgm:pt modelId="{F216DE7E-3334-4222-95FA-227277899B84}" type="parTrans" cxnId="{DB72C72A-0153-4D0A-B301-09AE4EBA8D00}">
      <dgm:prSet/>
      <dgm:spPr/>
      <dgm:t>
        <a:bodyPr/>
        <a:lstStyle/>
        <a:p>
          <a:endParaRPr lang="es-EC"/>
        </a:p>
      </dgm:t>
    </dgm:pt>
    <dgm:pt modelId="{AC990C1A-D79F-4FD3-A66D-317E3B0924A6}" type="sibTrans" cxnId="{DB72C72A-0153-4D0A-B301-09AE4EBA8D00}">
      <dgm:prSet/>
      <dgm:spPr/>
      <dgm:t>
        <a:bodyPr/>
        <a:lstStyle/>
        <a:p>
          <a:endParaRPr lang="es-EC"/>
        </a:p>
      </dgm:t>
    </dgm:pt>
    <dgm:pt modelId="{EE2C145F-630A-43D4-9DBF-44F891674202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1</a:t>
          </a:r>
        </a:p>
      </dgm:t>
    </dgm:pt>
    <dgm:pt modelId="{ACEB4D7F-AA28-40ED-93F7-336EFDA6045B}" type="parTrans" cxnId="{4C16059C-7D3B-444D-ABA9-60EC9F2D5CD3}">
      <dgm:prSet/>
      <dgm:spPr/>
      <dgm:t>
        <a:bodyPr/>
        <a:lstStyle/>
        <a:p>
          <a:endParaRPr lang="es-EC"/>
        </a:p>
      </dgm:t>
    </dgm:pt>
    <dgm:pt modelId="{8BC291A3-05A4-4FF9-BCAD-D00951AEA457}" type="sibTrans" cxnId="{4C16059C-7D3B-444D-ABA9-60EC9F2D5CD3}">
      <dgm:prSet/>
      <dgm:spPr/>
      <dgm:t>
        <a:bodyPr/>
        <a:lstStyle/>
        <a:p>
          <a:endParaRPr lang="es-EC"/>
        </a:p>
      </dgm:t>
    </dgm:pt>
    <dgm:pt modelId="{1D9A273D-1FBC-4DF9-9327-BA236040218D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0F307B27-365F-4572-9BEA-9980CAE2B7E2}" type="parTrans" cxnId="{75280D1D-76A5-4CDC-87AA-0738FDEC180B}">
      <dgm:prSet/>
      <dgm:spPr/>
      <dgm:t>
        <a:bodyPr/>
        <a:lstStyle/>
        <a:p>
          <a:endParaRPr lang="es-EC"/>
        </a:p>
      </dgm:t>
    </dgm:pt>
    <dgm:pt modelId="{D18D3C83-A8F8-4B0F-BBF7-AC3C021C1A87}" type="sibTrans" cxnId="{75280D1D-76A5-4CDC-87AA-0738FDEC180B}">
      <dgm:prSet/>
      <dgm:spPr/>
      <dgm:t>
        <a:bodyPr/>
        <a:lstStyle/>
        <a:p>
          <a:endParaRPr lang="es-EC"/>
        </a:p>
      </dgm:t>
    </dgm:pt>
    <dgm:pt modelId="{B14A0311-5726-4475-9E53-85C836AFC92C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42357B54-A9CE-4816-924C-DF487F79B752}" type="parTrans" cxnId="{B4D8B9DE-DF9B-4124-9934-B01FAF883BBE}">
      <dgm:prSet/>
      <dgm:spPr/>
      <dgm:t>
        <a:bodyPr/>
        <a:lstStyle/>
        <a:p>
          <a:endParaRPr lang="es-EC"/>
        </a:p>
      </dgm:t>
    </dgm:pt>
    <dgm:pt modelId="{D7D8E9BB-9A19-4692-8484-01876E384CB8}" type="sibTrans" cxnId="{B4D8B9DE-DF9B-4124-9934-B01FAF883BBE}">
      <dgm:prSet/>
      <dgm:spPr/>
      <dgm:t>
        <a:bodyPr/>
        <a:lstStyle/>
        <a:p>
          <a:endParaRPr lang="es-EC"/>
        </a:p>
      </dgm:t>
    </dgm:pt>
    <dgm:pt modelId="{4B8BF121-62A4-42D6-8D44-3CD0F5A21956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CA7C5D69-D6FC-4892-9597-36D34D7B757B}" type="parTrans" cxnId="{934F2523-3EDD-4856-8F1E-32AE6EEDE0CE}">
      <dgm:prSet/>
      <dgm:spPr/>
      <dgm:t>
        <a:bodyPr/>
        <a:lstStyle/>
        <a:p>
          <a:endParaRPr lang="es-EC"/>
        </a:p>
      </dgm:t>
    </dgm:pt>
    <dgm:pt modelId="{0B2F41B0-D65D-4399-A01C-2330905C7F0D}" type="sibTrans" cxnId="{934F2523-3EDD-4856-8F1E-32AE6EEDE0CE}">
      <dgm:prSet/>
      <dgm:spPr/>
      <dgm:t>
        <a:bodyPr/>
        <a:lstStyle/>
        <a:p>
          <a:endParaRPr lang="es-EC"/>
        </a:p>
      </dgm:t>
    </dgm:pt>
    <dgm:pt modelId="{8227352B-B68B-42C2-86D3-836F3AECFF93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95289957-C481-46A5-9961-6F007BB5639B}" type="parTrans" cxnId="{3A5EDFDB-4B7B-465C-B6F8-5BE63E03B313}">
      <dgm:prSet/>
      <dgm:spPr/>
      <dgm:t>
        <a:bodyPr/>
        <a:lstStyle/>
        <a:p>
          <a:endParaRPr lang="es-EC"/>
        </a:p>
      </dgm:t>
    </dgm:pt>
    <dgm:pt modelId="{14560264-AD83-4BCC-9AEA-6CB17DDC4BBE}" type="sibTrans" cxnId="{3A5EDFDB-4B7B-465C-B6F8-5BE63E03B313}">
      <dgm:prSet/>
      <dgm:spPr/>
      <dgm:t>
        <a:bodyPr/>
        <a:lstStyle/>
        <a:p>
          <a:endParaRPr lang="es-EC"/>
        </a:p>
      </dgm:t>
    </dgm:pt>
    <dgm:pt modelId="{B7F23F51-714B-4CC5-B895-74511E2C08B0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F4766236-2E60-4496-BE2D-DDA0A2830C6F}" type="parTrans" cxnId="{0FE9BB40-8654-46A5-A93A-1DD2531F9228}">
      <dgm:prSet/>
      <dgm:spPr/>
      <dgm:t>
        <a:bodyPr/>
        <a:lstStyle/>
        <a:p>
          <a:endParaRPr lang="es-EC"/>
        </a:p>
      </dgm:t>
    </dgm:pt>
    <dgm:pt modelId="{2CBA1ACC-13CE-474A-9329-8ADE3D9C29ED}" type="sibTrans" cxnId="{0FE9BB40-8654-46A5-A93A-1DD2531F9228}">
      <dgm:prSet/>
      <dgm:spPr/>
      <dgm:t>
        <a:bodyPr/>
        <a:lstStyle/>
        <a:p>
          <a:endParaRPr lang="es-EC"/>
        </a:p>
      </dgm:t>
    </dgm:pt>
    <dgm:pt modelId="{42A41EC5-2025-4CD8-97FA-81FBABC0ADA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1</a:t>
          </a:r>
        </a:p>
      </dgm:t>
    </dgm:pt>
    <dgm:pt modelId="{A6FDB82A-259F-423A-8A53-30F7942AB2B3}" type="parTrans" cxnId="{FDF1B41C-26FB-4E26-B4DE-3CD07C59CCB6}">
      <dgm:prSet/>
      <dgm:spPr/>
      <dgm:t>
        <a:bodyPr/>
        <a:lstStyle/>
        <a:p>
          <a:endParaRPr lang="es-EC"/>
        </a:p>
      </dgm:t>
    </dgm:pt>
    <dgm:pt modelId="{9F0FC837-061F-49B1-A15E-EAFB301FF3B7}" type="sibTrans" cxnId="{FDF1B41C-26FB-4E26-B4DE-3CD07C59CCB6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9"/>
      <dgm:spPr/>
    </dgm:pt>
    <dgm:pt modelId="{81E432F6-3EF7-4549-811C-B578FA37B5ED}" type="pres">
      <dgm:prSet presAssocID="{DC92EE81-E160-409C-8D57-13731F9F37AC}" presName="connTx" presStyleLbl="parChTrans1D2" presStyleIdx="0" presStyleCnt="9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9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3F3348B2-04C2-46F8-8EB7-421170EC45A5}" type="pres">
      <dgm:prSet presAssocID="{2194B898-C327-4D4E-88DA-2F67F1A8A247}" presName="conn2-1" presStyleLbl="parChTrans1D3" presStyleIdx="0" presStyleCnt="9"/>
      <dgm:spPr/>
    </dgm:pt>
    <dgm:pt modelId="{0C90F4FC-85D3-4791-86E5-D9986B869FC4}" type="pres">
      <dgm:prSet presAssocID="{2194B898-C327-4D4E-88DA-2F67F1A8A247}" presName="connTx" presStyleLbl="parChTrans1D3" presStyleIdx="0" presStyleCnt="9"/>
      <dgm:spPr/>
    </dgm:pt>
    <dgm:pt modelId="{B94510B3-BBC4-4774-8283-7091DF1C7CF7}" type="pres">
      <dgm:prSet presAssocID="{FCC30B53-80CF-495C-9E37-AE840D0A54E9}" presName="root2" presStyleCnt="0"/>
      <dgm:spPr/>
    </dgm:pt>
    <dgm:pt modelId="{0D1B3F7F-30ED-4F6C-931F-D0F75EB516EC}" type="pres">
      <dgm:prSet presAssocID="{FCC30B53-80CF-495C-9E37-AE840D0A54E9}" presName="LevelTwoTextNode" presStyleLbl="node3" presStyleIdx="0" presStyleCnt="9">
        <dgm:presLayoutVars>
          <dgm:chPref val="3"/>
        </dgm:presLayoutVars>
      </dgm:prSet>
      <dgm:spPr/>
    </dgm:pt>
    <dgm:pt modelId="{D9250867-03C7-4A5E-AC1C-B73262C6F20F}" type="pres">
      <dgm:prSet presAssocID="{FCC30B53-80CF-495C-9E37-AE840D0A54E9}" presName="level3hierChild" presStyleCnt="0"/>
      <dgm:spPr/>
    </dgm:pt>
    <dgm:pt modelId="{A127D93A-C082-4168-98F1-0A3741E23D2D}" type="pres">
      <dgm:prSet presAssocID="{5F7CA2C7-BF1C-4D92-89BB-913C3FE228D5}" presName="conn2-1" presStyleLbl="parChTrans1D4" presStyleIdx="0" presStyleCnt="9"/>
      <dgm:spPr/>
    </dgm:pt>
    <dgm:pt modelId="{7588EB7B-8CD0-4D95-A555-6D9BAA0DAB7D}" type="pres">
      <dgm:prSet presAssocID="{5F7CA2C7-BF1C-4D92-89BB-913C3FE228D5}" presName="connTx" presStyleLbl="parChTrans1D4" presStyleIdx="0" presStyleCnt="9"/>
      <dgm:spPr/>
    </dgm:pt>
    <dgm:pt modelId="{42D1C9A8-B1E9-46B1-9851-8F605CD35EB7}" type="pres">
      <dgm:prSet presAssocID="{B64052CB-BE3E-428B-A360-07E8C24CCC0C}" presName="root2" presStyleCnt="0"/>
      <dgm:spPr/>
    </dgm:pt>
    <dgm:pt modelId="{0B6CCB4A-7225-4330-8D7C-CAD770CEC914}" type="pres">
      <dgm:prSet presAssocID="{B64052CB-BE3E-428B-A360-07E8C24CCC0C}" presName="LevelTwoTextNode" presStyleLbl="node4" presStyleIdx="0" presStyleCnt="9" custScaleX="48217">
        <dgm:presLayoutVars>
          <dgm:chPref val="3"/>
        </dgm:presLayoutVars>
      </dgm:prSet>
      <dgm:spPr/>
    </dgm:pt>
    <dgm:pt modelId="{6AEA6B9D-B290-471D-A07D-D3A27FE028C8}" type="pres">
      <dgm:prSet presAssocID="{B64052CB-BE3E-428B-A360-07E8C24CCC0C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9"/>
      <dgm:spPr/>
    </dgm:pt>
    <dgm:pt modelId="{37CD627C-8293-4029-B114-AA7B7535644E}" type="pres">
      <dgm:prSet presAssocID="{1EAAA8DD-4A75-4985-B423-64C84D4EE993}" presName="connTx" presStyleLbl="parChTrans1D2" presStyleIdx="1" presStyleCnt="9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9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5E4E42DD-3DC5-4B9C-A797-9F0465C2C0C2}" type="pres">
      <dgm:prSet presAssocID="{B7683DED-10F4-4090-8D51-0CEAF7134D98}" presName="conn2-1" presStyleLbl="parChTrans1D3" presStyleIdx="1" presStyleCnt="9"/>
      <dgm:spPr/>
    </dgm:pt>
    <dgm:pt modelId="{D8B29C5C-0816-4F81-865B-7EB6704402BF}" type="pres">
      <dgm:prSet presAssocID="{B7683DED-10F4-4090-8D51-0CEAF7134D98}" presName="connTx" presStyleLbl="parChTrans1D3" presStyleIdx="1" presStyleCnt="9"/>
      <dgm:spPr/>
    </dgm:pt>
    <dgm:pt modelId="{9021E3EC-0051-4559-A960-AB02ED1D8C43}" type="pres">
      <dgm:prSet presAssocID="{6583610E-1A7C-4E10-B2E8-E0C19D00B9A0}" presName="root2" presStyleCnt="0"/>
      <dgm:spPr/>
    </dgm:pt>
    <dgm:pt modelId="{6F6144C2-8CC6-4AA7-AF21-168289CF647E}" type="pres">
      <dgm:prSet presAssocID="{6583610E-1A7C-4E10-B2E8-E0C19D00B9A0}" presName="LevelTwoTextNode" presStyleLbl="node3" presStyleIdx="1" presStyleCnt="9">
        <dgm:presLayoutVars>
          <dgm:chPref val="3"/>
        </dgm:presLayoutVars>
      </dgm:prSet>
      <dgm:spPr/>
    </dgm:pt>
    <dgm:pt modelId="{DBCBC2FA-183D-4AC0-BA7A-238300C608E2}" type="pres">
      <dgm:prSet presAssocID="{6583610E-1A7C-4E10-B2E8-E0C19D00B9A0}" presName="level3hierChild" presStyleCnt="0"/>
      <dgm:spPr/>
    </dgm:pt>
    <dgm:pt modelId="{E66A7893-53DE-4C20-97F3-42A6AE3BBEA4}" type="pres">
      <dgm:prSet presAssocID="{B6D3E7F0-AD88-4060-8B97-6B68D288808B}" presName="conn2-1" presStyleLbl="parChTrans1D4" presStyleIdx="1" presStyleCnt="9"/>
      <dgm:spPr/>
    </dgm:pt>
    <dgm:pt modelId="{CCFCC316-DBF4-40CD-AB29-B3F58DFFD053}" type="pres">
      <dgm:prSet presAssocID="{B6D3E7F0-AD88-4060-8B97-6B68D288808B}" presName="connTx" presStyleLbl="parChTrans1D4" presStyleIdx="1" presStyleCnt="9"/>
      <dgm:spPr/>
    </dgm:pt>
    <dgm:pt modelId="{0EE56E90-DAD1-421C-8338-2EF21C3A506E}" type="pres">
      <dgm:prSet presAssocID="{6C2C6C0D-F038-48BF-A77A-0396757F631F}" presName="root2" presStyleCnt="0"/>
      <dgm:spPr/>
    </dgm:pt>
    <dgm:pt modelId="{B4C17056-AF94-4420-AB8F-2D52248DC182}" type="pres">
      <dgm:prSet presAssocID="{6C2C6C0D-F038-48BF-A77A-0396757F631F}" presName="LevelTwoTextNode" presStyleLbl="node4" presStyleIdx="1" presStyleCnt="9" custScaleX="48217">
        <dgm:presLayoutVars>
          <dgm:chPref val="3"/>
        </dgm:presLayoutVars>
      </dgm:prSet>
      <dgm:spPr/>
    </dgm:pt>
    <dgm:pt modelId="{1AA6312F-4947-40C0-B2BE-707601400B52}" type="pres">
      <dgm:prSet presAssocID="{6C2C6C0D-F038-48BF-A77A-0396757F631F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9"/>
      <dgm:spPr/>
    </dgm:pt>
    <dgm:pt modelId="{CE810C7E-C3EF-4168-95BF-2980E8095076}" type="pres">
      <dgm:prSet presAssocID="{6A43294B-A1CB-4D6F-B453-0FF0E5776867}" presName="connTx" presStyleLbl="parChTrans1D2" presStyleIdx="2" presStyleCnt="9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9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0B2C3DEE-29F0-4A70-9C19-F3A6568122D1}" type="pres">
      <dgm:prSet presAssocID="{F216DE7E-3334-4222-95FA-227277899B84}" presName="conn2-1" presStyleLbl="parChTrans1D3" presStyleIdx="2" presStyleCnt="9"/>
      <dgm:spPr/>
    </dgm:pt>
    <dgm:pt modelId="{D0460D2A-98B4-4457-AD5C-1B61D4B2581C}" type="pres">
      <dgm:prSet presAssocID="{F216DE7E-3334-4222-95FA-227277899B84}" presName="connTx" presStyleLbl="parChTrans1D3" presStyleIdx="2" presStyleCnt="9"/>
      <dgm:spPr/>
    </dgm:pt>
    <dgm:pt modelId="{D5A49201-80A1-4D17-8C96-50565380FDD4}" type="pres">
      <dgm:prSet presAssocID="{4C600106-8F02-465B-A4CD-0CBA6ED6368D}" presName="root2" presStyleCnt="0"/>
      <dgm:spPr/>
    </dgm:pt>
    <dgm:pt modelId="{7BB34EAD-A9D4-4433-82FB-8D85B83831B2}" type="pres">
      <dgm:prSet presAssocID="{4C600106-8F02-465B-A4CD-0CBA6ED6368D}" presName="LevelTwoTextNode" presStyleLbl="node3" presStyleIdx="2" presStyleCnt="9">
        <dgm:presLayoutVars>
          <dgm:chPref val="3"/>
        </dgm:presLayoutVars>
      </dgm:prSet>
      <dgm:spPr/>
    </dgm:pt>
    <dgm:pt modelId="{BD786D60-D357-49D5-AEEF-D726E602D51C}" type="pres">
      <dgm:prSet presAssocID="{4C600106-8F02-465B-A4CD-0CBA6ED6368D}" presName="level3hierChild" presStyleCnt="0"/>
      <dgm:spPr/>
    </dgm:pt>
    <dgm:pt modelId="{60DB86B8-AB26-4AE4-820F-80100E439A3D}" type="pres">
      <dgm:prSet presAssocID="{ACEB4D7F-AA28-40ED-93F7-336EFDA6045B}" presName="conn2-1" presStyleLbl="parChTrans1D4" presStyleIdx="2" presStyleCnt="9"/>
      <dgm:spPr/>
    </dgm:pt>
    <dgm:pt modelId="{486C6242-DD8D-402E-9699-C0DC4B6AA9AB}" type="pres">
      <dgm:prSet presAssocID="{ACEB4D7F-AA28-40ED-93F7-336EFDA6045B}" presName="connTx" presStyleLbl="parChTrans1D4" presStyleIdx="2" presStyleCnt="9"/>
      <dgm:spPr/>
    </dgm:pt>
    <dgm:pt modelId="{5942E6F4-853E-410C-B6A9-A07556C861DE}" type="pres">
      <dgm:prSet presAssocID="{EE2C145F-630A-43D4-9DBF-44F891674202}" presName="root2" presStyleCnt="0"/>
      <dgm:spPr/>
    </dgm:pt>
    <dgm:pt modelId="{B2BD390E-5AA1-48EE-BC8C-249D037084F5}" type="pres">
      <dgm:prSet presAssocID="{EE2C145F-630A-43D4-9DBF-44F891674202}" presName="LevelTwoTextNode" presStyleLbl="node4" presStyleIdx="2" presStyleCnt="9" custScaleX="48217">
        <dgm:presLayoutVars>
          <dgm:chPref val="3"/>
        </dgm:presLayoutVars>
      </dgm:prSet>
      <dgm:spPr/>
    </dgm:pt>
    <dgm:pt modelId="{7A9DDC9E-4939-4AE9-B028-7ACCBBF8AFB7}" type="pres">
      <dgm:prSet presAssocID="{EE2C145F-630A-43D4-9DBF-44F891674202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9"/>
      <dgm:spPr/>
    </dgm:pt>
    <dgm:pt modelId="{B1DAB71E-6E0D-4893-9248-FF2AC3D62576}" type="pres">
      <dgm:prSet presAssocID="{8BE22E42-DB0A-4790-87BD-8B0CEA94CA04}" presName="connTx" presStyleLbl="parChTrans1D2" presStyleIdx="3" presStyleCnt="9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9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1025C237-A869-49AD-9337-1D7407CAC99C}" type="pres">
      <dgm:prSet presAssocID="{C9F7F83B-5B4E-4FAB-A909-C8D85E4AE524}" presName="conn2-1" presStyleLbl="parChTrans1D3" presStyleIdx="3" presStyleCnt="9"/>
      <dgm:spPr/>
    </dgm:pt>
    <dgm:pt modelId="{68136AC4-BDD7-4777-A2D7-6110A212B42A}" type="pres">
      <dgm:prSet presAssocID="{C9F7F83B-5B4E-4FAB-A909-C8D85E4AE524}" presName="connTx" presStyleLbl="parChTrans1D3" presStyleIdx="3" presStyleCnt="9"/>
      <dgm:spPr/>
    </dgm:pt>
    <dgm:pt modelId="{80A61EC3-92FE-4EE6-9E70-BD5267F31811}" type="pres">
      <dgm:prSet presAssocID="{9897D2E6-F94B-448B-8BE6-3285E665D56C}" presName="root2" presStyleCnt="0"/>
      <dgm:spPr/>
    </dgm:pt>
    <dgm:pt modelId="{0BA20883-AC06-46A2-BDB2-084685A86392}" type="pres">
      <dgm:prSet presAssocID="{9897D2E6-F94B-448B-8BE6-3285E665D56C}" presName="LevelTwoTextNode" presStyleLbl="node3" presStyleIdx="3" presStyleCnt="9">
        <dgm:presLayoutVars>
          <dgm:chPref val="3"/>
        </dgm:presLayoutVars>
      </dgm:prSet>
      <dgm:spPr/>
    </dgm:pt>
    <dgm:pt modelId="{7D044068-356B-488A-9310-E9F4C93B5059}" type="pres">
      <dgm:prSet presAssocID="{9897D2E6-F94B-448B-8BE6-3285E665D56C}" presName="level3hierChild" presStyleCnt="0"/>
      <dgm:spPr/>
    </dgm:pt>
    <dgm:pt modelId="{E3EB1B03-3487-40DA-947F-CE0DCBC1024C}" type="pres">
      <dgm:prSet presAssocID="{0F307B27-365F-4572-9BEA-9980CAE2B7E2}" presName="conn2-1" presStyleLbl="parChTrans1D4" presStyleIdx="3" presStyleCnt="9"/>
      <dgm:spPr/>
    </dgm:pt>
    <dgm:pt modelId="{AB6BADEB-E717-4F4C-8BB1-05E739A15FD2}" type="pres">
      <dgm:prSet presAssocID="{0F307B27-365F-4572-9BEA-9980CAE2B7E2}" presName="connTx" presStyleLbl="parChTrans1D4" presStyleIdx="3" presStyleCnt="9"/>
      <dgm:spPr/>
    </dgm:pt>
    <dgm:pt modelId="{966F375D-DB9F-46A4-8167-E294611ED68F}" type="pres">
      <dgm:prSet presAssocID="{1D9A273D-1FBC-4DF9-9327-BA236040218D}" presName="root2" presStyleCnt="0"/>
      <dgm:spPr/>
    </dgm:pt>
    <dgm:pt modelId="{FBC4DB25-4C66-409B-8343-CDA5C3416EF5}" type="pres">
      <dgm:prSet presAssocID="{1D9A273D-1FBC-4DF9-9327-BA236040218D}" presName="LevelTwoTextNode" presStyleLbl="node4" presStyleIdx="3" presStyleCnt="9" custScaleX="48217">
        <dgm:presLayoutVars>
          <dgm:chPref val="3"/>
        </dgm:presLayoutVars>
      </dgm:prSet>
      <dgm:spPr/>
    </dgm:pt>
    <dgm:pt modelId="{7AFBB4E0-5F87-45C3-8E39-4C985447C8BA}" type="pres">
      <dgm:prSet presAssocID="{1D9A273D-1FBC-4DF9-9327-BA236040218D}" presName="level3hierChild" presStyleCnt="0"/>
      <dgm:spPr/>
    </dgm:pt>
    <dgm:pt modelId="{FE9BAB8F-E46F-4F0B-9F5C-E8662C1E6217}" type="pres">
      <dgm:prSet presAssocID="{062E7DA8-0F4D-4255-95A1-57CEFA146D1D}" presName="conn2-1" presStyleLbl="parChTrans1D2" presStyleIdx="4" presStyleCnt="9"/>
      <dgm:spPr/>
    </dgm:pt>
    <dgm:pt modelId="{BF41CCA9-4415-4941-A18B-00E2CD618542}" type="pres">
      <dgm:prSet presAssocID="{062E7DA8-0F4D-4255-95A1-57CEFA146D1D}" presName="connTx" presStyleLbl="parChTrans1D2" presStyleIdx="4" presStyleCnt="9"/>
      <dgm:spPr/>
    </dgm:pt>
    <dgm:pt modelId="{793784E1-95B3-48EF-A4BD-64F431A89F0C}" type="pres">
      <dgm:prSet presAssocID="{43C2C9CE-FB6B-4922-B62F-24129D0D74FE}" presName="root2" presStyleCnt="0"/>
      <dgm:spPr/>
    </dgm:pt>
    <dgm:pt modelId="{DAE82DBF-0D60-41F0-896E-3650DCF6B75A}" type="pres">
      <dgm:prSet presAssocID="{43C2C9CE-FB6B-4922-B62F-24129D0D74FE}" presName="LevelTwoTextNode" presStyleLbl="node2" presStyleIdx="4" presStyleCnt="9">
        <dgm:presLayoutVars>
          <dgm:chPref val="3"/>
        </dgm:presLayoutVars>
      </dgm:prSet>
      <dgm:spPr/>
    </dgm:pt>
    <dgm:pt modelId="{886F5094-6F41-45A7-A523-4206CD241528}" type="pres">
      <dgm:prSet presAssocID="{43C2C9CE-FB6B-4922-B62F-24129D0D74FE}" presName="level3hierChild" presStyleCnt="0"/>
      <dgm:spPr/>
    </dgm:pt>
    <dgm:pt modelId="{6E352E3A-D0F9-481B-A998-5B020A8C76CE}" type="pres">
      <dgm:prSet presAssocID="{D2456FFE-F36C-467B-9DE2-B796DD2BB734}" presName="conn2-1" presStyleLbl="parChTrans1D3" presStyleIdx="4" presStyleCnt="9"/>
      <dgm:spPr/>
    </dgm:pt>
    <dgm:pt modelId="{528AD2A8-E3A7-4DC2-821F-0125D89457A2}" type="pres">
      <dgm:prSet presAssocID="{D2456FFE-F36C-467B-9DE2-B796DD2BB734}" presName="connTx" presStyleLbl="parChTrans1D3" presStyleIdx="4" presStyleCnt="9"/>
      <dgm:spPr/>
    </dgm:pt>
    <dgm:pt modelId="{2BC4C651-4E5E-4935-A698-2E6D6FFB085B}" type="pres">
      <dgm:prSet presAssocID="{4074F581-04AF-4A88-A2B9-58FB6E5254C1}" presName="root2" presStyleCnt="0"/>
      <dgm:spPr/>
    </dgm:pt>
    <dgm:pt modelId="{A84F1D51-BB5A-4796-9230-3A120D891569}" type="pres">
      <dgm:prSet presAssocID="{4074F581-04AF-4A88-A2B9-58FB6E5254C1}" presName="LevelTwoTextNode" presStyleLbl="node3" presStyleIdx="4" presStyleCnt="9">
        <dgm:presLayoutVars>
          <dgm:chPref val="3"/>
        </dgm:presLayoutVars>
      </dgm:prSet>
      <dgm:spPr/>
    </dgm:pt>
    <dgm:pt modelId="{D285AB33-C789-49C6-B677-6A053047F1B5}" type="pres">
      <dgm:prSet presAssocID="{4074F581-04AF-4A88-A2B9-58FB6E5254C1}" presName="level3hierChild" presStyleCnt="0"/>
      <dgm:spPr/>
    </dgm:pt>
    <dgm:pt modelId="{FE941F1F-20CA-4C55-B397-5F4B1C4D50F1}" type="pres">
      <dgm:prSet presAssocID="{42357B54-A9CE-4816-924C-DF487F79B752}" presName="conn2-1" presStyleLbl="parChTrans1D4" presStyleIdx="4" presStyleCnt="9"/>
      <dgm:spPr/>
    </dgm:pt>
    <dgm:pt modelId="{FF359B89-0B39-4CE3-93E2-CD1A931C3CEA}" type="pres">
      <dgm:prSet presAssocID="{42357B54-A9CE-4816-924C-DF487F79B752}" presName="connTx" presStyleLbl="parChTrans1D4" presStyleIdx="4" presStyleCnt="9"/>
      <dgm:spPr/>
    </dgm:pt>
    <dgm:pt modelId="{44CF7D89-EE5D-4055-8FBA-F70B7343411E}" type="pres">
      <dgm:prSet presAssocID="{B14A0311-5726-4475-9E53-85C836AFC92C}" presName="root2" presStyleCnt="0"/>
      <dgm:spPr/>
    </dgm:pt>
    <dgm:pt modelId="{A3CE5435-1141-42DD-980C-414E23182890}" type="pres">
      <dgm:prSet presAssocID="{B14A0311-5726-4475-9E53-85C836AFC92C}" presName="LevelTwoTextNode" presStyleLbl="node4" presStyleIdx="4" presStyleCnt="9" custScaleX="48217">
        <dgm:presLayoutVars>
          <dgm:chPref val="3"/>
        </dgm:presLayoutVars>
      </dgm:prSet>
      <dgm:spPr/>
    </dgm:pt>
    <dgm:pt modelId="{0613B88B-6C5F-4837-B3B7-2E2843919BBC}" type="pres">
      <dgm:prSet presAssocID="{B14A0311-5726-4475-9E53-85C836AFC92C}" presName="level3hierChild" presStyleCnt="0"/>
      <dgm:spPr/>
    </dgm:pt>
    <dgm:pt modelId="{F7C38909-BE07-464E-834D-BDCFBA258100}" type="pres">
      <dgm:prSet presAssocID="{D61E1BDC-FFB4-4FDA-9F8F-A2D38A22FC13}" presName="conn2-1" presStyleLbl="parChTrans1D2" presStyleIdx="5" presStyleCnt="9"/>
      <dgm:spPr/>
    </dgm:pt>
    <dgm:pt modelId="{2D59348E-CC92-4EDA-8DAB-F0153DE00DFE}" type="pres">
      <dgm:prSet presAssocID="{D61E1BDC-FFB4-4FDA-9F8F-A2D38A22FC13}" presName="connTx" presStyleLbl="parChTrans1D2" presStyleIdx="5" presStyleCnt="9"/>
      <dgm:spPr/>
    </dgm:pt>
    <dgm:pt modelId="{09E3E5F7-6710-42A6-8755-1B392952BE7A}" type="pres">
      <dgm:prSet presAssocID="{B2DB83ED-41AF-4BCB-925B-2B612D563F67}" presName="root2" presStyleCnt="0"/>
      <dgm:spPr/>
    </dgm:pt>
    <dgm:pt modelId="{FDF91A2A-2A66-4C6C-A86A-CDF4326DA8EE}" type="pres">
      <dgm:prSet presAssocID="{B2DB83ED-41AF-4BCB-925B-2B612D563F67}" presName="LevelTwoTextNode" presStyleLbl="node2" presStyleIdx="5" presStyleCnt="9">
        <dgm:presLayoutVars>
          <dgm:chPref val="3"/>
        </dgm:presLayoutVars>
      </dgm:prSet>
      <dgm:spPr/>
    </dgm:pt>
    <dgm:pt modelId="{CF943F71-00A5-4A37-9AA2-340A74FF6AAC}" type="pres">
      <dgm:prSet presAssocID="{B2DB83ED-41AF-4BCB-925B-2B612D563F67}" presName="level3hierChild" presStyleCnt="0"/>
      <dgm:spPr/>
    </dgm:pt>
    <dgm:pt modelId="{4D78C0FD-C85D-44AE-95F1-5625C530C688}" type="pres">
      <dgm:prSet presAssocID="{6CC69F66-5D34-423E-AF5E-53AB5F7CFF70}" presName="conn2-1" presStyleLbl="parChTrans1D3" presStyleIdx="5" presStyleCnt="9"/>
      <dgm:spPr/>
    </dgm:pt>
    <dgm:pt modelId="{FCB80174-977E-4FDC-A16B-7D1437C183F2}" type="pres">
      <dgm:prSet presAssocID="{6CC69F66-5D34-423E-AF5E-53AB5F7CFF70}" presName="connTx" presStyleLbl="parChTrans1D3" presStyleIdx="5" presStyleCnt="9"/>
      <dgm:spPr/>
    </dgm:pt>
    <dgm:pt modelId="{F99645D6-B775-44B3-BD68-DE35BE73F39D}" type="pres">
      <dgm:prSet presAssocID="{D24F37B4-0AF7-4F6F-ABF8-8A9141F9BE16}" presName="root2" presStyleCnt="0"/>
      <dgm:spPr/>
    </dgm:pt>
    <dgm:pt modelId="{39579ECC-5A3F-4DBE-B681-3E450FCC0508}" type="pres">
      <dgm:prSet presAssocID="{D24F37B4-0AF7-4F6F-ABF8-8A9141F9BE16}" presName="LevelTwoTextNode" presStyleLbl="node3" presStyleIdx="5" presStyleCnt="9">
        <dgm:presLayoutVars>
          <dgm:chPref val="3"/>
        </dgm:presLayoutVars>
      </dgm:prSet>
      <dgm:spPr/>
    </dgm:pt>
    <dgm:pt modelId="{78FD9C01-7CBE-48E1-A65D-369494ADF49C}" type="pres">
      <dgm:prSet presAssocID="{D24F37B4-0AF7-4F6F-ABF8-8A9141F9BE16}" presName="level3hierChild" presStyleCnt="0"/>
      <dgm:spPr/>
    </dgm:pt>
    <dgm:pt modelId="{7B24AA88-93EC-4ACD-A3A2-F98FFA8C9C81}" type="pres">
      <dgm:prSet presAssocID="{CA7C5D69-D6FC-4892-9597-36D34D7B757B}" presName="conn2-1" presStyleLbl="parChTrans1D4" presStyleIdx="5" presStyleCnt="9"/>
      <dgm:spPr/>
    </dgm:pt>
    <dgm:pt modelId="{8356AC79-2EF4-49C1-9BE8-D778171D8DF5}" type="pres">
      <dgm:prSet presAssocID="{CA7C5D69-D6FC-4892-9597-36D34D7B757B}" presName="connTx" presStyleLbl="parChTrans1D4" presStyleIdx="5" presStyleCnt="9"/>
      <dgm:spPr/>
    </dgm:pt>
    <dgm:pt modelId="{B884D676-ADA4-4875-AA6D-A4A162F85EBB}" type="pres">
      <dgm:prSet presAssocID="{4B8BF121-62A4-42D6-8D44-3CD0F5A21956}" presName="root2" presStyleCnt="0"/>
      <dgm:spPr/>
    </dgm:pt>
    <dgm:pt modelId="{6C0DA723-208C-456B-8DC0-14BE49161222}" type="pres">
      <dgm:prSet presAssocID="{4B8BF121-62A4-42D6-8D44-3CD0F5A21956}" presName="LevelTwoTextNode" presStyleLbl="node4" presStyleIdx="5" presStyleCnt="9" custScaleX="48217">
        <dgm:presLayoutVars>
          <dgm:chPref val="3"/>
        </dgm:presLayoutVars>
      </dgm:prSet>
      <dgm:spPr/>
    </dgm:pt>
    <dgm:pt modelId="{F326B291-A370-49E2-93C5-92A41CE46CFA}" type="pres">
      <dgm:prSet presAssocID="{4B8BF121-62A4-42D6-8D44-3CD0F5A21956}" presName="level3hierChild" presStyleCnt="0"/>
      <dgm:spPr/>
    </dgm:pt>
    <dgm:pt modelId="{EA21B7AA-9486-4067-B349-50CE4D95F9B9}" type="pres">
      <dgm:prSet presAssocID="{950148CB-A4C6-463D-AF37-AF261141D0EB}" presName="conn2-1" presStyleLbl="parChTrans1D2" presStyleIdx="6" presStyleCnt="9"/>
      <dgm:spPr/>
    </dgm:pt>
    <dgm:pt modelId="{46C640A8-4221-49EA-B21F-B4D90F5A805F}" type="pres">
      <dgm:prSet presAssocID="{950148CB-A4C6-463D-AF37-AF261141D0EB}" presName="connTx" presStyleLbl="parChTrans1D2" presStyleIdx="6" presStyleCnt="9"/>
      <dgm:spPr/>
    </dgm:pt>
    <dgm:pt modelId="{CBEFB087-3B44-44CC-8A65-30A263DE3FA7}" type="pres">
      <dgm:prSet presAssocID="{DDE09034-1577-4615-AE7A-187B4C369A9A}" presName="root2" presStyleCnt="0"/>
      <dgm:spPr/>
    </dgm:pt>
    <dgm:pt modelId="{C3BAA938-E657-4B3A-9C99-A24D140B8CBB}" type="pres">
      <dgm:prSet presAssocID="{DDE09034-1577-4615-AE7A-187B4C369A9A}" presName="LevelTwoTextNode" presStyleLbl="node2" presStyleIdx="6" presStyleCnt="9">
        <dgm:presLayoutVars>
          <dgm:chPref val="3"/>
        </dgm:presLayoutVars>
      </dgm:prSet>
      <dgm:spPr/>
    </dgm:pt>
    <dgm:pt modelId="{803DB0ED-84B8-46AD-A2BD-DD3B28A4BD05}" type="pres">
      <dgm:prSet presAssocID="{DDE09034-1577-4615-AE7A-187B4C369A9A}" presName="level3hierChild" presStyleCnt="0"/>
      <dgm:spPr/>
    </dgm:pt>
    <dgm:pt modelId="{41991A70-5495-4DA6-ADF1-52AE3035041A}" type="pres">
      <dgm:prSet presAssocID="{7504140D-134C-4BA2-B28E-EE6998E30577}" presName="conn2-1" presStyleLbl="parChTrans1D3" presStyleIdx="6" presStyleCnt="9"/>
      <dgm:spPr/>
    </dgm:pt>
    <dgm:pt modelId="{A4C1AF91-0772-401F-B452-1B9FB50D902D}" type="pres">
      <dgm:prSet presAssocID="{7504140D-134C-4BA2-B28E-EE6998E30577}" presName="connTx" presStyleLbl="parChTrans1D3" presStyleIdx="6" presStyleCnt="9"/>
      <dgm:spPr/>
    </dgm:pt>
    <dgm:pt modelId="{D8182051-9983-4D39-A737-C2D0E2312C8F}" type="pres">
      <dgm:prSet presAssocID="{B48D0B44-3110-4378-976A-B95BE2D92E56}" presName="root2" presStyleCnt="0"/>
      <dgm:spPr/>
    </dgm:pt>
    <dgm:pt modelId="{22F4890B-3AF7-42E3-9465-6D51CBFE7F22}" type="pres">
      <dgm:prSet presAssocID="{B48D0B44-3110-4378-976A-B95BE2D92E56}" presName="LevelTwoTextNode" presStyleLbl="node3" presStyleIdx="6" presStyleCnt="9">
        <dgm:presLayoutVars>
          <dgm:chPref val="3"/>
        </dgm:presLayoutVars>
      </dgm:prSet>
      <dgm:spPr/>
    </dgm:pt>
    <dgm:pt modelId="{51829F90-596D-41C5-80D9-EDF56A3C12EA}" type="pres">
      <dgm:prSet presAssocID="{B48D0B44-3110-4378-976A-B95BE2D92E56}" presName="level3hierChild" presStyleCnt="0"/>
      <dgm:spPr/>
    </dgm:pt>
    <dgm:pt modelId="{73FD337A-6A62-440C-AAA2-FFC3EC6938DE}" type="pres">
      <dgm:prSet presAssocID="{95289957-C481-46A5-9961-6F007BB5639B}" presName="conn2-1" presStyleLbl="parChTrans1D4" presStyleIdx="6" presStyleCnt="9"/>
      <dgm:spPr/>
    </dgm:pt>
    <dgm:pt modelId="{294E2E05-8EB0-4855-9461-40F75FEB5DB8}" type="pres">
      <dgm:prSet presAssocID="{95289957-C481-46A5-9961-6F007BB5639B}" presName="connTx" presStyleLbl="parChTrans1D4" presStyleIdx="6" presStyleCnt="9"/>
      <dgm:spPr/>
    </dgm:pt>
    <dgm:pt modelId="{67E9512F-B5FF-493F-9463-B36C4CAFC81D}" type="pres">
      <dgm:prSet presAssocID="{8227352B-B68B-42C2-86D3-836F3AECFF93}" presName="root2" presStyleCnt="0"/>
      <dgm:spPr/>
    </dgm:pt>
    <dgm:pt modelId="{F9485734-481E-4A53-B2D5-97F403D795A0}" type="pres">
      <dgm:prSet presAssocID="{8227352B-B68B-42C2-86D3-836F3AECFF93}" presName="LevelTwoTextNode" presStyleLbl="node4" presStyleIdx="6" presStyleCnt="9" custScaleX="48217">
        <dgm:presLayoutVars>
          <dgm:chPref val="3"/>
        </dgm:presLayoutVars>
      </dgm:prSet>
      <dgm:spPr/>
    </dgm:pt>
    <dgm:pt modelId="{1F1CB7FB-0429-4AE0-A35C-D0ED6DAF4C16}" type="pres">
      <dgm:prSet presAssocID="{8227352B-B68B-42C2-86D3-836F3AECFF93}" presName="level3hierChild" presStyleCnt="0"/>
      <dgm:spPr/>
    </dgm:pt>
    <dgm:pt modelId="{E7448DA2-ABEA-4A21-9757-53D581D7F3FD}" type="pres">
      <dgm:prSet presAssocID="{402FF5D2-6E69-442B-87ED-AF119AB98C9A}" presName="conn2-1" presStyleLbl="parChTrans1D2" presStyleIdx="7" presStyleCnt="9"/>
      <dgm:spPr/>
    </dgm:pt>
    <dgm:pt modelId="{E3D0D3B2-09CA-4905-A15A-B5077E79086E}" type="pres">
      <dgm:prSet presAssocID="{402FF5D2-6E69-442B-87ED-AF119AB98C9A}" presName="connTx" presStyleLbl="parChTrans1D2" presStyleIdx="7" presStyleCnt="9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2" presStyleIdx="7" presStyleCnt="9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FEF38621-C909-48CF-B14E-859997849F5A}" type="pres">
      <dgm:prSet presAssocID="{9E50D789-F443-4F87-AABF-21B895119F63}" presName="conn2-1" presStyleLbl="parChTrans1D3" presStyleIdx="7" presStyleCnt="9"/>
      <dgm:spPr/>
    </dgm:pt>
    <dgm:pt modelId="{62B32946-0555-4CA6-A676-F8368863D843}" type="pres">
      <dgm:prSet presAssocID="{9E50D789-F443-4F87-AABF-21B895119F63}" presName="connTx" presStyleLbl="parChTrans1D3" presStyleIdx="7" presStyleCnt="9"/>
      <dgm:spPr/>
    </dgm:pt>
    <dgm:pt modelId="{AA409969-18B7-48FE-95F1-8F1A19799B0B}" type="pres">
      <dgm:prSet presAssocID="{948D3F28-4669-4EC4-923F-385FD3758F7A}" presName="root2" presStyleCnt="0"/>
      <dgm:spPr/>
    </dgm:pt>
    <dgm:pt modelId="{A6BD61BC-4141-400E-ACB2-D57F9AF06952}" type="pres">
      <dgm:prSet presAssocID="{948D3F28-4669-4EC4-923F-385FD3758F7A}" presName="LevelTwoTextNode" presStyleLbl="node3" presStyleIdx="7" presStyleCnt="9">
        <dgm:presLayoutVars>
          <dgm:chPref val="3"/>
        </dgm:presLayoutVars>
      </dgm:prSet>
      <dgm:spPr/>
    </dgm:pt>
    <dgm:pt modelId="{EFA03ACC-9B27-49AD-A779-76953488942D}" type="pres">
      <dgm:prSet presAssocID="{948D3F28-4669-4EC4-923F-385FD3758F7A}" presName="level3hierChild" presStyleCnt="0"/>
      <dgm:spPr/>
    </dgm:pt>
    <dgm:pt modelId="{31F36AA4-DD88-458F-818F-4B4E19268883}" type="pres">
      <dgm:prSet presAssocID="{F4766236-2E60-4496-BE2D-DDA0A2830C6F}" presName="conn2-1" presStyleLbl="parChTrans1D4" presStyleIdx="7" presStyleCnt="9"/>
      <dgm:spPr/>
    </dgm:pt>
    <dgm:pt modelId="{FED8EC24-646E-4BC6-9059-80111B5EF84C}" type="pres">
      <dgm:prSet presAssocID="{F4766236-2E60-4496-BE2D-DDA0A2830C6F}" presName="connTx" presStyleLbl="parChTrans1D4" presStyleIdx="7" presStyleCnt="9"/>
      <dgm:spPr/>
    </dgm:pt>
    <dgm:pt modelId="{9F8ED2AF-ED2D-4E73-86F3-28276EBA94C9}" type="pres">
      <dgm:prSet presAssocID="{B7F23F51-714B-4CC5-B895-74511E2C08B0}" presName="root2" presStyleCnt="0"/>
      <dgm:spPr/>
    </dgm:pt>
    <dgm:pt modelId="{62CD0928-6BCA-4D3E-A0AE-B8409B2849FD}" type="pres">
      <dgm:prSet presAssocID="{B7F23F51-714B-4CC5-B895-74511E2C08B0}" presName="LevelTwoTextNode" presStyleLbl="node4" presStyleIdx="7" presStyleCnt="9" custScaleX="48217">
        <dgm:presLayoutVars>
          <dgm:chPref val="3"/>
        </dgm:presLayoutVars>
      </dgm:prSet>
      <dgm:spPr/>
    </dgm:pt>
    <dgm:pt modelId="{2DCF32DA-CA76-4910-9EE2-F923E6533571}" type="pres">
      <dgm:prSet presAssocID="{B7F23F51-714B-4CC5-B895-74511E2C08B0}" presName="level3hierChild" presStyleCnt="0"/>
      <dgm:spPr/>
    </dgm:pt>
    <dgm:pt modelId="{88664CCB-9214-4D82-86B3-EFDDCFEAF4FB}" type="pres">
      <dgm:prSet presAssocID="{1BFF9B2F-01F0-4194-8B16-72C7004F37AD}" presName="conn2-1" presStyleLbl="parChTrans1D2" presStyleIdx="8" presStyleCnt="9"/>
      <dgm:spPr/>
    </dgm:pt>
    <dgm:pt modelId="{EE83F653-B2FA-4D4B-85D3-D5575E7023AC}" type="pres">
      <dgm:prSet presAssocID="{1BFF9B2F-01F0-4194-8B16-72C7004F37AD}" presName="connTx" presStyleLbl="parChTrans1D2" presStyleIdx="8" presStyleCnt="9"/>
      <dgm:spPr/>
    </dgm:pt>
    <dgm:pt modelId="{9F7A3BE1-8606-43FD-B7EE-7A3DFB935645}" type="pres">
      <dgm:prSet presAssocID="{63A13E15-030F-42B2-A010-CCBD43D5DA68}" presName="root2" presStyleCnt="0"/>
      <dgm:spPr/>
    </dgm:pt>
    <dgm:pt modelId="{93341C07-B5F1-4CC7-BB14-0920D0E784AE}" type="pres">
      <dgm:prSet presAssocID="{63A13E15-030F-42B2-A010-CCBD43D5DA68}" presName="LevelTwoTextNode" presStyleLbl="node2" presStyleIdx="8" presStyleCnt="9">
        <dgm:presLayoutVars>
          <dgm:chPref val="3"/>
        </dgm:presLayoutVars>
      </dgm:prSet>
      <dgm:spPr/>
    </dgm:pt>
    <dgm:pt modelId="{6D0F1497-A2DD-48C8-9967-E8CCD380CFE3}" type="pres">
      <dgm:prSet presAssocID="{63A13E15-030F-42B2-A010-CCBD43D5DA68}" presName="level3hierChild" presStyleCnt="0"/>
      <dgm:spPr/>
    </dgm:pt>
    <dgm:pt modelId="{2AEE0977-4A75-4059-821D-B21488B2EDD3}" type="pres">
      <dgm:prSet presAssocID="{5BED75B8-F9CB-4F93-9113-8E17F4221FB1}" presName="conn2-1" presStyleLbl="parChTrans1D3" presStyleIdx="8" presStyleCnt="9"/>
      <dgm:spPr/>
    </dgm:pt>
    <dgm:pt modelId="{4AB34F3F-5530-4B4A-AD3D-E7353D81C3E6}" type="pres">
      <dgm:prSet presAssocID="{5BED75B8-F9CB-4F93-9113-8E17F4221FB1}" presName="connTx" presStyleLbl="parChTrans1D3" presStyleIdx="8" presStyleCnt="9"/>
      <dgm:spPr/>
    </dgm:pt>
    <dgm:pt modelId="{3902BB5D-4B78-4067-B6D6-C2E2A0BD19FA}" type="pres">
      <dgm:prSet presAssocID="{B6140F67-7907-4206-B3F2-799B6774088D}" presName="root2" presStyleCnt="0"/>
      <dgm:spPr/>
    </dgm:pt>
    <dgm:pt modelId="{3A5EF45C-5D59-4585-B71A-DF482DAE80EE}" type="pres">
      <dgm:prSet presAssocID="{B6140F67-7907-4206-B3F2-799B6774088D}" presName="LevelTwoTextNode" presStyleLbl="node3" presStyleIdx="8" presStyleCnt="9">
        <dgm:presLayoutVars>
          <dgm:chPref val="3"/>
        </dgm:presLayoutVars>
      </dgm:prSet>
      <dgm:spPr/>
    </dgm:pt>
    <dgm:pt modelId="{5C7EA8AE-0C6F-4A6E-8165-E1C62B608C9A}" type="pres">
      <dgm:prSet presAssocID="{B6140F67-7907-4206-B3F2-799B6774088D}" presName="level3hierChild" presStyleCnt="0"/>
      <dgm:spPr/>
    </dgm:pt>
    <dgm:pt modelId="{5C95B02D-F837-46A9-85F9-5F6D834B3855}" type="pres">
      <dgm:prSet presAssocID="{A6FDB82A-259F-423A-8A53-30F7942AB2B3}" presName="conn2-1" presStyleLbl="parChTrans1D4" presStyleIdx="8" presStyleCnt="9"/>
      <dgm:spPr/>
    </dgm:pt>
    <dgm:pt modelId="{8885D25F-0ABF-4D46-84B4-00F0133DAEEC}" type="pres">
      <dgm:prSet presAssocID="{A6FDB82A-259F-423A-8A53-30F7942AB2B3}" presName="connTx" presStyleLbl="parChTrans1D4" presStyleIdx="8" presStyleCnt="9"/>
      <dgm:spPr/>
    </dgm:pt>
    <dgm:pt modelId="{0FB46B19-C355-435C-8133-89C2E19DF246}" type="pres">
      <dgm:prSet presAssocID="{42A41EC5-2025-4CD8-97FA-81FBABC0ADAE}" presName="root2" presStyleCnt="0"/>
      <dgm:spPr/>
    </dgm:pt>
    <dgm:pt modelId="{AC7A7488-4047-4261-AB4A-0880674A7AEE}" type="pres">
      <dgm:prSet presAssocID="{42A41EC5-2025-4CD8-97FA-81FBABC0ADAE}" presName="LevelTwoTextNode" presStyleLbl="node4" presStyleIdx="8" presStyleCnt="9" custScaleX="48217">
        <dgm:presLayoutVars>
          <dgm:chPref val="3"/>
        </dgm:presLayoutVars>
      </dgm:prSet>
      <dgm:spPr/>
    </dgm:pt>
    <dgm:pt modelId="{8BA6894D-F20F-4C08-A080-855FF671A8A8}" type="pres">
      <dgm:prSet presAssocID="{42A41EC5-2025-4CD8-97FA-81FBABC0ADAE}" presName="level3hierChild" presStyleCnt="0"/>
      <dgm:spPr/>
    </dgm:pt>
  </dgm:ptLst>
  <dgm:cxnLst>
    <dgm:cxn modelId="{B9BC3E01-B656-4D4B-A93A-9D3C28776E07}" type="presOf" srcId="{A6FDB82A-259F-423A-8A53-30F7942AB2B3}" destId="{5C95B02D-F837-46A9-85F9-5F6D834B3855}" srcOrd="0" destOrd="0" presId="urn:microsoft.com/office/officeart/2008/layout/HorizontalMultiLevelHierarchy"/>
    <dgm:cxn modelId="{053ED201-0EFB-4E9B-8D25-7DB172F559E8}" type="presOf" srcId="{D24F37B4-0AF7-4F6F-ABF8-8A9141F9BE16}" destId="{39579ECC-5A3F-4DBE-B681-3E450FCC0508}" srcOrd="0" destOrd="0" presId="urn:microsoft.com/office/officeart/2008/layout/HorizontalMultiLevelHierarchy"/>
    <dgm:cxn modelId="{D4DC6D06-967A-44CD-9269-82429B138CAF}" srcId="{ED807E35-B5D3-4BCB-9B29-5888EC2127F1}" destId="{9897D2E6-F94B-448B-8BE6-3285E665D56C}" srcOrd="0" destOrd="0" parTransId="{C9F7F83B-5B4E-4FAB-A909-C8D85E4AE524}" sibTransId="{1991202F-E28A-4D96-AA0C-25EC813BE1CA}"/>
    <dgm:cxn modelId="{D45BE407-DCA3-4AF6-8810-40AD93C72053}" type="presOf" srcId="{F4766236-2E60-4496-BE2D-DDA0A2830C6F}" destId="{31F36AA4-DD88-458F-818F-4B4E19268883}" srcOrd="0" destOrd="0" presId="urn:microsoft.com/office/officeart/2008/layout/HorizontalMultiLevelHierarchy"/>
    <dgm:cxn modelId="{0132F807-5B59-43DD-867E-EE23D3092BC4}" type="presOf" srcId="{950148CB-A4C6-463D-AF37-AF261141D0EB}" destId="{EA21B7AA-9486-4067-B349-50CE4D95F9B9}" srcOrd="0" destOrd="0" presId="urn:microsoft.com/office/officeart/2008/layout/HorizontalMultiLevelHierarchy"/>
    <dgm:cxn modelId="{348AFB0A-9BF6-4672-AB7F-283A6551FC7C}" srcId="{F8A4306D-2EA6-4060-9C81-584FC924A72D}" destId="{07CF0387-B6A7-46F6-8D80-6515DE1A07FD}" srcOrd="7" destOrd="0" parTransId="{402FF5D2-6E69-442B-87ED-AF119AB98C9A}" sibTransId="{FD08B8F3-3B0B-4311-A42C-F673A29231EB}"/>
    <dgm:cxn modelId="{6521AC0D-631A-4D9D-961A-9F88FFC707CA}" type="presOf" srcId="{2194B898-C327-4D4E-88DA-2F67F1A8A247}" destId="{0C90F4FC-85D3-4791-86E5-D9986B869FC4}" srcOrd="1" destOrd="0" presId="urn:microsoft.com/office/officeart/2008/layout/HorizontalMultiLevelHierarchy"/>
    <dgm:cxn modelId="{3C2CE814-C70A-4E0D-B8EA-155DA9CB1568}" srcId="{63A13E15-030F-42B2-A010-CCBD43D5DA68}" destId="{B6140F67-7907-4206-B3F2-799B6774088D}" srcOrd="0" destOrd="0" parTransId="{5BED75B8-F9CB-4F93-9113-8E17F4221FB1}" sibTransId="{F8A2730F-FEBE-4E6B-A076-8B916F9F43D7}"/>
    <dgm:cxn modelId="{F2C2E717-043E-425A-9300-1DE539BB329E}" type="presOf" srcId="{1BFF9B2F-01F0-4194-8B16-72C7004F37AD}" destId="{EE83F653-B2FA-4D4B-85D3-D5575E7023AC}" srcOrd="1" destOrd="0" presId="urn:microsoft.com/office/officeart/2008/layout/HorizontalMultiLevelHierarchy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949FEA1A-838F-4856-BDD6-7FB9A20B7AF5}" type="presOf" srcId="{F8A4306D-2EA6-4060-9C81-584FC924A72D}" destId="{1A8C8775-11A9-4910-9DB9-4ADDC072442C}" srcOrd="0" destOrd="0" presId="urn:microsoft.com/office/officeart/2008/layout/HorizontalMultiLevelHierarchy"/>
    <dgm:cxn modelId="{FDF1B41C-26FB-4E26-B4DE-3CD07C59CCB6}" srcId="{B6140F67-7907-4206-B3F2-799B6774088D}" destId="{42A41EC5-2025-4CD8-97FA-81FBABC0ADAE}" srcOrd="0" destOrd="0" parTransId="{A6FDB82A-259F-423A-8A53-30F7942AB2B3}" sibTransId="{9F0FC837-061F-49B1-A15E-EAFB301FF3B7}"/>
    <dgm:cxn modelId="{75280D1D-76A5-4CDC-87AA-0738FDEC180B}" srcId="{9897D2E6-F94B-448B-8BE6-3285E665D56C}" destId="{1D9A273D-1FBC-4DF9-9327-BA236040218D}" srcOrd="0" destOrd="0" parTransId="{0F307B27-365F-4572-9BEA-9980CAE2B7E2}" sibTransId="{D18D3C83-A8F8-4B0F-BBF7-AC3C021C1A87}"/>
    <dgm:cxn modelId="{DA9B6522-A217-4DD3-943B-6047C2FBB527}" type="presOf" srcId="{8BE22E42-DB0A-4790-87BD-8B0CEA94CA04}" destId="{FA624BE1-9ACC-4E7D-9F6D-BDD9E6D78BF6}" srcOrd="0" destOrd="0" presId="urn:microsoft.com/office/officeart/2008/layout/HorizontalMultiLevelHierarchy"/>
    <dgm:cxn modelId="{2748B022-5DDD-46DF-B863-A5C59D7EFCBF}" type="presOf" srcId="{ED807E35-B5D3-4BCB-9B29-5888EC2127F1}" destId="{BEDCAB73-F473-4593-A1D1-34DA9B04C965}" srcOrd="0" destOrd="0" presId="urn:microsoft.com/office/officeart/2008/layout/HorizontalMultiLevelHierarchy"/>
    <dgm:cxn modelId="{C8EFB622-239E-4B0B-B9A1-C8F76F46CB4B}" type="presOf" srcId="{D61E1BDC-FFB4-4FDA-9F8F-A2D38A22FC13}" destId="{F7C38909-BE07-464E-834D-BDCFBA258100}" srcOrd="0" destOrd="0" presId="urn:microsoft.com/office/officeart/2008/layout/HorizontalMultiLevelHierarchy"/>
    <dgm:cxn modelId="{934F2523-3EDD-4856-8F1E-32AE6EEDE0CE}" srcId="{D24F37B4-0AF7-4F6F-ABF8-8A9141F9BE16}" destId="{4B8BF121-62A4-42D6-8D44-3CD0F5A21956}" srcOrd="0" destOrd="0" parTransId="{CA7C5D69-D6FC-4892-9597-36D34D7B757B}" sibTransId="{0B2F41B0-D65D-4399-A01C-2330905C7F0D}"/>
    <dgm:cxn modelId="{DB72C72A-0153-4D0A-B301-09AE4EBA8D00}" srcId="{8DCCF5A1-F5D2-48CE-BA98-5C85D6801254}" destId="{4C600106-8F02-465B-A4CD-0CBA6ED6368D}" srcOrd="0" destOrd="0" parTransId="{F216DE7E-3334-4222-95FA-227277899B84}" sibTransId="{AC990C1A-D79F-4FD3-A66D-317E3B0924A6}"/>
    <dgm:cxn modelId="{11812D2D-B1B3-45D5-A90D-17B62C27706E}" srcId="{26A7866C-CE89-4BAB-B6B8-421B68991845}" destId="{6583610E-1A7C-4E10-B2E8-E0C19D00B9A0}" srcOrd="0" destOrd="0" parTransId="{B7683DED-10F4-4090-8D51-0CEAF7134D98}" sibTransId="{667C098B-61D3-422E-A1FF-07987E7694DE}"/>
    <dgm:cxn modelId="{CAAABC2D-939C-4255-A479-2DBC8E214E78}" type="presOf" srcId="{5BED75B8-F9CB-4F93-9113-8E17F4221FB1}" destId="{2AEE0977-4A75-4059-821D-B21488B2EDD3}" srcOrd="0" destOrd="0" presId="urn:microsoft.com/office/officeart/2008/layout/HorizontalMultiLevelHierarchy"/>
    <dgm:cxn modelId="{B8BB8232-8C1F-483B-83DE-91AEEFEFA049}" type="presOf" srcId="{0F307B27-365F-4572-9BEA-9980CAE2B7E2}" destId="{AB6BADEB-E717-4F4C-8BB1-05E739A15FD2}" srcOrd="1" destOrd="0" presId="urn:microsoft.com/office/officeart/2008/layout/HorizontalMultiLevelHierarchy"/>
    <dgm:cxn modelId="{81840533-FF4D-4315-94C1-3B3602809401}" type="presOf" srcId="{5F7CA2C7-BF1C-4D92-89BB-913C3FE228D5}" destId="{7588EB7B-8CD0-4D95-A555-6D9BAA0DAB7D}" srcOrd="1" destOrd="0" presId="urn:microsoft.com/office/officeart/2008/layout/HorizontalMultiLevelHierarchy"/>
    <dgm:cxn modelId="{CC976535-82A9-4292-9E6F-E474CC0D4846}" srcId="{6583610E-1A7C-4E10-B2E8-E0C19D00B9A0}" destId="{6C2C6C0D-F038-48BF-A77A-0396757F631F}" srcOrd="0" destOrd="0" parTransId="{B6D3E7F0-AD88-4060-8B97-6B68D288808B}" sibTransId="{C0936F94-6589-4112-96E6-7D66E05D931C}"/>
    <dgm:cxn modelId="{33524B35-55F9-47D6-82B0-B81C6E0890BE}" type="presOf" srcId="{C9F7F83B-5B4E-4FAB-A909-C8D85E4AE524}" destId="{1025C237-A869-49AD-9337-1D7407CAC99C}" srcOrd="0" destOrd="0" presId="urn:microsoft.com/office/officeart/2008/layout/HorizontalMultiLevelHierarchy"/>
    <dgm:cxn modelId="{EA34843C-EBCE-450E-9D09-82719DF160E4}" srcId="{07CF0387-B6A7-46F6-8D80-6515DE1A07FD}" destId="{948D3F28-4669-4EC4-923F-385FD3758F7A}" srcOrd="0" destOrd="0" parTransId="{9E50D789-F443-4F87-AABF-21B895119F63}" sibTransId="{B7E079C7-AD44-426C-8A80-C0CA0F1B966F}"/>
    <dgm:cxn modelId="{28897D3D-8461-490D-ABFC-DD1D66EAB2EA}" type="presOf" srcId="{4B8BF121-62A4-42D6-8D44-3CD0F5A21956}" destId="{6C0DA723-208C-456B-8DC0-14BE49161222}" srcOrd="0" destOrd="0" presId="urn:microsoft.com/office/officeart/2008/layout/HorizontalMultiLevelHierarchy"/>
    <dgm:cxn modelId="{0FE9BB40-8654-46A5-A93A-1DD2531F9228}" srcId="{948D3F28-4669-4EC4-923F-385FD3758F7A}" destId="{B7F23F51-714B-4CC5-B895-74511E2C08B0}" srcOrd="0" destOrd="0" parTransId="{F4766236-2E60-4496-BE2D-DDA0A2830C6F}" sibTransId="{2CBA1ACC-13CE-474A-9329-8ADE3D9C29ED}"/>
    <dgm:cxn modelId="{9947AF5B-E331-41A2-AA7E-61B44155A617}" type="presOf" srcId="{F216DE7E-3334-4222-95FA-227277899B84}" destId="{0B2C3DEE-29F0-4A70-9C19-F3A6568122D1}" srcOrd="0" destOrd="0" presId="urn:microsoft.com/office/officeart/2008/layout/HorizontalMultiLevelHierarchy"/>
    <dgm:cxn modelId="{C12E5F60-CD41-48CC-AF3C-BA2723761FF4}" type="presOf" srcId="{1EAAA8DD-4A75-4985-B423-64C84D4EE993}" destId="{37CD627C-8293-4029-B114-AA7B7535644E}" srcOrd="1" destOrd="0" presId="urn:microsoft.com/office/officeart/2008/layout/HorizontalMultiLevelHierarchy"/>
    <dgm:cxn modelId="{0EE0A560-C7B6-4BB9-AB07-5D893B469EC2}" type="presOf" srcId="{42A41EC5-2025-4CD8-97FA-81FBABC0ADAE}" destId="{AC7A7488-4047-4261-AB4A-0880674A7AEE}" srcOrd="0" destOrd="0" presId="urn:microsoft.com/office/officeart/2008/layout/HorizontalMultiLevelHierarchy"/>
    <dgm:cxn modelId="{EFEF7842-D81E-43D6-AC75-71BE924ACD3B}" type="presOf" srcId="{948D3F28-4669-4EC4-923F-385FD3758F7A}" destId="{A6BD61BC-4141-400E-ACB2-D57F9AF06952}" srcOrd="0" destOrd="0" presId="urn:microsoft.com/office/officeart/2008/layout/HorizontalMultiLevelHierarchy"/>
    <dgm:cxn modelId="{A2A9D963-839C-4FDB-8206-50D2B5DC9F1D}" type="presOf" srcId="{D386F11A-1804-40C3-B4C6-97A93DDDA638}" destId="{B2ADA6F2-50C6-4A88-AAA9-37F38027290A}" srcOrd="0" destOrd="0" presId="urn:microsoft.com/office/officeart/2008/layout/HorizontalMultiLevelHierarchy"/>
    <dgm:cxn modelId="{157E3E64-79F9-4CBC-8FBD-C8F97C302187}" type="presOf" srcId="{B14A0311-5726-4475-9E53-85C836AFC92C}" destId="{A3CE5435-1141-42DD-980C-414E23182890}" srcOrd="0" destOrd="0" presId="urn:microsoft.com/office/officeart/2008/layout/HorizontalMultiLevelHierarchy"/>
    <dgm:cxn modelId="{B2FE4264-EF18-4364-96D6-EB6C4BFADDE0}" type="presOf" srcId="{ACEB4D7F-AA28-40ED-93F7-336EFDA6045B}" destId="{486C6242-DD8D-402E-9699-C0DC4B6AA9AB}" srcOrd="1" destOrd="0" presId="urn:microsoft.com/office/officeart/2008/layout/HorizontalMultiLevelHierarchy"/>
    <dgm:cxn modelId="{FDC5FA45-F146-4E78-80F1-E3068703A12E}" type="presOf" srcId="{1BFF9B2F-01F0-4194-8B16-72C7004F37AD}" destId="{88664CCB-9214-4D82-86B3-EFDDCFEAF4FB}" srcOrd="0" destOrd="0" presId="urn:microsoft.com/office/officeart/2008/layout/HorizontalMultiLevelHierarchy"/>
    <dgm:cxn modelId="{DB2B3246-0519-45ED-A49C-ADB0CFCF7003}" type="presOf" srcId="{EE2C145F-630A-43D4-9DBF-44F891674202}" destId="{B2BD390E-5AA1-48EE-BC8C-249D037084F5}" srcOrd="0" destOrd="0" presId="urn:microsoft.com/office/officeart/2008/layout/HorizontalMultiLevelHierarchy"/>
    <dgm:cxn modelId="{4D404667-14A1-4EE7-A6F1-F3E9314E51B5}" type="presOf" srcId="{F216DE7E-3334-4222-95FA-227277899B84}" destId="{D0460D2A-98B4-4457-AD5C-1B61D4B2581C}" srcOrd="1" destOrd="0" presId="urn:microsoft.com/office/officeart/2008/layout/HorizontalMultiLevelHierarchy"/>
    <dgm:cxn modelId="{B18DEC67-0299-4388-98EF-CC615B86A57B}" srcId="{D386F11A-1804-40C3-B4C6-97A93DDDA638}" destId="{FCC30B53-80CF-495C-9E37-AE840D0A54E9}" srcOrd="0" destOrd="0" parTransId="{2194B898-C327-4D4E-88DA-2F67F1A8A247}" sibTransId="{E6CB6BCC-2022-4E26-8590-C6A9B6610F55}"/>
    <dgm:cxn modelId="{B2DF6B48-3E51-4A73-9D0F-C422FBBD10EC}" type="presOf" srcId="{8DCCF5A1-F5D2-48CE-BA98-5C85D6801254}" destId="{32ACC1F6-D5B9-4CEA-991A-2E04658BD206}" srcOrd="0" destOrd="0" presId="urn:microsoft.com/office/officeart/2008/layout/HorizontalMultiLevelHierarchy"/>
    <dgm:cxn modelId="{6699B849-5036-4085-89EA-D42327D673C7}" type="presOf" srcId="{6A43294B-A1CB-4D6F-B453-0FF0E5776867}" destId="{E43A60A7-9DDF-42B2-A812-4D4F0F75076B}" srcOrd="0" destOrd="0" presId="urn:microsoft.com/office/officeart/2008/layout/HorizontalMultiLevelHierarchy"/>
    <dgm:cxn modelId="{9253474A-AF18-466D-BBCF-94BE476AA915}" type="presOf" srcId="{4C600106-8F02-465B-A4CD-0CBA6ED6368D}" destId="{7BB34EAD-A9D4-4433-82FB-8D85B83831B2}" srcOrd="0" destOrd="0" presId="urn:microsoft.com/office/officeart/2008/layout/HorizontalMultiLevelHierarchy"/>
    <dgm:cxn modelId="{400BC94B-B997-4B14-B3DB-1A342D5855A5}" type="presOf" srcId="{7504140D-134C-4BA2-B28E-EE6998E30577}" destId="{41991A70-5495-4DA6-ADF1-52AE3035041A}" srcOrd="0" destOrd="0" presId="urn:microsoft.com/office/officeart/2008/layout/HorizontalMultiLevelHierarchy"/>
    <dgm:cxn modelId="{055CE76C-7E25-4355-80DD-5962C9D00588}" type="presOf" srcId="{FCC30B53-80CF-495C-9E37-AE840D0A54E9}" destId="{0D1B3F7F-30ED-4F6C-931F-D0F75EB516EC}" srcOrd="0" destOrd="0" presId="urn:microsoft.com/office/officeart/2008/layout/HorizontalMultiLevelHierarchy"/>
    <dgm:cxn modelId="{D884F54C-6B70-44A9-A895-5457E4D2D66F}" type="presOf" srcId="{DDE09034-1577-4615-AE7A-187B4C369A9A}" destId="{C3BAA938-E657-4B3A-9C99-A24D140B8CBB}" srcOrd="0" destOrd="0" presId="urn:microsoft.com/office/officeart/2008/layout/HorizontalMultiLevelHierarchy"/>
    <dgm:cxn modelId="{DD90A86D-4E68-4CF7-BC11-75AB755F0BCD}" type="presOf" srcId="{D2456FFE-F36C-467B-9DE2-B796DD2BB734}" destId="{528AD2A8-E3A7-4DC2-821F-0125D89457A2}" srcOrd="1" destOrd="0" presId="urn:microsoft.com/office/officeart/2008/layout/HorizontalMultiLevelHierarchy"/>
    <dgm:cxn modelId="{6C38516E-3760-4A7A-A48A-B6A82A6D6F24}" type="presOf" srcId="{ACEB4D7F-AA28-40ED-93F7-336EFDA6045B}" destId="{60DB86B8-AB26-4AE4-820F-80100E439A3D}" srcOrd="0" destOrd="0" presId="urn:microsoft.com/office/officeart/2008/layout/HorizontalMultiLevelHierarchy"/>
    <dgm:cxn modelId="{A01E4E6F-D07A-4D3D-A39B-5B2EEDECA530}" type="presOf" srcId="{B7F23F51-714B-4CC5-B895-74511E2C08B0}" destId="{62CD0928-6BCA-4D3E-A0AE-B8409B2849FD}" srcOrd="0" destOrd="0" presId="urn:microsoft.com/office/officeart/2008/layout/HorizontalMultiLevelHierarchy"/>
    <dgm:cxn modelId="{539DB950-F99F-45D3-8FD0-FFC30584676D}" type="presOf" srcId="{07CF0387-B6A7-46F6-8D80-6515DE1A07FD}" destId="{F79FB1EC-FF45-40C7-BCB6-021087AEF7A4}" srcOrd="0" destOrd="0" presId="urn:microsoft.com/office/officeart/2008/layout/HorizontalMultiLevelHierarchy"/>
    <dgm:cxn modelId="{7682BA70-6A21-4BCF-A90F-352AD025727C}" type="presOf" srcId="{A6FDB82A-259F-423A-8A53-30F7942AB2B3}" destId="{8885D25F-0ABF-4D46-84B4-00F0133DAEEC}" srcOrd="1" destOrd="0" presId="urn:microsoft.com/office/officeart/2008/layout/HorizontalMultiLevelHierarchy"/>
    <dgm:cxn modelId="{9C88E950-EF7E-4F67-9C0F-4AC8FE7C61C3}" type="presOf" srcId="{F4766236-2E60-4496-BE2D-DDA0A2830C6F}" destId="{FED8EC24-646E-4BC6-9059-80111B5EF84C}" srcOrd="1" destOrd="0" presId="urn:microsoft.com/office/officeart/2008/layout/HorizontalMultiLevelHierarchy"/>
    <dgm:cxn modelId="{F4E97756-8559-4A12-B35E-2348770B7E26}" type="presOf" srcId="{26A7866C-CE89-4BAB-B6B8-421B68991845}" destId="{8F7C36BE-E589-4461-8F16-778807C0B166}" srcOrd="0" destOrd="0" presId="urn:microsoft.com/office/officeart/2008/layout/HorizontalMultiLevelHierarchy"/>
    <dgm:cxn modelId="{A2631C57-5E85-41CB-BD62-BACF6FF42A15}" type="presOf" srcId="{43C2C9CE-FB6B-4922-B62F-24129D0D74FE}" destId="{DAE82DBF-0D60-41F0-896E-3650DCF6B75A}" srcOrd="0" destOrd="0" presId="urn:microsoft.com/office/officeart/2008/layout/HorizontalMultiLevelHierarchy"/>
    <dgm:cxn modelId="{4685A978-7ED8-4502-81EB-0C54A53D5021}" type="presOf" srcId="{6A43294B-A1CB-4D6F-B453-0FF0E5776867}" destId="{CE810C7E-C3EF-4168-95BF-2980E8095076}" srcOrd="1" destOrd="0" presId="urn:microsoft.com/office/officeart/2008/layout/HorizontalMultiLevelHierarchy"/>
    <dgm:cxn modelId="{ECCFB878-BC44-4C97-B98F-3D3C145AFF59}" type="presOf" srcId="{6CC69F66-5D34-423E-AF5E-53AB5F7CFF70}" destId="{4D78C0FD-C85D-44AE-95F1-5625C530C688}" srcOrd="0" destOrd="0" presId="urn:microsoft.com/office/officeart/2008/layout/HorizontalMultiLevelHierarchy"/>
    <dgm:cxn modelId="{F4F5F37E-C119-47AA-AB1F-4716778E0AF4}" type="presOf" srcId="{B48D0B44-3110-4378-976A-B95BE2D92E56}" destId="{22F4890B-3AF7-42E3-9465-6D51CBFE7F22}" srcOrd="0" destOrd="0" presId="urn:microsoft.com/office/officeart/2008/layout/HorizontalMultiLevelHierarchy"/>
    <dgm:cxn modelId="{42049D82-50FD-48A5-BCB0-7AB43A1C0630}" type="presOf" srcId="{5F7CA2C7-BF1C-4D92-89BB-913C3FE228D5}" destId="{A127D93A-C082-4168-98F1-0A3741E23D2D}" srcOrd="0" destOrd="0" presId="urn:microsoft.com/office/officeart/2008/layout/HorizontalMultiLevelHierarchy"/>
    <dgm:cxn modelId="{E945CD83-94EE-4099-BF32-35D5FF1B8D07}" type="presOf" srcId="{062E7DA8-0F4D-4255-95A1-57CEFA146D1D}" destId="{BF41CCA9-4415-4941-A18B-00E2CD618542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DD22288A-4F5B-46A4-BC82-AB6EFC09E0C6}" type="presOf" srcId="{B64052CB-BE3E-428B-A360-07E8C24CCC0C}" destId="{0B6CCB4A-7225-4330-8D7C-CAD770CEC914}" srcOrd="0" destOrd="0" presId="urn:microsoft.com/office/officeart/2008/layout/HorizontalMultiLevelHierarchy"/>
    <dgm:cxn modelId="{42E1F48A-A90F-4771-9DC1-5A684A0A142F}" type="presOf" srcId="{C9F7F83B-5B4E-4FAB-A909-C8D85E4AE524}" destId="{68136AC4-BDD7-4777-A2D7-6110A212B42A}" srcOrd="1" destOrd="0" presId="urn:microsoft.com/office/officeart/2008/layout/HorizontalMultiLevelHierarchy"/>
    <dgm:cxn modelId="{6DBDC68D-0FA5-473C-AE39-C71E3D40B2F0}" type="presOf" srcId="{0F307B27-365F-4572-9BEA-9980CAE2B7E2}" destId="{E3EB1B03-3487-40DA-947F-CE0DCBC1024C}" srcOrd="0" destOrd="0" presId="urn:microsoft.com/office/officeart/2008/layout/HorizontalMultiLevelHierarchy"/>
    <dgm:cxn modelId="{BE260C91-4813-4129-A722-4486F8CD613A}" type="presOf" srcId="{B7683DED-10F4-4090-8D51-0CEAF7134D98}" destId="{5E4E42DD-3DC5-4B9C-A797-9F0465C2C0C2}" srcOrd="0" destOrd="0" presId="urn:microsoft.com/office/officeart/2008/layout/HorizontalMultiLevelHierarchy"/>
    <dgm:cxn modelId="{68DC6492-5C10-4F1E-A8D5-DF911FF2F10A}" srcId="{B2DB83ED-41AF-4BCB-925B-2B612D563F67}" destId="{D24F37B4-0AF7-4F6F-ABF8-8A9141F9BE16}" srcOrd="0" destOrd="0" parTransId="{6CC69F66-5D34-423E-AF5E-53AB5F7CFF70}" sibTransId="{A6A15A12-A559-43CD-8975-B137DC458BB2}"/>
    <dgm:cxn modelId="{C33EB692-E557-41CF-A6CB-17CE440E0E30}" type="presOf" srcId="{D61E1BDC-FFB4-4FDA-9F8F-A2D38A22FC13}" destId="{2D59348E-CC92-4EDA-8DAB-F0153DE00DFE}" srcOrd="1" destOrd="0" presId="urn:microsoft.com/office/officeart/2008/layout/HorizontalMultiLevelHierarchy"/>
    <dgm:cxn modelId="{6372EB93-83C8-421F-B171-34DE1FACF705}" type="presOf" srcId="{8BE22E42-DB0A-4790-87BD-8B0CEA94CA04}" destId="{B1DAB71E-6E0D-4893-9248-FF2AC3D62576}" srcOrd="1" destOrd="0" presId="urn:microsoft.com/office/officeart/2008/layout/HorizontalMultiLevelHierarchy"/>
    <dgm:cxn modelId="{7310FC94-916D-4890-83F1-514F32D52568}" type="presOf" srcId="{B6D3E7F0-AD88-4060-8B97-6B68D288808B}" destId="{E66A7893-53DE-4C20-97F3-42A6AE3BBEA4}" srcOrd="0" destOrd="0" presId="urn:microsoft.com/office/officeart/2008/layout/HorizontalMultiLevelHierarchy"/>
    <dgm:cxn modelId="{78D06899-D86D-4234-9FD1-1A3137ACC067}" type="presOf" srcId="{63A13E15-030F-42B2-A010-CCBD43D5DA68}" destId="{93341C07-B5F1-4CC7-BB14-0920D0E784AE}" srcOrd="0" destOrd="0" presId="urn:microsoft.com/office/officeart/2008/layout/HorizontalMultiLevelHierarchy"/>
    <dgm:cxn modelId="{4C16059C-7D3B-444D-ABA9-60EC9F2D5CD3}" srcId="{4C600106-8F02-465B-A4CD-0CBA6ED6368D}" destId="{EE2C145F-630A-43D4-9DBF-44F891674202}" srcOrd="0" destOrd="0" parTransId="{ACEB4D7F-AA28-40ED-93F7-336EFDA6045B}" sibTransId="{8BC291A3-05A4-4FF9-BCAD-D00951AEA457}"/>
    <dgm:cxn modelId="{126BD39E-372A-426F-A963-BDBF898ADE95}" type="presOf" srcId="{950148CB-A4C6-463D-AF37-AF261141D0EB}" destId="{46C640A8-4221-49EA-B21F-B4D90F5A805F}" srcOrd="1" destOrd="0" presId="urn:microsoft.com/office/officeart/2008/layout/HorizontalMultiLevelHierarchy"/>
    <dgm:cxn modelId="{87F1D99F-8EDE-4ABE-87D9-9D2A8BC7D560}" type="presOf" srcId="{062E7DA8-0F4D-4255-95A1-57CEFA146D1D}" destId="{FE9BAB8F-E46F-4F0B-9F5C-E8662C1E6217}" srcOrd="0" destOrd="0" presId="urn:microsoft.com/office/officeart/2008/layout/HorizontalMultiLevelHierarchy"/>
    <dgm:cxn modelId="{19303FA0-F0D6-4A9B-832F-4E4FE54B993F}" type="presOf" srcId="{B6140F67-7907-4206-B3F2-799B6774088D}" destId="{3A5EF45C-5D59-4585-B71A-DF482DAE80EE}" srcOrd="0" destOrd="0" presId="urn:microsoft.com/office/officeart/2008/layout/HorizontalMultiLevelHierarchy"/>
    <dgm:cxn modelId="{102D64A6-BE57-445E-82A6-9D0EFEAF2551}" type="presOf" srcId="{8227352B-B68B-42C2-86D3-836F3AECFF93}" destId="{F9485734-481E-4A53-B2D5-97F403D795A0}" srcOrd="0" destOrd="0" presId="urn:microsoft.com/office/officeart/2008/layout/HorizontalMultiLevelHierarchy"/>
    <dgm:cxn modelId="{ECA99EA6-09E9-4D08-93A3-E87CBE6AF4A5}" type="presOf" srcId="{4074F581-04AF-4A88-A2B9-58FB6E5254C1}" destId="{A84F1D51-BB5A-4796-9230-3A120D891569}" srcOrd="0" destOrd="0" presId="urn:microsoft.com/office/officeart/2008/layout/HorizontalMultiLevelHierarchy"/>
    <dgm:cxn modelId="{3E6E5BAA-1546-4A61-9E0C-934344C5C9EC}" type="presOf" srcId="{DC92EE81-E160-409C-8D57-13731F9F37AC}" destId="{81E432F6-3EF7-4549-811C-B578FA37B5ED}" srcOrd="1" destOrd="0" presId="urn:microsoft.com/office/officeart/2008/layout/HorizontalMultiLevelHierarchy"/>
    <dgm:cxn modelId="{A09DF5AA-6E89-49EC-8545-917562310202}" type="presOf" srcId="{2194B898-C327-4D4E-88DA-2F67F1A8A247}" destId="{3F3348B2-04C2-46F8-8EB7-421170EC45A5}" srcOrd="0" destOrd="0" presId="urn:microsoft.com/office/officeart/2008/layout/HorizontalMultiLevelHierarchy"/>
    <dgm:cxn modelId="{860F2DAB-ABEF-43DD-BB3B-4F3F30677F1B}" type="presOf" srcId="{1EAAA8DD-4A75-4985-B423-64C84D4EE993}" destId="{F31F3F23-7C72-452A-ADC8-1CB2C7B14B46}" srcOrd="0" destOrd="0" presId="urn:microsoft.com/office/officeart/2008/layout/HorizontalMultiLevelHierarchy"/>
    <dgm:cxn modelId="{413221B1-C1E0-48BB-901E-95C5E6D2D899}" srcId="{F8A4306D-2EA6-4060-9C81-584FC924A72D}" destId="{43C2C9CE-FB6B-4922-B62F-24129D0D74FE}" srcOrd="4" destOrd="0" parTransId="{062E7DA8-0F4D-4255-95A1-57CEFA146D1D}" sibTransId="{C182848E-C2F4-4CEA-ACAA-6EAAFCE1EE4B}"/>
    <dgm:cxn modelId="{F1D0DBB1-E4CF-4412-AC0F-CDDC1276B422}" type="presOf" srcId="{B7683DED-10F4-4090-8D51-0CEAF7134D98}" destId="{D8B29C5C-0816-4F81-865B-7EB6704402BF}" srcOrd="1" destOrd="0" presId="urn:microsoft.com/office/officeart/2008/layout/HorizontalMultiLevelHierarchy"/>
    <dgm:cxn modelId="{AA65FDB3-DA69-4722-84DD-6FE6DF5896DB}" type="presOf" srcId="{1D9A273D-1FBC-4DF9-9327-BA236040218D}" destId="{FBC4DB25-4C66-409B-8343-CDA5C3416EF5}" srcOrd="0" destOrd="0" presId="urn:microsoft.com/office/officeart/2008/layout/HorizontalMultiLevelHierarchy"/>
    <dgm:cxn modelId="{FACE73B9-C7A4-44F4-A2C9-B25600933B8C}" type="presOf" srcId="{B6D3E7F0-AD88-4060-8B97-6B68D288808B}" destId="{CCFCC316-DBF4-40CD-AB29-B3F58DFFD053}" srcOrd="1" destOrd="0" presId="urn:microsoft.com/office/officeart/2008/layout/HorizontalMultiLevelHierarchy"/>
    <dgm:cxn modelId="{83D2E1B9-E6C0-41F1-862C-90FBC1385599}" type="presOf" srcId="{B2DB83ED-41AF-4BCB-925B-2B612D563F67}" destId="{FDF91A2A-2A66-4C6C-A86A-CDF4326DA8EE}" srcOrd="0" destOrd="0" presId="urn:microsoft.com/office/officeart/2008/layout/HorizontalMultiLevelHierarchy"/>
    <dgm:cxn modelId="{60A291BC-6F93-40EE-9396-293AA5AD9B63}" type="presOf" srcId="{402FF5D2-6E69-442B-87ED-AF119AB98C9A}" destId="{E7448DA2-ABEA-4A21-9757-53D581D7F3FD}" srcOrd="0" destOrd="0" presId="urn:microsoft.com/office/officeart/2008/layout/HorizontalMultiLevelHierarchy"/>
    <dgm:cxn modelId="{B00C61BF-DEE5-48D8-B7F5-FDF7C2D97DB0}" type="presOf" srcId="{CA7C5D69-D6FC-4892-9597-36D34D7B757B}" destId="{7B24AA88-93EC-4ACD-A3A2-F98FFA8C9C81}" srcOrd="0" destOrd="0" presId="urn:microsoft.com/office/officeart/2008/layout/HorizontalMultiLevelHierarchy"/>
    <dgm:cxn modelId="{40A5A2BF-0C5E-4EC3-9A37-56D5EAE4FDA3}" type="presOf" srcId="{95289957-C481-46A5-9961-6F007BB5639B}" destId="{294E2E05-8EB0-4855-9461-40F75FEB5DB8}" srcOrd="1" destOrd="0" presId="urn:microsoft.com/office/officeart/2008/layout/HorizontalMultiLevelHierarchy"/>
    <dgm:cxn modelId="{B05E8FC2-E324-4DEB-9D41-D068256086A8}" type="presOf" srcId="{6C2C6C0D-F038-48BF-A77A-0396757F631F}" destId="{B4C17056-AF94-4420-AB8F-2D52248DC182}" srcOrd="0" destOrd="0" presId="urn:microsoft.com/office/officeart/2008/layout/HorizontalMultiLevelHierarchy"/>
    <dgm:cxn modelId="{58F0F8C2-D226-42E1-9AA8-217CF130F388}" srcId="{F8A4306D-2EA6-4060-9C81-584FC924A72D}" destId="{63A13E15-030F-42B2-A010-CCBD43D5DA68}" srcOrd="8" destOrd="0" parTransId="{1BFF9B2F-01F0-4194-8B16-72C7004F37AD}" sibTransId="{9858371F-9E0A-4784-A4B7-F1D338663087}"/>
    <dgm:cxn modelId="{BE0D5CC5-A226-4EA8-84CC-701E52CA2E41}" type="presOf" srcId="{6583610E-1A7C-4E10-B2E8-E0C19D00B9A0}" destId="{6F6144C2-8CC6-4AA7-AF21-168289CF647E}" srcOrd="0" destOrd="0" presId="urn:microsoft.com/office/officeart/2008/layout/HorizontalMultiLevelHierarchy"/>
    <dgm:cxn modelId="{629499C5-E278-4881-818E-7314B6A9983D}" srcId="{DDE09034-1577-4615-AE7A-187B4C369A9A}" destId="{B48D0B44-3110-4378-976A-B95BE2D92E56}" srcOrd="0" destOrd="0" parTransId="{7504140D-134C-4BA2-B28E-EE6998E30577}" sibTransId="{E4E64A70-C914-4971-866C-CBF9CF78163D}"/>
    <dgm:cxn modelId="{1BB9D7CA-E032-47E9-A559-249D88A3C7DF}" type="presOf" srcId="{42357B54-A9CE-4816-924C-DF487F79B752}" destId="{FF359B89-0B39-4CE3-93E2-CD1A931C3CEA}" srcOrd="1" destOrd="0" presId="urn:microsoft.com/office/officeart/2008/layout/HorizontalMultiLevelHierarchy"/>
    <dgm:cxn modelId="{323E1ACC-85AD-4F05-8908-9CD444B0F9C5}" type="presOf" srcId="{CA7C5D69-D6FC-4892-9597-36D34D7B757B}" destId="{8356AC79-2EF4-49C1-9BE8-D778171D8DF5}" srcOrd="1" destOrd="0" presId="urn:microsoft.com/office/officeart/2008/layout/HorizontalMultiLevelHierarchy"/>
    <dgm:cxn modelId="{17DC16CD-FF6A-484E-A9DD-C8EE236F99C6}" type="presOf" srcId="{9E50D789-F443-4F87-AABF-21B895119F63}" destId="{62B32946-0555-4CA6-A676-F8368863D843}" srcOrd="1" destOrd="0" presId="urn:microsoft.com/office/officeart/2008/layout/HorizontalMultiLevelHierarchy"/>
    <dgm:cxn modelId="{6AB0E6D3-2D72-49CB-922F-F7DDFB3412B7}" srcId="{FCC30B53-80CF-495C-9E37-AE840D0A54E9}" destId="{B64052CB-BE3E-428B-A360-07E8C24CCC0C}" srcOrd="0" destOrd="0" parTransId="{5F7CA2C7-BF1C-4D92-89BB-913C3FE228D5}" sibTransId="{CE60FCFB-AB6D-4ED9-A6F3-913846F31EFC}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1D0AB6D6-C27C-4726-B5D5-A9D5B583464F}" type="presOf" srcId="{95289957-C481-46A5-9961-6F007BB5639B}" destId="{73FD337A-6A62-440C-AAA2-FFC3EC6938DE}" srcOrd="0" destOrd="0" presId="urn:microsoft.com/office/officeart/2008/layout/HorizontalMultiLevelHierarchy"/>
    <dgm:cxn modelId="{9495F7D6-AEC6-4E6F-A220-F7125D08A37C}" srcId="{43C2C9CE-FB6B-4922-B62F-24129D0D74FE}" destId="{4074F581-04AF-4A88-A2B9-58FB6E5254C1}" srcOrd="0" destOrd="0" parTransId="{D2456FFE-F36C-467B-9DE2-B796DD2BB734}" sibTransId="{5694B169-6083-4CE6-ADB0-3AD806D47EA4}"/>
    <dgm:cxn modelId="{6B55DAD7-A1D7-4139-A483-663ED582CDFF}" type="presOf" srcId="{6CC69F66-5D34-423E-AF5E-53AB5F7CFF70}" destId="{FCB80174-977E-4FDC-A16B-7D1437C183F2}" srcOrd="1" destOrd="0" presId="urn:microsoft.com/office/officeart/2008/layout/HorizontalMultiLevelHierarchy"/>
    <dgm:cxn modelId="{54278CD8-4397-4099-8F50-EFE573D5200E}" srcId="{F8A4306D-2EA6-4060-9C81-584FC924A72D}" destId="{B2DB83ED-41AF-4BCB-925B-2B612D563F67}" srcOrd="5" destOrd="0" parTransId="{D61E1BDC-FFB4-4FDA-9F8F-A2D38A22FC13}" sibTransId="{C5BE9560-3EDF-4CB5-9220-16F25EFEC07F}"/>
    <dgm:cxn modelId="{8969B0DB-6FCD-441D-AFCD-10FA781E650D}" type="presOf" srcId="{402FF5D2-6E69-442B-87ED-AF119AB98C9A}" destId="{E3D0D3B2-09CA-4905-A15A-B5077E79086E}" srcOrd="1" destOrd="0" presId="urn:microsoft.com/office/officeart/2008/layout/HorizontalMultiLevelHierarchy"/>
    <dgm:cxn modelId="{3A5EDFDB-4B7B-465C-B6F8-5BE63E03B313}" srcId="{B48D0B44-3110-4378-976A-B95BE2D92E56}" destId="{8227352B-B68B-42C2-86D3-836F3AECFF93}" srcOrd="0" destOrd="0" parTransId="{95289957-C481-46A5-9961-6F007BB5639B}" sibTransId="{14560264-AD83-4BCC-9AEA-6CB17DDC4BBE}"/>
    <dgm:cxn modelId="{B4D8B9DE-DF9B-4124-9934-B01FAF883BBE}" srcId="{4074F581-04AF-4A88-A2B9-58FB6E5254C1}" destId="{B14A0311-5726-4475-9E53-85C836AFC92C}" srcOrd="0" destOrd="0" parTransId="{42357B54-A9CE-4816-924C-DF487F79B752}" sibTransId="{D7D8E9BB-9A19-4692-8484-01876E384CB8}"/>
    <dgm:cxn modelId="{E30E6EE0-92D0-41A6-B3B7-FF846B4A9833}" type="presOf" srcId="{7504140D-134C-4BA2-B28E-EE6998E30577}" destId="{A4C1AF91-0772-401F-B452-1B9FB50D902D}" srcOrd="1" destOrd="0" presId="urn:microsoft.com/office/officeart/2008/layout/HorizontalMultiLevelHierarchy"/>
    <dgm:cxn modelId="{A65156E0-A240-43C5-B11A-C89E8C5B1D98}" type="presOf" srcId="{9E50D789-F443-4F87-AABF-21B895119F63}" destId="{FEF38621-C909-48CF-B14E-859997849F5A}" srcOrd="0" destOrd="0" presId="urn:microsoft.com/office/officeart/2008/layout/HorizontalMultiLevelHierarchy"/>
    <dgm:cxn modelId="{C470EDE7-F048-4E81-8CE1-D6ABBA93E730}" type="presOf" srcId="{D2456FFE-F36C-467B-9DE2-B796DD2BB734}" destId="{6E352E3A-D0F9-481B-A998-5B020A8C76CE}" srcOrd="0" destOrd="0" presId="urn:microsoft.com/office/officeart/2008/layout/HorizontalMultiLevelHierarchy"/>
    <dgm:cxn modelId="{566676EF-C3B4-4E36-AC0B-FD2B733B7938}" type="presOf" srcId="{42357B54-A9CE-4816-924C-DF487F79B752}" destId="{FE941F1F-20CA-4C55-B397-5F4B1C4D50F1}" srcOrd="0" destOrd="0" presId="urn:microsoft.com/office/officeart/2008/layout/HorizontalMultiLevelHierarchy"/>
    <dgm:cxn modelId="{90ACA8F1-75A4-4D9D-9A1A-4DE332DF7290}" srcId="{F8A4306D-2EA6-4060-9C81-584FC924A72D}" destId="{DDE09034-1577-4615-AE7A-187B4C369A9A}" srcOrd="6" destOrd="0" parTransId="{950148CB-A4C6-463D-AF37-AF261141D0EB}" sibTransId="{AF13E3D2-1026-4758-91E6-17B3CBDCA8B8}"/>
    <dgm:cxn modelId="{6A4100F2-2C6D-4F7E-806B-2E4A5E6EBF89}" type="presOf" srcId="{5BED75B8-F9CB-4F93-9113-8E17F4221FB1}" destId="{4AB34F3F-5530-4B4A-AD3D-E7353D81C3E6}" srcOrd="1" destOrd="0" presId="urn:microsoft.com/office/officeart/2008/layout/HorizontalMultiLevelHierarchy"/>
    <dgm:cxn modelId="{B8E59BFF-FE6B-486D-86B9-EBB4ED8492DD}" type="presOf" srcId="{9897D2E6-F94B-448B-8BE6-3285E665D56C}" destId="{0BA20883-AC06-46A2-BDB2-084685A86392}" srcOrd="0" destOrd="0" presId="urn:microsoft.com/office/officeart/2008/layout/HorizontalMultiLevelHierarchy"/>
    <dgm:cxn modelId="{EBFDE2FF-06DE-4D6E-B60B-337118BA79E5}" type="presOf" srcId="{DC92EE81-E160-409C-8D57-13731F9F37AC}" destId="{92090F43-5B4E-4749-BCAA-CA724B1D4710}" srcOrd="0" destOrd="0" presId="urn:microsoft.com/office/officeart/2008/layout/HorizontalMultiLevelHierarchy"/>
    <dgm:cxn modelId="{7B31CDDD-29F6-496D-8866-DEDAA341F39A}" type="presParOf" srcId="{AB769FB9-81B7-4D88-8E0E-4605BD1B277C}" destId="{4EC09F46-69D8-4EC8-A3FD-B9943A6C53ED}" srcOrd="0" destOrd="0" presId="urn:microsoft.com/office/officeart/2008/layout/HorizontalMultiLevelHierarchy"/>
    <dgm:cxn modelId="{E93D4A77-A6F7-45D0-87C7-6EFED24B6F71}" type="presParOf" srcId="{4EC09F46-69D8-4EC8-A3FD-B9943A6C53ED}" destId="{1A8C8775-11A9-4910-9DB9-4ADDC072442C}" srcOrd="0" destOrd="0" presId="urn:microsoft.com/office/officeart/2008/layout/HorizontalMultiLevelHierarchy"/>
    <dgm:cxn modelId="{08D7104F-8524-440F-B45E-4D53F1C35812}" type="presParOf" srcId="{4EC09F46-69D8-4EC8-A3FD-B9943A6C53ED}" destId="{15760790-9539-44A9-A52D-58AB584996E5}" srcOrd="1" destOrd="0" presId="urn:microsoft.com/office/officeart/2008/layout/HorizontalMultiLevelHierarchy"/>
    <dgm:cxn modelId="{7404E8FE-EC61-4B71-9979-0A4BEA1B1FC3}" type="presParOf" srcId="{15760790-9539-44A9-A52D-58AB584996E5}" destId="{92090F43-5B4E-4749-BCAA-CA724B1D4710}" srcOrd="0" destOrd="0" presId="urn:microsoft.com/office/officeart/2008/layout/HorizontalMultiLevelHierarchy"/>
    <dgm:cxn modelId="{744BDDCC-D28E-4841-B3C5-C9D164208CE1}" type="presParOf" srcId="{92090F43-5B4E-4749-BCAA-CA724B1D4710}" destId="{81E432F6-3EF7-4549-811C-B578FA37B5ED}" srcOrd="0" destOrd="0" presId="urn:microsoft.com/office/officeart/2008/layout/HorizontalMultiLevelHierarchy"/>
    <dgm:cxn modelId="{2F132263-D830-4AD8-B9CE-0A91A887D548}" type="presParOf" srcId="{15760790-9539-44A9-A52D-58AB584996E5}" destId="{72B2EE92-AB90-4A5C-9510-488C5A769220}" srcOrd="1" destOrd="0" presId="urn:microsoft.com/office/officeart/2008/layout/HorizontalMultiLevelHierarchy"/>
    <dgm:cxn modelId="{DAFBF447-4CF2-41F6-9D2B-C886167CC7B7}" type="presParOf" srcId="{72B2EE92-AB90-4A5C-9510-488C5A769220}" destId="{B2ADA6F2-50C6-4A88-AAA9-37F38027290A}" srcOrd="0" destOrd="0" presId="urn:microsoft.com/office/officeart/2008/layout/HorizontalMultiLevelHierarchy"/>
    <dgm:cxn modelId="{D9607E8D-1219-4BC2-99E5-3AFEB67E4833}" type="presParOf" srcId="{72B2EE92-AB90-4A5C-9510-488C5A769220}" destId="{FCCA6175-AB58-4D81-9EEF-6F7407CF7161}" srcOrd="1" destOrd="0" presId="urn:microsoft.com/office/officeart/2008/layout/HorizontalMultiLevelHierarchy"/>
    <dgm:cxn modelId="{790D0489-1772-401C-8FC5-EF2BED2F6E8D}" type="presParOf" srcId="{FCCA6175-AB58-4D81-9EEF-6F7407CF7161}" destId="{3F3348B2-04C2-46F8-8EB7-421170EC45A5}" srcOrd="0" destOrd="0" presId="urn:microsoft.com/office/officeart/2008/layout/HorizontalMultiLevelHierarchy"/>
    <dgm:cxn modelId="{6F3F05B8-EC2C-42D7-9C2F-C4EAA792CD27}" type="presParOf" srcId="{3F3348B2-04C2-46F8-8EB7-421170EC45A5}" destId="{0C90F4FC-85D3-4791-86E5-D9986B869FC4}" srcOrd="0" destOrd="0" presId="urn:microsoft.com/office/officeart/2008/layout/HorizontalMultiLevelHierarchy"/>
    <dgm:cxn modelId="{3EED561D-DBCE-46E2-8670-84A0A194A734}" type="presParOf" srcId="{FCCA6175-AB58-4D81-9EEF-6F7407CF7161}" destId="{B94510B3-BBC4-4774-8283-7091DF1C7CF7}" srcOrd="1" destOrd="0" presId="urn:microsoft.com/office/officeart/2008/layout/HorizontalMultiLevelHierarchy"/>
    <dgm:cxn modelId="{CEAE4919-2F31-44E5-8BBD-EEDB8E1DD4D8}" type="presParOf" srcId="{B94510B3-BBC4-4774-8283-7091DF1C7CF7}" destId="{0D1B3F7F-30ED-4F6C-931F-D0F75EB516EC}" srcOrd="0" destOrd="0" presId="urn:microsoft.com/office/officeart/2008/layout/HorizontalMultiLevelHierarchy"/>
    <dgm:cxn modelId="{D2468C8A-4D5C-4C71-A217-9E53DF7DCFC0}" type="presParOf" srcId="{B94510B3-BBC4-4774-8283-7091DF1C7CF7}" destId="{D9250867-03C7-4A5E-AC1C-B73262C6F20F}" srcOrd="1" destOrd="0" presId="urn:microsoft.com/office/officeart/2008/layout/HorizontalMultiLevelHierarchy"/>
    <dgm:cxn modelId="{211F8F61-E4B2-4829-839C-AD57A5CE3B34}" type="presParOf" srcId="{D9250867-03C7-4A5E-AC1C-B73262C6F20F}" destId="{A127D93A-C082-4168-98F1-0A3741E23D2D}" srcOrd="0" destOrd="0" presId="urn:microsoft.com/office/officeart/2008/layout/HorizontalMultiLevelHierarchy"/>
    <dgm:cxn modelId="{79D29D4C-52A5-4AB9-BBAA-90ACB3E19024}" type="presParOf" srcId="{A127D93A-C082-4168-98F1-0A3741E23D2D}" destId="{7588EB7B-8CD0-4D95-A555-6D9BAA0DAB7D}" srcOrd="0" destOrd="0" presId="urn:microsoft.com/office/officeart/2008/layout/HorizontalMultiLevelHierarchy"/>
    <dgm:cxn modelId="{9816B732-1018-4004-8B3F-55740B300E84}" type="presParOf" srcId="{D9250867-03C7-4A5E-AC1C-B73262C6F20F}" destId="{42D1C9A8-B1E9-46B1-9851-8F605CD35EB7}" srcOrd="1" destOrd="0" presId="urn:microsoft.com/office/officeart/2008/layout/HorizontalMultiLevelHierarchy"/>
    <dgm:cxn modelId="{CFDC093F-73BA-4F99-BA37-CACDADF4A1F6}" type="presParOf" srcId="{42D1C9A8-B1E9-46B1-9851-8F605CD35EB7}" destId="{0B6CCB4A-7225-4330-8D7C-CAD770CEC914}" srcOrd="0" destOrd="0" presId="urn:microsoft.com/office/officeart/2008/layout/HorizontalMultiLevelHierarchy"/>
    <dgm:cxn modelId="{6A5A162E-A675-4AD8-A189-AE6434CB1F1B}" type="presParOf" srcId="{42D1C9A8-B1E9-46B1-9851-8F605CD35EB7}" destId="{6AEA6B9D-B290-471D-A07D-D3A27FE028C8}" srcOrd="1" destOrd="0" presId="urn:microsoft.com/office/officeart/2008/layout/HorizontalMultiLevelHierarchy"/>
    <dgm:cxn modelId="{F7D87B57-9829-4CFE-9CAF-F9DD1B6D3D00}" type="presParOf" srcId="{15760790-9539-44A9-A52D-58AB584996E5}" destId="{F31F3F23-7C72-452A-ADC8-1CB2C7B14B46}" srcOrd="2" destOrd="0" presId="urn:microsoft.com/office/officeart/2008/layout/HorizontalMultiLevelHierarchy"/>
    <dgm:cxn modelId="{32AB150F-0F7C-4A3D-82A5-4C1FBBD78A90}" type="presParOf" srcId="{F31F3F23-7C72-452A-ADC8-1CB2C7B14B46}" destId="{37CD627C-8293-4029-B114-AA7B7535644E}" srcOrd="0" destOrd="0" presId="urn:microsoft.com/office/officeart/2008/layout/HorizontalMultiLevelHierarchy"/>
    <dgm:cxn modelId="{2E1936B2-1E34-4955-85DB-9E3052C72191}" type="presParOf" srcId="{15760790-9539-44A9-A52D-58AB584996E5}" destId="{81987734-CB8C-4533-9770-A4DA592EF4DF}" srcOrd="3" destOrd="0" presId="urn:microsoft.com/office/officeart/2008/layout/HorizontalMultiLevelHierarchy"/>
    <dgm:cxn modelId="{24D14652-07F8-4D4B-A952-C61398014BB8}" type="presParOf" srcId="{81987734-CB8C-4533-9770-A4DA592EF4DF}" destId="{8F7C36BE-E589-4461-8F16-778807C0B166}" srcOrd="0" destOrd="0" presId="urn:microsoft.com/office/officeart/2008/layout/HorizontalMultiLevelHierarchy"/>
    <dgm:cxn modelId="{60D25D06-ADD9-4043-9961-B0A645891CF3}" type="presParOf" srcId="{81987734-CB8C-4533-9770-A4DA592EF4DF}" destId="{3820E890-198B-4C85-958B-050818C8959F}" srcOrd="1" destOrd="0" presId="urn:microsoft.com/office/officeart/2008/layout/HorizontalMultiLevelHierarchy"/>
    <dgm:cxn modelId="{E8C97DBF-3C56-44AF-9923-35C18FF747A0}" type="presParOf" srcId="{3820E890-198B-4C85-958B-050818C8959F}" destId="{5E4E42DD-3DC5-4B9C-A797-9F0465C2C0C2}" srcOrd="0" destOrd="0" presId="urn:microsoft.com/office/officeart/2008/layout/HorizontalMultiLevelHierarchy"/>
    <dgm:cxn modelId="{8E004F61-E8E5-4F25-8611-098F15FA2373}" type="presParOf" srcId="{5E4E42DD-3DC5-4B9C-A797-9F0465C2C0C2}" destId="{D8B29C5C-0816-4F81-865B-7EB6704402BF}" srcOrd="0" destOrd="0" presId="urn:microsoft.com/office/officeart/2008/layout/HorizontalMultiLevelHierarchy"/>
    <dgm:cxn modelId="{3E8F9C45-1FD2-456F-A3E3-1ED4DA6BF819}" type="presParOf" srcId="{3820E890-198B-4C85-958B-050818C8959F}" destId="{9021E3EC-0051-4559-A960-AB02ED1D8C43}" srcOrd="1" destOrd="0" presId="urn:microsoft.com/office/officeart/2008/layout/HorizontalMultiLevelHierarchy"/>
    <dgm:cxn modelId="{BD289B9F-2070-4710-9D11-61EA5B3D4DE5}" type="presParOf" srcId="{9021E3EC-0051-4559-A960-AB02ED1D8C43}" destId="{6F6144C2-8CC6-4AA7-AF21-168289CF647E}" srcOrd="0" destOrd="0" presId="urn:microsoft.com/office/officeart/2008/layout/HorizontalMultiLevelHierarchy"/>
    <dgm:cxn modelId="{EA619C0B-DFB3-40DC-BCBB-78C4263E3F2A}" type="presParOf" srcId="{9021E3EC-0051-4559-A960-AB02ED1D8C43}" destId="{DBCBC2FA-183D-4AC0-BA7A-238300C608E2}" srcOrd="1" destOrd="0" presId="urn:microsoft.com/office/officeart/2008/layout/HorizontalMultiLevelHierarchy"/>
    <dgm:cxn modelId="{CB81B66F-2E81-4831-8556-DF294CC37D4E}" type="presParOf" srcId="{DBCBC2FA-183D-4AC0-BA7A-238300C608E2}" destId="{E66A7893-53DE-4C20-97F3-42A6AE3BBEA4}" srcOrd="0" destOrd="0" presId="urn:microsoft.com/office/officeart/2008/layout/HorizontalMultiLevelHierarchy"/>
    <dgm:cxn modelId="{4411E1FD-3766-4B8A-B927-2A3D30D76989}" type="presParOf" srcId="{E66A7893-53DE-4C20-97F3-42A6AE3BBEA4}" destId="{CCFCC316-DBF4-40CD-AB29-B3F58DFFD053}" srcOrd="0" destOrd="0" presId="urn:microsoft.com/office/officeart/2008/layout/HorizontalMultiLevelHierarchy"/>
    <dgm:cxn modelId="{F82A4962-C6C1-4769-BA60-09EBF2FFBE66}" type="presParOf" srcId="{DBCBC2FA-183D-4AC0-BA7A-238300C608E2}" destId="{0EE56E90-DAD1-421C-8338-2EF21C3A506E}" srcOrd="1" destOrd="0" presId="urn:microsoft.com/office/officeart/2008/layout/HorizontalMultiLevelHierarchy"/>
    <dgm:cxn modelId="{F9E866C7-FC55-49E0-87E4-2482955F6BB3}" type="presParOf" srcId="{0EE56E90-DAD1-421C-8338-2EF21C3A506E}" destId="{B4C17056-AF94-4420-AB8F-2D52248DC182}" srcOrd="0" destOrd="0" presId="urn:microsoft.com/office/officeart/2008/layout/HorizontalMultiLevelHierarchy"/>
    <dgm:cxn modelId="{DD3CFE8A-D386-4E53-B95A-4F94B75175FC}" type="presParOf" srcId="{0EE56E90-DAD1-421C-8338-2EF21C3A506E}" destId="{1AA6312F-4947-40C0-B2BE-707601400B52}" srcOrd="1" destOrd="0" presId="urn:microsoft.com/office/officeart/2008/layout/HorizontalMultiLevelHierarchy"/>
    <dgm:cxn modelId="{7C565E6C-926C-4E44-BE08-07846E434953}" type="presParOf" srcId="{15760790-9539-44A9-A52D-58AB584996E5}" destId="{E43A60A7-9DDF-42B2-A812-4D4F0F75076B}" srcOrd="4" destOrd="0" presId="urn:microsoft.com/office/officeart/2008/layout/HorizontalMultiLevelHierarchy"/>
    <dgm:cxn modelId="{5AE9AD72-E92A-48D3-B486-9F1FEA28841A}" type="presParOf" srcId="{E43A60A7-9DDF-42B2-A812-4D4F0F75076B}" destId="{CE810C7E-C3EF-4168-95BF-2980E8095076}" srcOrd="0" destOrd="0" presId="urn:microsoft.com/office/officeart/2008/layout/HorizontalMultiLevelHierarchy"/>
    <dgm:cxn modelId="{0C6224D5-43F2-4697-B9C2-75598E886DFA}" type="presParOf" srcId="{15760790-9539-44A9-A52D-58AB584996E5}" destId="{2FDCB53E-1839-42F6-B7BD-BFFEEA57B5F0}" srcOrd="5" destOrd="0" presId="urn:microsoft.com/office/officeart/2008/layout/HorizontalMultiLevelHierarchy"/>
    <dgm:cxn modelId="{FF1FF47E-7603-4DCA-AE31-479137EB7D25}" type="presParOf" srcId="{2FDCB53E-1839-42F6-B7BD-BFFEEA57B5F0}" destId="{32ACC1F6-D5B9-4CEA-991A-2E04658BD206}" srcOrd="0" destOrd="0" presId="urn:microsoft.com/office/officeart/2008/layout/HorizontalMultiLevelHierarchy"/>
    <dgm:cxn modelId="{1FCE641B-09D4-458D-940F-9768E3EFE5E7}" type="presParOf" srcId="{2FDCB53E-1839-42F6-B7BD-BFFEEA57B5F0}" destId="{B74E96B9-7929-453A-8253-F93A52E48265}" srcOrd="1" destOrd="0" presId="urn:microsoft.com/office/officeart/2008/layout/HorizontalMultiLevelHierarchy"/>
    <dgm:cxn modelId="{B308988C-A266-4CE9-8D37-D3D2313EB349}" type="presParOf" srcId="{B74E96B9-7929-453A-8253-F93A52E48265}" destId="{0B2C3DEE-29F0-4A70-9C19-F3A6568122D1}" srcOrd="0" destOrd="0" presId="urn:microsoft.com/office/officeart/2008/layout/HorizontalMultiLevelHierarchy"/>
    <dgm:cxn modelId="{9B2A9FAD-D50D-4B1F-B138-82DA514592FB}" type="presParOf" srcId="{0B2C3DEE-29F0-4A70-9C19-F3A6568122D1}" destId="{D0460D2A-98B4-4457-AD5C-1B61D4B2581C}" srcOrd="0" destOrd="0" presId="urn:microsoft.com/office/officeart/2008/layout/HorizontalMultiLevelHierarchy"/>
    <dgm:cxn modelId="{D7742550-2B14-4A8B-B4BF-00C03AF7BCB6}" type="presParOf" srcId="{B74E96B9-7929-453A-8253-F93A52E48265}" destId="{D5A49201-80A1-4D17-8C96-50565380FDD4}" srcOrd="1" destOrd="0" presId="urn:microsoft.com/office/officeart/2008/layout/HorizontalMultiLevelHierarchy"/>
    <dgm:cxn modelId="{354C577F-31BB-4AB5-B9F3-334B46BEAC53}" type="presParOf" srcId="{D5A49201-80A1-4D17-8C96-50565380FDD4}" destId="{7BB34EAD-A9D4-4433-82FB-8D85B83831B2}" srcOrd="0" destOrd="0" presId="urn:microsoft.com/office/officeart/2008/layout/HorizontalMultiLevelHierarchy"/>
    <dgm:cxn modelId="{A0807904-EA10-4AC9-A0DC-FB0F77659B9A}" type="presParOf" srcId="{D5A49201-80A1-4D17-8C96-50565380FDD4}" destId="{BD786D60-D357-49D5-AEEF-D726E602D51C}" srcOrd="1" destOrd="0" presId="urn:microsoft.com/office/officeart/2008/layout/HorizontalMultiLevelHierarchy"/>
    <dgm:cxn modelId="{9FD4EE13-5640-42C2-B2C8-ED1EC146A53D}" type="presParOf" srcId="{BD786D60-D357-49D5-AEEF-D726E602D51C}" destId="{60DB86B8-AB26-4AE4-820F-80100E439A3D}" srcOrd="0" destOrd="0" presId="urn:microsoft.com/office/officeart/2008/layout/HorizontalMultiLevelHierarchy"/>
    <dgm:cxn modelId="{3CAC135B-8504-4168-9B23-997817071445}" type="presParOf" srcId="{60DB86B8-AB26-4AE4-820F-80100E439A3D}" destId="{486C6242-DD8D-402E-9699-C0DC4B6AA9AB}" srcOrd="0" destOrd="0" presId="urn:microsoft.com/office/officeart/2008/layout/HorizontalMultiLevelHierarchy"/>
    <dgm:cxn modelId="{B8F4D922-7CD8-4036-98E5-77550D9392CD}" type="presParOf" srcId="{BD786D60-D357-49D5-AEEF-D726E602D51C}" destId="{5942E6F4-853E-410C-B6A9-A07556C861DE}" srcOrd="1" destOrd="0" presId="urn:microsoft.com/office/officeart/2008/layout/HorizontalMultiLevelHierarchy"/>
    <dgm:cxn modelId="{FA0C6CB6-5EC9-4BC6-A3BE-7593E9F5D695}" type="presParOf" srcId="{5942E6F4-853E-410C-B6A9-A07556C861DE}" destId="{B2BD390E-5AA1-48EE-BC8C-249D037084F5}" srcOrd="0" destOrd="0" presId="urn:microsoft.com/office/officeart/2008/layout/HorizontalMultiLevelHierarchy"/>
    <dgm:cxn modelId="{E50C8D48-4DAD-4B98-AF88-2A09465DBF28}" type="presParOf" srcId="{5942E6F4-853E-410C-B6A9-A07556C861DE}" destId="{7A9DDC9E-4939-4AE9-B028-7ACCBBF8AFB7}" srcOrd="1" destOrd="0" presId="urn:microsoft.com/office/officeart/2008/layout/HorizontalMultiLevelHierarchy"/>
    <dgm:cxn modelId="{61B8F421-EC57-4E67-8B1B-7620E2329936}" type="presParOf" srcId="{15760790-9539-44A9-A52D-58AB584996E5}" destId="{FA624BE1-9ACC-4E7D-9F6D-BDD9E6D78BF6}" srcOrd="6" destOrd="0" presId="urn:microsoft.com/office/officeart/2008/layout/HorizontalMultiLevelHierarchy"/>
    <dgm:cxn modelId="{72260C0F-88A4-4589-8BD2-76079EB96288}" type="presParOf" srcId="{FA624BE1-9ACC-4E7D-9F6D-BDD9E6D78BF6}" destId="{B1DAB71E-6E0D-4893-9248-FF2AC3D62576}" srcOrd="0" destOrd="0" presId="urn:microsoft.com/office/officeart/2008/layout/HorizontalMultiLevelHierarchy"/>
    <dgm:cxn modelId="{EA6B7102-D2A2-4DAC-A17B-CF495E7C1C23}" type="presParOf" srcId="{15760790-9539-44A9-A52D-58AB584996E5}" destId="{39B18842-E86C-4A21-9358-DDBD88C9AE12}" srcOrd="7" destOrd="0" presId="urn:microsoft.com/office/officeart/2008/layout/HorizontalMultiLevelHierarchy"/>
    <dgm:cxn modelId="{DD850D4C-C6A3-4D4B-BF19-822303956827}" type="presParOf" srcId="{39B18842-E86C-4A21-9358-DDBD88C9AE12}" destId="{BEDCAB73-F473-4593-A1D1-34DA9B04C965}" srcOrd="0" destOrd="0" presId="urn:microsoft.com/office/officeart/2008/layout/HorizontalMultiLevelHierarchy"/>
    <dgm:cxn modelId="{84DA3678-9E64-498E-AA53-D2220D883E62}" type="presParOf" srcId="{39B18842-E86C-4A21-9358-DDBD88C9AE12}" destId="{EC061381-D743-43E7-A907-6CB83D1DEB83}" srcOrd="1" destOrd="0" presId="urn:microsoft.com/office/officeart/2008/layout/HorizontalMultiLevelHierarchy"/>
    <dgm:cxn modelId="{7E1D3E2C-9949-4CE2-94D8-114663396782}" type="presParOf" srcId="{EC061381-D743-43E7-A907-6CB83D1DEB83}" destId="{1025C237-A869-49AD-9337-1D7407CAC99C}" srcOrd="0" destOrd="0" presId="urn:microsoft.com/office/officeart/2008/layout/HorizontalMultiLevelHierarchy"/>
    <dgm:cxn modelId="{7B7A8B2F-04D2-40FC-9688-EAC99EADC16D}" type="presParOf" srcId="{1025C237-A869-49AD-9337-1D7407CAC99C}" destId="{68136AC4-BDD7-4777-A2D7-6110A212B42A}" srcOrd="0" destOrd="0" presId="urn:microsoft.com/office/officeart/2008/layout/HorizontalMultiLevelHierarchy"/>
    <dgm:cxn modelId="{85788F83-2B0C-4E38-8CD2-E9F0A89B1286}" type="presParOf" srcId="{EC061381-D743-43E7-A907-6CB83D1DEB83}" destId="{80A61EC3-92FE-4EE6-9E70-BD5267F31811}" srcOrd="1" destOrd="0" presId="urn:microsoft.com/office/officeart/2008/layout/HorizontalMultiLevelHierarchy"/>
    <dgm:cxn modelId="{3E628044-1455-4742-B939-B4092C47E2E1}" type="presParOf" srcId="{80A61EC3-92FE-4EE6-9E70-BD5267F31811}" destId="{0BA20883-AC06-46A2-BDB2-084685A86392}" srcOrd="0" destOrd="0" presId="urn:microsoft.com/office/officeart/2008/layout/HorizontalMultiLevelHierarchy"/>
    <dgm:cxn modelId="{1F3C06B1-BA78-4E47-AE78-EAE4FFBC6A96}" type="presParOf" srcId="{80A61EC3-92FE-4EE6-9E70-BD5267F31811}" destId="{7D044068-356B-488A-9310-E9F4C93B5059}" srcOrd="1" destOrd="0" presId="urn:microsoft.com/office/officeart/2008/layout/HorizontalMultiLevelHierarchy"/>
    <dgm:cxn modelId="{6C19937F-FDE9-4EED-9CB4-39FE42103A6C}" type="presParOf" srcId="{7D044068-356B-488A-9310-E9F4C93B5059}" destId="{E3EB1B03-3487-40DA-947F-CE0DCBC1024C}" srcOrd="0" destOrd="0" presId="urn:microsoft.com/office/officeart/2008/layout/HorizontalMultiLevelHierarchy"/>
    <dgm:cxn modelId="{181C44FF-41A0-4ECD-873F-7522DF3C381A}" type="presParOf" srcId="{E3EB1B03-3487-40DA-947F-CE0DCBC1024C}" destId="{AB6BADEB-E717-4F4C-8BB1-05E739A15FD2}" srcOrd="0" destOrd="0" presId="urn:microsoft.com/office/officeart/2008/layout/HorizontalMultiLevelHierarchy"/>
    <dgm:cxn modelId="{4124A6BB-3F4F-4343-89F5-6A0E2CA0DD96}" type="presParOf" srcId="{7D044068-356B-488A-9310-E9F4C93B5059}" destId="{966F375D-DB9F-46A4-8167-E294611ED68F}" srcOrd="1" destOrd="0" presId="urn:microsoft.com/office/officeart/2008/layout/HorizontalMultiLevelHierarchy"/>
    <dgm:cxn modelId="{61298214-11BA-416E-8EDE-941F96900AD0}" type="presParOf" srcId="{966F375D-DB9F-46A4-8167-E294611ED68F}" destId="{FBC4DB25-4C66-409B-8343-CDA5C3416EF5}" srcOrd="0" destOrd="0" presId="urn:microsoft.com/office/officeart/2008/layout/HorizontalMultiLevelHierarchy"/>
    <dgm:cxn modelId="{E2AA85D6-9488-4C82-BABB-EF21D01EFD4B}" type="presParOf" srcId="{966F375D-DB9F-46A4-8167-E294611ED68F}" destId="{7AFBB4E0-5F87-45C3-8E39-4C985447C8BA}" srcOrd="1" destOrd="0" presId="urn:microsoft.com/office/officeart/2008/layout/HorizontalMultiLevelHierarchy"/>
    <dgm:cxn modelId="{FAB8FDCF-4381-4537-8F0B-ECF477C43439}" type="presParOf" srcId="{15760790-9539-44A9-A52D-58AB584996E5}" destId="{FE9BAB8F-E46F-4F0B-9F5C-E8662C1E6217}" srcOrd="8" destOrd="0" presId="urn:microsoft.com/office/officeart/2008/layout/HorizontalMultiLevelHierarchy"/>
    <dgm:cxn modelId="{CB921A75-4FB0-46AD-9DBF-75E4453DBCD4}" type="presParOf" srcId="{FE9BAB8F-E46F-4F0B-9F5C-E8662C1E6217}" destId="{BF41CCA9-4415-4941-A18B-00E2CD618542}" srcOrd="0" destOrd="0" presId="urn:microsoft.com/office/officeart/2008/layout/HorizontalMultiLevelHierarchy"/>
    <dgm:cxn modelId="{0786AF94-2A28-4D7C-B27D-92E63206BADE}" type="presParOf" srcId="{15760790-9539-44A9-A52D-58AB584996E5}" destId="{793784E1-95B3-48EF-A4BD-64F431A89F0C}" srcOrd="9" destOrd="0" presId="urn:microsoft.com/office/officeart/2008/layout/HorizontalMultiLevelHierarchy"/>
    <dgm:cxn modelId="{A4E8C281-6C41-432A-9CEE-7BB665A722E4}" type="presParOf" srcId="{793784E1-95B3-48EF-A4BD-64F431A89F0C}" destId="{DAE82DBF-0D60-41F0-896E-3650DCF6B75A}" srcOrd="0" destOrd="0" presId="urn:microsoft.com/office/officeart/2008/layout/HorizontalMultiLevelHierarchy"/>
    <dgm:cxn modelId="{C533E1B2-83BE-4507-AF65-E27BCFBD5A36}" type="presParOf" srcId="{793784E1-95B3-48EF-A4BD-64F431A89F0C}" destId="{886F5094-6F41-45A7-A523-4206CD241528}" srcOrd="1" destOrd="0" presId="urn:microsoft.com/office/officeart/2008/layout/HorizontalMultiLevelHierarchy"/>
    <dgm:cxn modelId="{C469A1D7-8D77-47F9-8531-D31F0A1D4F1D}" type="presParOf" srcId="{886F5094-6F41-45A7-A523-4206CD241528}" destId="{6E352E3A-D0F9-481B-A998-5B020A8C76CE}" srcOrd="0" destOrd="0" presId="urn:microsoft.com/office/officeart/2008/layout/HorizontalMultiLevelHierarchy"/>
    <dgm:cxn modelId="{55DF3639-33CB-416E-A389-EBA815509B40}" type="presParOf" srcId="{6E352E3A-D0F9-481B-A998-5B020A8C76CE}" destId="{528AD2A8-E3A7-4DC2-821F-0125D89457A2}" srcOrd="0" destOrd="0" presId="urn:microsoft.com/office/officeart/2008/layout/HorizontalMultiLevelHierarchy"/>
    <dgm:cxn modelId="{7E95D6A3-4F51-431A-8A0B-5CCE87010F32}" type="presParOf" srcId="{886F5094-6F41-45A7-A523-4206CD241528}" destId="{2BC4C651-4E5E-4935-A698-2E6D6FFB085B}" srcOrd="1" destOrd="0" presId="urn:microsoft.com/office/officeart/2008/layout/HorizontalMultiLevelHierarchy"/>
    <dgm:cxn modelId="{4E053CBD-8A5F-41DB-B926-6894CFCD9006}" type="presParOf" srcId="{2BC4C651-4E5E-4935-A698-2E6D6FFB085B}" destId="{A84F1D51-BB5A-4796-9230-3A120D891569}" srcOrd="0" destOrd="0" presId="urn:microsoft.com/office/officeart/2008/layout/HorizontalMultiLevelHierarchy"/>
    <dgm:cxn modelId="{A237B210-A0FF-48E6-A164-A9E8CFAD6BC4}" type="presParOf" srcId="{2BC4C651-4E5E-4935-A698-2E6D6FFB085B}" destId="{D285AB33-C789-49C6-B677-6A053047F1B5}" srcOrd="1" destOrd="0" presId="urn:microsoft.com/office/officeart/2008/layout/HorizontalMultiLevelHierarchy"/>
    <dgm:cxn modelId="{A01EA72B-050A-4C33-A75E-4A17F6E4550A}" type="presParOf" srcId="{D285AB33-C789-49C6-B677-6A053047F1B5}" destId="{FE941F1F-20CA-4C55-B397-5F4B1C4D50F1}" srcOrd="0" destOrd="0" presId="urn:microsoft.com/office/officeart/2008/layout/HorizontalMultiLevelHierarchy"/>
    <dgm:cxn modelId="{F809A3A2-E750-4F54-9BED-FF6CBD7685D8}" type="presParOf" srcId="{FE941F1F-20CA-4C55-B397-5F4B1C4D50F1}" destId="{FF359B89-0B39-4CE3-93E2-CD1A931C3CEA}" srcOrd="0" destOrd="0" presId="urn:microsoft.com/office/officeart/2008/layout/HorizontalMultiLevelHierarchy"/>
    <dgm:cxn modelId="{7B8179F7-3F88-4727-9429-88C13C5B79CB}" type="presParOf" srcId="{D285AB33-C789-49C6-B677-6A053047F1B5}" destId="{44CF7D89-EE5D-4055-8FBA-F70B7343411E}" srcOrd="1" destOrd="0" presId="urn:microsoft.com/office/officeart/2008/layout/HorizontalMultiLevelHierarchy"/>
    <dgm:cxn modelId="{BDE06C4F-A3F1-4EA2-9041-BE028ABFB31B}" type="presParOf" srcId="{44CF7D89-EE5D-4055-8FBA-F70B7343411E}" destId="{A3CE5435-1141-42DD-980C-414E23182890}" srcOrd="0" destOrd="0" presId="urn:microsoft.com/office/officeart/2008/layout/HorizontalMultiLevelHierarchy"/>
    <dgm:cxn modelId="{5B978F40-35CC-4EDF-9408-A52E8714CAC5}" type="presParOf" srcId="{44CF7D89-EE5D-4055-8FBA-F70B7343411E}" destId="{0613B88B-6C5F-4837-B3B7-2E2843919BBC}" srcOrd="1" destOrd="0" presId="urn:microsoft.com/office/officeart/2008/layout/HorizontalMultiLevelHierarchy"/>
    <dgm:cxn modelId="{5A3DC595-6652-4078-B091-DACAFB0ADB5A}" type="presParOf" srcId="{15760790-9539-44A9-A52D-58AB584996E5}" destId="{F7C38909-BE07-464E-834D-BDCFBA258100}" srcOrd="10" destOrd="0" presId="urn:microsoft.com/office/officeart/2008/layout/HorizontalMultiLevelHierarchy"/>
    <dgm:cxn modelId="{51513647-B6E4-4A4C-8721-857D7DCEA760}" type="presParOf" srcId="{F7C38909-BE07-464E-834D-BDCFBA258100}" destId="{2D59348E-CC92-4EDA-8DAB-F0153DE00DFE}" srcOrd="0" destOrd="0" presId="urn:microsoft.com/office/officeart/2008/layout/HorizontalMultiLevelHierarchy"/>
    <dgm:cxn modelId="{B75AF7EF-F955-4A03-9E83-B3584A488E8D}" type="presParOf" srcId="{15760790-9539-44A9-A52D-58AB584996E5}" destId="{09E3E5F7-6710-42A6-8755-1B392952BE7A}" srcOrd="11" destOrd="0" presId="urn:microsoft.com/office/officeart/2008/layout/HorizontalMultiLevelHierarchy"/>
    <dgm:cxn modelId="{647308FC-B7ED-46DB-AA02-05EC8C76F53A}" type="presParOf" srcId="{09E3E5F7-6710-42A6-8755-1B392952BE7A}" destId="{FDF91A2A-2A66-4C6C-A86A-CDF4326DA8EE}" srcOrd="0" destOrd="0" presId="urn:microsoft.com/office/officeart/2008/layout/HorizontalMultiLevelHierarchy"/>
    <dgm:cxn modelId="{E3D20089-1C0A-4461-A979-1B7EE87572ED}" type="presParOf" srcId="{09E3E5F7-6710-42A6-8755-1B392952BE7A}" destId="{CF943F71-00A5-4A37-9AA2-340A74FF6AAC}" srcOrd="1" destOrd="0" presId="urn:microsoft.com/office/officeart/2008/layout/HorizontalMultiLevelHierarchy"/>
    <dgm:cxn modelId="{50F405EE-9ECE-49FC-A465-AC0BED43C809}" type="presParOf" srcId="{CF943F71-00A5-4A37-9AA2-340A74FF6AAC}" destId="{4D78C0FD-C85D-44AE-95F1-5625C530C688}" srcOrd="0" destOrd="0" presId="urn:microsoft.com/office/officeart/2008/layout/HorizontalMultiLevelHierarchy"/>
    <dgm:cxn modelId="{59244552-2E88-4E2D-AE54-BCCBE39992A3}" type="presParOf" srcId="{4D78C0FD-C85D-44AE-95F1-5625C530C688}" destId="{FCB80174-977E-4FDC-A16B-7D1437C183F2}" srcOrd="0" destOrd="0" presId="urn:microsoft.com/office/officeart/2008/layout/HorizontalMultiLevelHierarchy"/>
    <dgm:cxn modelId="{3FD76A3E-E911-45E2-813C-424E44A74A93}" type="presParOf" srcId="{CF943F71-00A5-4A37-9AA2-340A74FF6AAC}" destId="{F99645D6-B775-44B3-BD68-DE35BE73F39D}" srcOrd="1" destOrd="0" presId="urn:microsoft.com/office/officeart/2008/layout/HorizontalMultiLevelHierarchy"/>
    <dgm:cxn modelId="{53501645-9341-4F37-BB8A-1CE2B22557F6}" type="presParOf" srcId="{F99645D6-B775-44B3-BD68-DE35BE73F39D}" destId="{39579ECC-5A3F-4DBE-B681-3E450FCC0508}" srcOrd="0" destOrd="0" presId="urn:microsoft.com/office/officeart/2008/layout/HorizontalMultiLevelHierarchy"/>
    <dgm:cxn modelId="{E4DBC090-1379-4368-9DDD-15777EDF1982}" type="presParOf" srcId="{F99645D6-B775-44B3-BD68-DE35BE73F39D}" destId="{78FD9C01-7CBE-48E1-A65D-369494ADF49C}" srcOrd="1" destOrd="0" presId="urn:microsoft.com/office/officeart/2008/layout/HorizontalMultiLevelHierarchy"/>
    <dgm:cxn modelId="{B1C6A800-F820-4429-994F-6F5CC1C3B8EC}" type="presParOf" srcId="{78FD9C01-7CBE-48E1-A65D-369494ADF49C}" destId="{7B24AA88-93EC-4ACD-A3A2-F98FFA8C9C81}" srcOrd="0" destOrd="0" presId="urn:microsoft.com/office/officeart/2008/layout/HorizontalMultiLevelHierarchy"/>
    <dgm:cxn modelId="{697003DA-B676-4943-AE76-EB95B8289266}" type="presParOf" srcId="{7B24AA88-93EC-4ACD-A3A2-F98FFA8C9C81}" destId="{8356AC79-2EF4-49C1-9BE8-D778171D8DF5}" srcOrd="0" destOrd="0" presId="urn:microsoft.com/office/officeart/2008/layout/HorizontalMultiLevelHierarchy"/>
    <dgm:cxn modelId="{740609AC-2B61-4957-9078-776453892AC3}" type="presParOf" srcId="{78FD9C01-7CBE-48E1-A65D-369494ADF49C}" destId="{B884D676-ADA4-4875-AA6D-A4A162F85EBB}" srcOrd="1" destOrd="0" presId="urn:microsoft.com/office/officeart/2008/layout/HorizontalMultiLevelHierarchy"/>
    <dgm:cxn modelId="{27322EFF-7A11-4ECD-8902-57CCC38287BC}" type="presParOf" srcId="{B884D676-ADA4-4875-AA6D-A4A162F85EBB}" destId="{6C0DA723-208C-456B-8DC0-14BE49161222}" srcOrd="0" destOrd="0" presId="urn:microsoft.com/office/officeart/2008/layout/HorizontalMultiLevelHierarchy"/>
    <dgm:cxn modelId="{4AD0054C-5179-4EB7-91DB-9090CD21D932}" type="presParOf" srcId="{B884D676-ADA4-4875-AA6D-A4A162F85EBB}" destId="{F326B291-A370-49E2-93C5-92A41CE46CFA}" srcOrd="1" destOrd="0" presId="urn:microsoft.com/office/officeart/2008/layout/HorizontalMultiLevelHierarchy"/>
    <dgm:cxn modelId="{27DA2EF4-BAA8-40C5-9BDF-1DBA3220A47B}" type="presParOf" srcId="{15760790-9539-44A9-A52D-58AB584996E5}" destId="{EA21B7AA-9486-4067-B349-50CE4D95F9B9}" srcOrd="12" destOrd="0" presId="urn:microsoft.com/office/officeart/2008/layout/HorizontalMultiLevelHierarchy"/>
    <dgm:cxn modelId="{2A15393B-8896-4A33-8E66-9F4D165FB234}" type="presParOf" srcId="{EA21B7AA-9486-4067-B349-50CE4D95F9B9}" destId="{46C640A8-4221-49EA-B21F-B4D90F5A805F}" srcOrd="0" destOrd="0" presId="urn:microsoft.com/office/officeart/2008/layout/HorizontalMultiLevelHierarchy"/>
    <dgm:cxn modelId="{2F7EC0A0-6357-48F4-BBA0-AB285021C340}" type="presParOf" srcId="{15760790-9539-44A9-A52D-58AB584996E5}" destId="{CBEFB087-3B44-44CC-8A65-30A263DE3FA7}" srcOrd="13" destOrd="0" presId="urn:microsoft.com/office/officeart/2008/layout/HorizontalMultiLevelHierarchy"/>
    <dgm:cxn modelId="{99ECFD6B-1CE5-491A-A4EA-03229D922038}" type="presParOf" srcId="{CBEFB087-3B44-44CC-8A65-30A263DE3FA7}" destId="{C3BAA938-E657-4B3A-9C99-A24D140B8CBB}" srcOrd="0" destOrd="0" presId="urn:microsoft.com/office/officeart/2008/layout/HorizontalMultiLevelHierarchy"/>
    <dgm:cxn modelId="{7F259A1D-BB36-477B-88DC-6CF0344647F3}" type="presParOf" srcId="{CBEFB087-3B44-44CC-8A65-30A263DE3FA7}" destId="{803DB0ED-84B8-46AD-A2BD-DD3B28A4BD05}" srcOrd="1" destOrd="0" presId="urn:microsoft.com/office/officeart/2008/layout/HorizontalMultiLevelHierarchy"/>
    <dgm:cxn modelId="{2619ACA0-7A1F-462B-98D0-D4CAA75E35D8}" type="presParOf" srcId="{803DB0ED-84B8-46AD-A2BD-DD3B28A4BD05}" destId="{41991A70-5495-4DA6-ADF1-52AE3035041A}" srcOrd="0" destOrd="0" presId="urn:microsoft.com/office/officeart/2008/layout/HorizontalMultiLevelHierarchy"/>
    <dgm:cxn modelId="{78E5982B-D9D6-4602-80D2-C02E9C6774C0}" type="presParOf" srcId="{41991A70-5495-4DA6-ADF1-52AE3035041A}" destId="{A4C1AF91-0772-401F-B452-1B9FB50D902D}" srcOrd="0" destOrd="0" presId="urn:microsoft.com/office/officeart/2008/layout/HorizontalMultiLevelHierarchy"/>
    <dgm:cxn modelId="{B1B4DFC4-8745-45E2-BD3B-C815E8DA0233}" type="presParOf" srcId="{803DB0ED-84B8-46AD-A2BD-DD3B28A4BD05}" destId="{D8182051-9983-4D39-A737-C2D0E2312C8F}" srcOrd="1" destOrd="0" presId="urn:microsoft.com/office/officeart/2008/layout/HorizontalMultiLevelHierarchy"/>
    <dgm:cxn modelId="{F9BF7620-970A-4AA1-B190-99455445D553}" type="presParOf" srcId="{D8182051-9983-4D39-A737-C2D0E2312C8F}" destId="{22F4890B-3AF7-42E3-9465-6D51CBFE7F22}" srcOrd="0" destOrd="0" presId="urn:microsoft.com/office/officeart/2008/layout/HorizontalMultiLevelHierarchy"/>
    <dgm:cxn modelId="{EED89158-1DB6-453F-8129-1C29E07BBC04}" type="presParOf" srcId="{D8182051-9983-4D39-A737-C2D0E2312C8F}" destId="{51829F90-596D-41C5-80D9-EDF56A3C12EA}" srcOrd="1" destOrd="0" presId="urn:microsoft.com/office/officeart/2008/layout/HorizontalMultiLevelHierarchy"/>
    <dgm:cxn modelId="{A4FB6184-9A11-4C48-9022-6C39DE881B05}" type="presParOf" srcId="{51829F90-596D-41C5-80D9-EDF56A3C12EA}" destId="{73FD337A-6A62-440C-AAA2-FFC3EC6938DE}" srcOrd="0" destOrd="0" presId="urn:microsoft.com/office/officeart/2008/layout/HorizontalMultiLevelHierarchy"/>
    <dgm:cxn modelId="{37C70515-83FB-4107-BD75-29181AF0C615}" type="presParOf" srcId="{73FD337A-6A62-440C-AAA2-FFC3EC6938DE}" destId="{294E2E05-8EB0-4855-9461-40F75FEB5DB8}" srcOrd="0" destOrd="0" presId="urn:microsoft.com/office/officeart/2008/layout/HorizontalMultiLevelHierarchy"/>
    <dgm:cxn modelId="{D3DE2618-D7B0-4D19-9232-596FF8B2FBD7}" type="presParOf" srcId="{51829F90-596D-41C5-80D9-EDF56A3C12EA}" destId="{67E9512F-B5FF-493F-9463-B36C4CAFC81D}" srcOrd="1" destOrd="0" presId="urn:microsoft.com/office/officeart/2008/layout/HorizontalMultiLevelHierarchy"/>
    <dgm:cxn modelId="{5DA0A428-58C2-428B-A7C1-4C6EBAC789F1}" type="presParOf" srcId="{67E9512F-B5FF-493F-9463-B36C4CAFC81D}" destId="{F9485734-481E-4A53-B2D5-97F403D795A0}" srcOrd="0" destOrd="0" presId="urn:microsoft.com/office/officeart/2008/layout/HorizontalMultiLevelHierarchy"/>
    <dgm:cxn modelId="{5BE9FCCE-CB63-426A-BC35-6779537EEDD0}" type="presParOf" srcId="{67E9512F-B5FF-493F-9463-B36C4CAFC81D}" destId="{1F1CB7FB-0429-4AE0-A35C-D0ED6DAF4C16}" srcOrd="1" destOrd="0" presId="urn:microsoft.com/office/officeart/2008/layout/HorizontalMultiLevelHierarchy"/>
    <dgm:cxn modelId="{6D21F943-5377-4967-906C-5257D274DCBC}" type="presParOf" srcId="{15760790-9539-44A9-A52D-58AB584996E5}" destId="{E7448DA2-ABEA-4A21-9757-53D581D7F3FD}" srcOrd="14" destOrd="0" presId="urn:microsoft.com/office/officeart/2008/layout/HorizontalMultiLevelHierarchy"/>
    <dgm:cxn modelId="{37E76BE4-64FA-4E36-B33E-9C5DA4994A31}" type="presParOf" srcId="{E7448DA2-ABEA-4A21-9757-53D581D7F3FD}" destId="{E3D0D3B2-09CA-4905-A15A-B5077E79086E}" srcOrd="0" destOrd="0" presId="urn:microsoft.com/office/officeart/2008/layout/HorizontalMultiLevelHierarchy"/>
    <dgm:cxn modelId="{AF4DFF87-0D80-4BC7-BD69-50B6798085B2}" type="presParOf" srcId="{15760790-9539-44A9-A52D-58AB584996E5}" destId="{1A5AA4F0-CBA6-4DC1-BA95-294FA49D68E6}" srcOrd="15" destOrd="0" presId="urn:microsoft.com/office/officeart/2008/layout/HorizontalMultiLevelHierarchy"/>
    <dgm:cxn modelId="{8735DA5E-C192-4F3A-919F-83AB4BCE088B}" type="presParOf" srcId="{1A5AA4F0-CBA6-4DC1-BA95-294FA49D68E6}" destId="{F79FB1EC-FF45-40C7-BCB6-021087AEF7A4}" srcOrd="0" destOrd="0" presId="urn:microsoft.com/office/officeart/2008/layout/HorizontalMultiLevelHierarchy"/>
    <dgm:cxn modelId="{8E60D7D9-48E1-4227-9E0A-C99838E713EA}" type="presParOf" srcId="{1A5AA4F0-CBA6-4DC1-BA95-294FA49D68E6}" destId="{D8836E39-B4A4-4487-81A7-7BAB37E5BE9D}" srcOrd="1" destOrd="0" presId="urn:microsoft.com/office/officeart/2008/layout/HorizontalMultiLevelHierarchy"/>
    <dgm:cxn modelId="{22A83FFF-0E75-42CF-AA1F-6B45AD5D9E88}" type="presParOf" srcId="{D8836E39-B4A4-4487-81A7-7BAB37E5BE9D}" destId="{FEF38621-C909-48CF-B14E-859997849F5A}" srcOrd="0" destOrd="0" presId="urn:microsoft.com/office/officeart/2008/layout/HorizontalMultiLevelHierarchy"/>
    <dgm:cxn modelId="{9FCC6F7C-600C-4953-B446-C0E3A8A041AB}" type="presParOf" srcId="{FEF38621-C909-48CF-B14E-859997849F5A}" destId="{62B32946-0555-4CA6-A676-F8368863D843}" srcOrd="0" destOrd="0" presId="urn:microsoft.com/office/officeart/2008/layout/HorizontalMultiLevelHierarchy"/>
    <dgm:cxn modelId="{4EF6BC3E-55C3-4D3A-AFAF-7B810FDF02A1}" type="presParOf" srcId="{D8836E39-B4A4-4487-81A7-7BAB37E5BE9D}" destId="{AA409969-18B7-48FE-95F1-8F1A19799B0B}" srcOrd="1" destOrd="0" presId="urn:microsoft.com/office/officeart/2008/layout/HorizontalMultiLevelHierarchy"/>
    <dgm:cxn modelId="{A0F1E59C-6F2F-4D86-96B8-78256D9ABBC6}" type="presParOf" srcId="{AA409969-18B7-48FE-95F1-8F1A19799B0B}" destId="{A6BD61BC-4141-400E-ACB2-D57F9AF06952}" srcOrd="0" destOrd="0" presId="urn:microsoft.com/office/officeart/2008/layout/HorizontalMultiLevelHierarchy"/>
    <dgm:cxn modelId="{2C93A19B-05BC-4652-A9B8-33AB49AFC156}" type="presParOf" srcId="{AA409969-18B7-48FE-95F1-8F1A19799B0B}" destId="{EFA03ACC-9B27-49AD-A779-76953488942D}" srcOrd="1" destOrd="0" presId="urn:microsoft.com/office/officeart/2008/layout/HorizontalMultiLevelHierarchy"/>
    <dgm:cxn modelId="{2CF6A64C-EAA9-45D7-8148-3AACEC69DAF7}" type="presParOf" srcId="{EFA03ACC-9B27-49AD-A779-76953488942D}" destId="{31F36AA4-DD88-458F-818F-4B4E19268883}" srcOrd="0" destOrd="0" presId="urn:microsoft.com/office/officeart/2008/layout/HorizontalMultiLevelHierarchy"/>
    <dgm:cxn modelId="{A029CCAE-E717-4213-9687-671498DB689B}" type="presParOf" srcId="{31F36AA4-DD88-458F-818F-4B4E19268883}" destId="{FED8EC24-646E-4BC6-9059-80111B5EF84C}" srcOrd="0" destOrd="0" presId="urn:microsoft.com/office/officeart/2008/layout/HorizontalMultiLevelHierarchy"/>
    <dgm:cxn modelId="{A652873E-BD2E-49AB-A7A7-F1F293144BF9}" type="presParOf" srcId="{EFA03ACC-9B27-49AD-A779-76953488942D}" destId="{9F8ED2AF-ED2D-4E73-86F3-28276EBA94C9}" srcOrd="1" destOrd="0" presId="urn:microsoft.com/office/officeart/2008/layout/HorizontalMultiLevelHierarchy"/>
    <dgm:cxn modelId="{125037CD-C49A-450A-ACCA-FBD0E0A0E313}" type="presParOf" srcId="{9F8ED2AF-ED2D-4E73-86F3-28276EBA94C9}" destId="{62CD0928-6BCA-4D3E-A0AE-B8409B2849FD}" srcOrd="0" destOrd="0" presId="urn:microsoft.com/office/officeart/2008/layout/HorizontalMultiLevelHierarchy"/>
    <dgm:cxn modelId="{6A9F72E9-EB57-4AFA-B5FB-75D181B7BD1D}" type="presParOf" srcId="{9F8ED2AF-ED2D-4E73-86F3-28276EBA94C9}" destId="{2DCF32DA-CA76-4910-9EE2-F923E6533571}" srcOrd="1" destOrd="0" presId="urn:microsoft.com/office/officeart/2008/layout/HorizontalMultiLevelHierarchy"/>
    <dgm:cxn modelId="{630A998B-9ED8-4192-93F9-7C20E7022CCD}" type="presParOf" srcId="{15760790-9539-44A9-A52D-58AB584996E5}" destId="{88664CCB-9214-4D82-86B3-EFDDCFEAF4FB}" srcOrd="16" destOrd="0" presId="urn:microsoft.com/office/officeart/2008/layout/HorizontalMultiLevelHierarchy"/>
    <dgm:cxn modelId="{AA055AB4-C33C-45EB-85A9-2180C14B72E0}" type="presParOf" srcId="{88664CCB-9214-4D82-86B3-EFDDCFEAF4FB}" destId="{EE83F653-B2FA-4D4B-85D3-D5575E7023AC}" srcOrd="0" destOrd="0" presId="urn:microsoft.com/office/officeart/2008/layout/HorizontalMultiLevelHierarchy"/>
    <dgm:cxn modelId="{992EC3EB-0FF5-4A51-88CA-B9F46E764B2B}" type="presParOf" srcId="{15760790-9539-44A9-A52D-58AB584996E5}" destId="{9F7A3BE1-8606-43FD-B7EE-7A3DFB935645}" srcOrd="17" destOrd="0" presId="urn:microsoft.com/office/officeart/2008/layout/HorizontalMultiLevelHierarchy"/>
    <dgm:cxn modelId="{5FCE6EC3-EA17-4D63-BBB4-57D6A7D4C5CA}" type="presParOf" srcId="{9F7A3BE1-8606-43FD-B7EE-7A3DFB935645}" destId="{93341C07-B5F1-4CC7-BB14-0920D0E784AE}" srcOrd="0" destOrd="0" presId="urn:microsoft.com/office/officeart/2008/layout/HorizontalMultiLevelHierarchy"/>
    <dgm:cxn modelId="{6BDB054A-DF67-4DF9-A471-27FBF961E425}" type="presParOf" srcId="{9F7A3BE1-8606-43FD-B7EE-7A3DFB935645}" destId="{6D0F1497-A2DD-48C8-9967-E8CCD380CFE3}" srcOrd="1" destOrd="0" presId="urn:microsoft.com/office/officeart/2008/layout/HorizontalMultiLevelHierarchy"/>
    <dgm:cxn modelId="{50E36D5B-B8CE-46C0-95C2-BE3A49618B8E}" type="presParOf" srcId="{6D0F1497-A2DD-48C8-9967-E8CCD380CFE3}" destId="{2AEE0977-4A75-4059-821D-B21488B2EDD3}" srcOrd="0" destOrd="0" presId="urn:microsoft.com/office/officeart/2008/layout/HorizontalMultiLevelHierarchy"/>
    <dgm:cxn modelId="{E4A483F0-F287-4FC4-BC18-2130452DE86D}" type="presParOf" srcId="{2AEE0977-4A75-4059-821D-B21488B2EDD3}" destId="{4AB34F3F-5530-4B4A-AD3D-E7353D81C3E6}" srcOrd="0" destOrd="0" presId="urn:microsoft.com/office/officeart/2008/layout/HorizontalMultiLevelHierarchy"/>
    <dgm:cxn modelId="{13E8B46D-A3C1-4922-8A31-050666826543}" type="presParOf" srcId="{6D0F1497-A2DD-48C8-9967-E8CCD380CFE3}" destId="{3902BB5D-4B78-4067-B6D6-C2E2A0BD19FA}" srcOrd="1" destOrd="0" presId="urn:microsoft.com/office/officeart/2008/layout/HorizontalMultiLevelHierarchy"/>
    <dgm:cxn modelId="{405CDB92-C2BD-434A-91D0-E9FEC800A95D}" type="presParOf" srcId="{3902BB5D-4B78-4067-B6D6-C2E2A0BD19FA}" destId="{3A5EF45C-5D59-4585-B71A-DF482DAE80EE}" srcOrd="0" destOrd="0" presId="urn:microsoft.com/office/officeart/2008/layout/HorizontalMultiLevelHierarchy"/>
    <dgm:cxn modelId="{4537DED8-1AF2-49DD-897C-ED3DC2B38ABF}" type="presParOf" srcId="{3902BB5D-4B78-4067-B6D6-C2E2A0BD19FA}" destId="{5C7EA8AE-0C6F-4A6E-8165-E1C62B608C9A}" srcOrd="1" destOrd="0" presId="urn:microsoft.com/office/officeart/2008/layout/HorizontalMultiLevelHierarchy"/>
    <dgm:cxn modelId="{4D689C0E-60A9-477A-B8FC-0669D7359B65}" type="presParOf" srcId="{5C7EA8AE-0C6F-4A6E-8165-E1C62B608C9A}" destId="{5C95B02D-F837-46A9-85F9-5F6D834B3855}" srcOrd="0" destOrd="0" presId="urn:microsoft.com/office/officeart/2008/layout/HorizontalMultiLevelHierarchy"/>
    <dgm:cxn modelId="{3EAFFEF8-E9D9-4D35-B5CD-E425426388D0}" type="presParOf" srcId="{5C95B02D-F837-46A9-85F9-5F6D834B3855}" destId="{8885D25F-0ABF-4D46-84B4-00F0133DAEEC}" srcOrd="0" destOrd="0" presId="urn:microsoft.com/office/officeart/2008/layout/HorizontalMultiLevelHierarchy"/>
    <dgm:cxn modelId="{ACEDF720-8DDB-4EEE-9C4D-CBE0176B93EA}" type="presParOf" srcId="{5C7EA8AE-0C6F-4A6E-8165-E1C62B608C9A}" destId="{0FB46B19-C355-435C-8133-89C2E19DF246}" srcOrd="1" destOrd="0" presId="urn:microsoft.com/office/officeart/2008/layout/HorizontalMultiLevelHierarchy"/>
    <dgm:cxn modelId="{09073A9C-3971-4631-802C-D9F221DFD8A9}" type="presParOf" srcId="{0FB46B19-C355-435C-8133-89C2E19DF246}" destId="{AC7A7488-4047-4261-AB4A-0880674A7AEE}" srcOrd="0" destOrd="0" presId="urn:microsoft.com/office/officeart/2008/layout/HorizontalMultiLevelHierarchy"/>
    <dgm:cxn modelId="{87A36562-760B-4837-A6ED-5A7C982A3F53}" type="presParOf" srcId="{0FB46B19-C355-435C-8133-89C2E19DF246}" destId="{8BA6894D-F20F-4C08-A080-855FF671A8A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 dirty="0"/>
            <a:t>Productos</a:t>
          </a: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/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/>
        </a:p>
      </dgm:t>
    </dgm:pt>
    <dgm:pt modelId="{D5CC7BC0-399A-4FA1-9282-8E02243BD9DA}">
      <dgm:prSet phldrT="[Texto]" phldr="0"/>
      <dgm:spPr/>
      <dgm:t>
        <a:bodyPr/>
        <a:lstStyle/>
        <a:p>
          <a:r>
            <a:rPr lang="es-EC" dirty="0" err="1">
              <a:solidFill>
                <a:srgbClr val="150F41"/>
              </a:solidFill>
            </a:rPr>
            <a:t>Peigo</a:t>
          </a:r>
          <a:endParaRPr lang="es-EC" dirty="0">
            <a:solidFill>
              <a:srgbClr val="150F41"/>
            </a:solidFill>
          </a:endParaRPr>
        </a:p>
      </dgm:t>
    </dgm:pt>
    <dgm:pt modelId="{77DE0F50-91BD-47B0-82F2-905F09486430}" type="parTrans" cxnId="{1C054A4C-FE2D-46FB-B0E2-C91FC85755E0}">
      <dgm:prSet/>
      <dgm:spPr/>
      <dgm:t>
        <a:bodyPr/>
        <a:lstStyle/>
        <a:p>
          <a:endParaRPr lang="es-EC"/>
        </a:p>
      </dgm:t>
    </dgm:pt>
    <dgm:pt modelId="{6B4200AB-22F1-4917-A548-F0CC62565ABB}" type="sibTrans" cxnId="{1C054A4C-FE2D-46FB-B0E2-C91FC85755E0}">
      <dgm:prSet/>
      <dgm:spPr/>
      <dgm:t>
        <a:bodyPr/>
        <a:lstStyle/>
        <a:p>
          <a:endParaRPr lang="es-EC"/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/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/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/>
        </a:p>
      </dgm:t>
    </dgm:pt>
    <dgm:pt modelId="{F6D65D99-858C-4491-8350-4E38A536AD21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Crédito</a:t>
          </a:r>
        </a:p>
      </dgm:t>
    </dgm:pt>
    <dgm:pt modelId="{FEC150FD-CA24-4E50-97F1-E69E41EAECA7}" type="parTrans" cxnId="{6B282A65-641E-4798-B811-1AC8F94F44F5}">
      <dgm:prSet/>
      <dgm:spPr/>
      <dgm:t>
        <a:bodyPr/>
        <a:lstStyle/>
        <a:p>
          <a:endParaRPr lang="es-EC"/>
        </a:p>
      </dgm:t>
    </dgm:pt>
    <dgm:pt modelId="{15769C71-E077-44AB-965F-70D7B581EC38}" type="sibTrans" cxnId="{6B282A65-641E-4798-B811-1AC8F94F44F5}">
      <dgm:prSet/>
      <dgm:spPr/>
      <dgm:t>
        <a:bodyPr/>
        <a:lstStyle/>
        <a:p>
          <a:endParaRPr lang="es-EC"/>
        </a:p>
      </dgm:t>
    </dgm:pt>
    <dgm:pt modelId="{BC06D4EA-C00A-455B-A296-90B7D26E50BF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Cupo 0</a:t>
          </a:r>
        </a:p>
      </dgm:t>
    </dgm:pt>
    <dgm:pt modelId="{1088B713-D373-4F76-B98B-B75395D41BA2}" type="parTrans" cxnId="{72C4DCA9-69DE-411B-B9C2-7B74C9048EBC}">
      <dgm:prSet/>
      <dgm:spPr/>
      <dgm:t>
        <a:bodyPr/>
        <a:lstStyle/>
        <a:p>
          <a:endParaRPr lang="es-EC"/>
        </a:p>
      </dgm:t>
    </dgm:pt>
    <dgm:pt modelId="{640074BF-093A-4037-A45A-F35FD66C4B67}" type="sibTrans" cxnId="{72C4DCA9-69DE-411B-B9C2-7B74C9048EBC}">
      <dgm:prSet/>
      <dgm:spPr/>
      <dgm:t>
        <a:bodyPr/>
        <a:lstStyle/>
        <a:p>
          <a:endParaRPr lang="es-EC"/>
        </a:p>
      </dgm:t>
    </dgm:pt>
    <dgm:pt modelId="{1AB03169-D976-42D7-A273-D4625AE46F9F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Debito</a:t>
          </a:r>
        </a:p>
      </dgm:t>
    </dgm:pt>
    <dgm:pt modelId="{AA478AEC-9F15-47FF-B20B-DE5893F051C0}" type="parTrans" cxnId="{930B6465-918C-4487-9892-21C123CA0BA4}">
      <dgm:prSet/>
      <dgm:spPr/>
      <dgm:t>
        <a:bodyPr/>
        <a:lstStyle/>
        <a:p>
          <a:endParaRPr lang="es-EC"/>
        </a:p>
      </dgm:t>
    </dgm:pt>
    <dgm:pt modelId="{0A7E2B11-0161-4336-8CC6-8057E2D42FCF}" type="sibTrans" cxnId="{930B6465-918C-4487-9892-21C123CA0BA4}">
      <dgm:prSet/>
      <dgm:spPr/>
      <dgm:t>
        <a:bodyPr/>
        <a:lstStyle/>
        <a:p>
          <a:endParaRPr lang="es-EC"/>
        </a:p>
      </dgm:t>
    </dgm:pt>
    <dgm:pt modelId="{7FA6DCDB-7840-414E-A2DC-34707D6C010C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Amiga</a:t>
          </a:r>
        </a:p>
      </dgm:t>
    </dgm:pt>
    <dgm:pt modelId="{BC517616-6D60-41B4-A1E9-EF3BB38B7FA6}" type="parTrans" cxnId="{A5E3A0DE-3F29-45DF-B3C9-345FA27E2BAE}">
      <dgm:prSet/>
      <dgm:spPr/>
      <dgm:t>
        <a:bodyPr/>
        <a:lstStyle/>
        <a:p>
          <a:endParaRPr lang="es-EC"/>
        </a:p>
      </dgm:t>
    </dgm:pt>
    <dgm:pt modelId="{81C5B1B1-C736-4F61-B4D2-15979B594143}" type="sibTrans" cxnId="{A5E3A0DE-3F29-45DF-B3C9-345FA27E2BAE}">
      <dgm:prSet/>
      <dgm:spPr/>
      <dgm:t>
        <a:bodyPr/>
        <a:lstStyle/>
        <a:p>
          <a:endParaRPr lang="es-EC"/>
        </a:p>
      </dgm:t>
    </dgm:pt>
    <dgm:pt modelId="{08AE5005-3581-4A97-BECF-0CCE44B4D53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Ahorro</a:t>
          </a:r>
        </a:p>
      </dgm:t>
    </dgm:pt>
    <dgm:pt modelId="{A004AE72-6A2F-4DC1-86AA-9DD6EF4528AF}" type="parTrans" cxnId="{AEB8F02E-B8EC-45B2-A23C-A943F8742FDE}">
      <dgm:prSet/>
      <dgm:spPr/>
      <dgm:t>
        <a:bodyPr/>
        <a:lstStyle/>
        <a:p>
          <a:endParaRPr lang="es-EC"/>
        </a:p>
      </dgm:t>
    </dgm:pt>
    <dgm:pt modelId="{ECAF6E8F-2852-43EE-B9C4-41442144A0FC}" type="sibTrans" cxnId="{AEB8F02E-B8EC-45B2-A23C-A943F8742FDE}">
      <dgm:prSet/>
      <dgm:spPr/>
      <dgm:t>
        <a:bodyPr/>
        <a:lstStyle/>
        <a:p>
          <a:endParaRPr lang="es-EC"/>
        </a:p>
      </dgm:t>
    </dgm:pt>
    <dgm:pt modelId="{4ACE4D20-0AD1-48A9-9ACB-1F5C46BC0BD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Corriente</a:t>
          </a:r>
        </a:p>
      </dgm:t>
    </dgm:pt>
    <dgm:pt modelId="{07B6C525-6C33-4AE8-B387-9234D98AC7A5}" type="parTrans" cxnId="{049CF7CC-B208-4A72-A5C2-87DD58BA822A}">
      <dgm:prSet/>
      <dgm:spPr/>
      <dgm:t>
        <a:bodyPr/>
        <a:lstStyle/>
        <a:p>
          <a:endParaRPr lang="es-EC"/>
        </a:p>
      </dgm:t>
    </dgm:pt>
    <dgm:pt modelId="{D43DB4CE-5FDD-4F07-B46D-1A1C7495C161}" type="sibTrans" cxnId="{049CF7CC-B208-4A72-A5C2-87DD58BA822A}">
      <dgm:prSet/>
      <dgm:spPr/>
      <dgm:t>
        <a:bodyPr/>
        <a:lstStyle/>
        <a:p>
          <a:endParaRPr lang="es-EC"/>
        </a:p>
      </dgm:t>
    </dgm:pt>
    <dgm:pt modelId="{D703D4E3-80AC-43B7-BB5D-6236C00A0C8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Inversión</a:t>
          </a:r>
        </a:p>
      </dgm:t>
    </dgm:pt>
    <dgm:pt modelId="{C5F0EE40-EBE4-45F5-B1FC-726A9F1B0F73}" type="parTrans" cxnId="{3001B6E0-5A1B-4107-95CB-12E9DCC99663}">
      <dgm:prSet/>
      <dgm:spPr/>
      <dgm:t>
        <a:bodyPr/>
        <a:lstStyle/>
        <a:p>
          <a:endParaRPr lang="es-EC"/>
        </a:p>
      </dgm:t>
    </dgm:pt>
    <dgm:pt modelId="{AA9F861D-93CE-4011-9A92-B54BA4C37D2E}" type="sibTrans" cxnId="{3001B6E0-5A1B-4107-95CB-12E9DCC99663}">
      <dgm:prSet/>
      <dgm:spPr/>
      <dgm:t>
        <a:bodyPr/>
        <a:lstStyle/>
        <a:p>
          <a:endParaRPr lang="es-EC"/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/>
            <a:t>Seguros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/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/>
        </a:p>
      </dgm:t>
    </dgm:pt>
    <dgm:pt modelId="{5821FB8A-5877-43A9-875B-26B9C487ACC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Consumo</a:t>
          </a:r>
        </a:p>
      </dgm:t>
    </dgm:pt>
    <dgm:pt modelId="{90CBA59F-7D7C-4C75-9B0F-F5F15E07117F}" type="parTrans" cxnId="{41EF1B5F-D09D-4F71-8417-C286285C9568}">
      <dgm:prSet/>
      <dgm:spPr/>
      <dgm:t>
        <a:bodyPr/>
        <a:lstStyle/>
        <a:p>
          <a:endParaRPr lang="es-EC"/>
        </a:p>
      </dgm:t>
    </dgm:pt>
    <dgm:pt modelId="{D3D15590-51C2-44EF-AC9C-F94F0FCCB8B6}" type="sibTrans" cxnId="{41EF1B5F-D09D-4F71-8417-C286285C9568}">
      <dgm:prSet/>
      <dgm:spPr/>
      <dgm:t>
        <a:bodyPr/>
        <a:lstStyle/>
        <a:p>
          <a:endParaRPr lang="es-EC"/>
        </a:p>
      </dgm:t>
    </dgm:pt>
    <dgm:pt modelId="{B56DF796-4577-4EAC-93C2-6935751BE25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Comercial</a:t>
          </a:r>
        </a:p>
      </dgm:t>
    </dgm:pt>
    <dgm:pt modelId="{E9C31236-41E3-4D93-86D6-120F41639747}" type="parTrans" cxnId="{F8DB03AF-B784-48A9-AE53-EF0646F0505B}">
      <dgm:prSet/>
      <dgm:spPr/>
      <dgm:t>
        <a:bodyPr/>
        <a:lstStyle/>
        <a:p>
          <a:endParaRPr lang="es-EC"/>
        </a:p>
      </dgm:t>
    </dgm:pt>
    <dgm:pt modelId="{7891076A-C6C8-4A60-A70F-5BC6A31F5F3B}" type="sibTrans" cxnId="{F8DB03AF-B784-48A9-AE53-EF0646F0505B}">
      <dgm:prSet/>
      <dgm:spPr/>
      <dgm:t>
        <a:bodyPr/>
        <a:lstStyle/>
        <a:p>
          <a:endParaRPr lang="es-EC"/>
        </a:p>
      </dgm:t>
    </dgm:pt>
    <dgm:pt modelId="{9E6C4194-C2AC-49CA-B1BE-485970A30476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Educativo</a:t>
          </a:r>
        </a:p>
      </dgm:t>
    </dgm:pt>
    <dgm:pt modelId="{123BE4C2-2740-48F1-A672-BED1CFEF1A55}" type="parTrans" cxnId="{99B37A96-C7E4-4FFE-AE1C-0B928899CCF5}">
      <dgm:prSet/>
      <dgm:spPr/>
      <dgm:t>
        <a:bodyPr/>
        <a:lstStyle/>
        <a:p>
          <a:endParaRPr lang="es-EC"/>
        </a:p>
      </dgm:t>
    </dgm:pt>
    <dgm:pt modelId="{9CCDDAAC-1088-4C90-ADDE-D6CCD26B0E7F}" type="sibTrans" cxnId="{99B37A96-C7E4-4FFE-AE1C-0B928899CCF5}">
      <dgm:prSet/>
      <dgm:spPr/>
      <dgm:t>
        <a:bodyPr/>
        <a:lstStyle/>
        <a:p>
          <a:endParaRPr lang="es-EC"/>
        </a:p>
      </dgm:t>
    </dgm:pt>
    <dgm:pt modelId="{8EC7E3C2-D2EB-4D76-988B-B2A9666017DA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Hipotecario</a:t>
          </a:r>
        </a:p>
      </dgm:t>
    </dgm:pt>
    <dgm:pt modelId="{8D49C22C-79DA-4F3A-AEAD-6714A7BAFF19}" type="parTrans" cxnId="{5EB7DF8D-7BF8-4C6E-BDD6-8100ECD9AA7A}">
      <dgm:prSet/>
      <dgm:spPr/>
      <dgm:t>
        <a:bodyPr/>
        <a:lstStyle/>
        <a:p>
          <a:endParaRPr lang="es-EC"/>
        </a:p>
      </dgm:t>
    </dgm:pt>
    <dgm:pt modelId="{464A0BE2-DEF7-417E-9E85-C09FA6EB1044}" type="sibTrans" cxnId="{5EB7DF8D-7BF8-4C6E-BDD6-8100ECD9AA7A}">
      <dgm:prSet/>
      <dgm:spPr/>
      <dgm:t>
        <a:bodyPr/>
        <a:lstStyle/>
        <a:p>
          <a:endParaRPr lang="es-EC"/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/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/>
        </a:p>
      </dgm:t>
    </dgm:pt>
    <dgm:pt modelId="{4F28903C-A6C9-4863-BB2A-43AED4B9C37B}">
      <dgm:prSet phldrT="[Texto]" phldr="0"/>
      <dgm:spPr/>
      <dgm:t>
        <a:bodyPr/>
        <a:lstStyle/>
        <a:p>
          <a:r>
            <a:rPr lang="es-EC" dirty="0"/>
            <a:t>Servicios</a:t>
          </a:r>
        </a:p>
      </dgm:t>
    </dgm:pt>
    <dgm:pt modelId="{86C76375-759C-430F-8C04-D9FE85D3E0BB}" type="parTrans" cxnId="{C348EA80-26EC-42A7-A79E-25B4312BC4F3}">
      <dgm:prSet/>
      <dgm:spPr/>
      <dgm:t>
        <a:bodyPr/>
        <a:lstStyle/>
        <a:p>
          <a:endParaRPr lang="es-EC"/>
        </a:p>
      </dgm:t>
    </dgm:pt>
    <dgm:pt modelId="{B8DD7159-E45E-49FB-AD54-E66760F599F9}" type="sibTrans" cxnId="{C348EA80-26EC-42A7-A79E-25B4312BC4F3}">
      <dgm:prSet/>
      <dgm:spPr/>
      <dgm:t>
        <a:bodyPr/>
        <a:lstStyle/>
        <a:p>
          <a:endParaRPr lang="es-EC"/>
        </a:p>
      </dgm:t>
    </dgm:pt>
    <dgm:pt modelId="{69C3C36C-E5CC-4A23-B842-F7ADB4F0B186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Ahorro Meta</a:t>
          </a:r>
        </a:p>
      </dgm:t>
    </dgm:pt>
    <dgm:pt modelId="{E2BEE4B6-C1A1-4A2D-A761-968A2D1121C6}" type="parTrans" cxnId="{D1AF3919-5502-491E-BBCE-EE8853B6DC0C}">
      <dgm:prSet/>
      <dgm:spPr/>
      <dgm:t>
        <a:bodyPr/>
        <a:lstStyle/>
        <a:p>
          <a:endParaRPr lang="es-EC"/>
        </a:p>
      </dgm:t>
    </dgm:pt>
    <dgm:pt modelId="{1C8BB3DB-02C6-41FC-9FC6-D56452A0969D}" type="sibTrans" cxnId="{D1AF3919-5502-491E-BBCE-EE8853B6DC0C}">
      <dgm:prSet/>
      <dgm:spPr/>
      <dgm:t>
        <a:bodyPr/>
        <a:lstStyle/>
        <a:p>
          <a:endParaRPr lang="es-EC"/>
        </a:p>
      </dgm:t>
    </dgm:pt>
    <dgm:pt modelId="{279C189A-06F2-43CF-B5A5-E89F36F848E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Nómina</a:t>
          </a:r>
        </a:p>
      </dgm:t>
    </dgm:pt>
    <dgm:pt modelId="{AE0CC12A-8B26-484E-AA07-8C88D1D017AA}" type="parTrans" cxnId="{E7F7D40F-215F-4CD0-856B-D5B800D5926C}">
      <dgm:prSet/>
      <dgm:spPr/>
      <dgm:t>
        <a:bodyPr/>
        <a:lstStyle/>
        <a:p>
          <a:endParaRPr lang="es-EC"/>
        </a:p>
      </dgm:t>
    </dgm:pt>
    <dgm:pt modelId="{2F241F55-BD09-4D6C-AD8B-C1C4C99D2D16}" type="sibTrans" cxnId="{E7F7D40F-215F-4CD0-856B-D5B800D5926C}">
      <dgm:prSet/>
      <dgm:spPr/>
      <dgm:t>
        <a:bodyPr/>
        <a:lstStyle/>
        <a:p>
          <a:endParaRPr lang="es-EC"/>
        </a:p>
      </dgm:t>
    </dgm:pt>
    <dgm:pt modelId="{BF1A8830-6600-4079-9907-EC2B2AFB2113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Crédito DM</a:t>
          </a:r>
        </a:p>
      </dgm:t>
    </dgm:pt>
    <dgm:pt modelId="{B8A6E210-3D1F-468B-BD06-85B17F9AB552}" type="parTrans" cxnId="{F2A0ED8B-F3E0-40B5-8E8E-CAFF576907D3}">
      <dgm:prSet/>
      <dgm:spPr/>
      <dgm:t>
        <a:bodyPr/>
        <a:lstStyle/>
        <a:p>
          <a:endParaRPr lang="es-EC"/>
        </a:p>
      </dgm:t>
    </dgm:pt>
    <dgm:pt modelId="{8F56ABFD-B8FE-40BB-B312-FC16D83CD91F}" type="sibTrans" cxnId="{F2A0ED8B-F3E0-40B5-8E8E-CAFF576907D3}">
      <dgm:prSet/>
      <dgm:spPr/>
      <dgm:t>
        <a:bodyPr/>
        <a:lstStyle/>
        <a:p>
          <a:endParaRPr lang="es-EC"/>
        </a:p>
      </dgm:t>
    </dgm:pt>
    <dgm:pt modelId="{663F485F-149A-43CE-90EE-939AFDE4FBE9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Confirming</a:t>
          </a:r>
        </a:p>
      </dgm:t>
    </dgm:pt>
    <dgm:pt modelId="{6E00B489-6825-4F79-AAF6-ADC76498986E}" type="parTrans" cxnId="{2FE09C25-C66D-4EC5-9159-C525AA61F816}">
      <dgm:prSet/>
      <dgm:spPr/>
      <dgm:t>
        <a:bodyPr/>
        <a:lstStyle/>
        <a:p>
          <a:endParaRPr lang="es-EC"/>
        </a:p>
      </dgm:t>
    </dgm:pt>
    <dgm:pt modelId="{696E035A-82D7-4FA9-B49A-563D058019A2}" type="sibTrans" cxnId="{2FE09C25-C66D-4EC5-9159-C525AA61F816}">
      <dgm:prSet/>
      <dgm:spPr/>
      <dgm:t>
        <a:bodyPr/>
        <a:lstStyle/>
        <a:p>
          <a:endParaRPr lang="es-EC"/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/>
            <a:t>Créditos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/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/>
        </a:p>
      </dgm:t>
    </dgm:pt>
    <dgm:pt modelId="{7AFAD916-0B3E-4141-9546-EF644C75C7D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Voluntarios</a:t>
          </a:r>
        </a:p>
      </dgm:t>
    </dgm:pt>
    <dgm:pt modelId="{D1D1B209-31AA-46C8-BA21-F3B9CF8FE9FB}" type="parTrans" cxnId="{1DF5A08E-589B-4D52-8BC8-19AC2BE17C28}">
      <dgm:prSet/>
      <dgm:spPr/>
      <dgm:t>
        <a:bodyPr/>
        <a:lstStyle/>
        <a:p>
          <a:endParaRPr lang="es-EC"/>
        </a:p>
      </dgm:t>
    </dgm:pt>
    <dgm:pt modelId="{3989527C-439F-4CDD-A951-52296F973D86}" type="sibTrans" cxnId="{1DF5A08E-589B-4D52-8BC8-19AC2BE17C28}">
      <dgm:prSet/>
      <dgm:spPr/>
      <dgm:t>
        <a:bodyPr/>
        <a:lstStyle/>
        <a:p>
          <a:endParaRPr lang="es-EC"/>
        </a:p>
      </dgm:t>
    </dgm:pt>
    <dgm:pt modelId="{9E22FAF0-FF7E-4884-94A7-F2B8FFBB5A5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Obligatorios</a:t>
          </a:r>
        </a:p>
      </dgm:t>
    </dgm:pt>
    <dgm:pt modelId="{D5E1256A-7804-4A1B-9CE0-8C476EAC6D6B}" type="parTrans" cxnId="{C09DC830-BD83-4B7C-A407-5B02C3A0986D}">
      <dgm:prSet/>
      <dgm:spPr/>
      <dgm:t>
        <a:bodyPr/>
        <a:lstStyle/>
        <a:p>
          <a:endParaRPr lang="es-EC"/>
        </a:p>
      </dgm:t>
    </dgm:pt>
    <dgm:pt modelId="{08A8FAC0-F035-4478-9763-893CD85C1319}" type="sibTrans" cxnId="{C09DC830-BD83-4B7C-A407-5B02C3A0986D}">
      <dgm:prSet/>
      <dgm:spPr/>
      <dgm:t>
        <a:bodyPr/>
        <a:lstStyle/>
        <a:p>
          <a:endParaRPr lang="es-EC"/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/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/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5"/>
      <dgm:spPr/>
    </dgm:pt>
    <dgm:pt modelId="{81E432F6-3EF7-4549-811C-B578FA37B5ED}" type="pres">
      <dgm:prSet presAssocID="{DC92EE81-E160-409C-8D57-13731F9F37AC}" presName="connTx" presStyleLbl="parChTrans1D2" presStyleIdx="0" presStyleCnt="5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5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25457684-6A6A-46B1-BEFA-440DA349A4E1}" type="pres">
      <dgm:prSet presAssocID="{BC517616-6D60-41B4-A1E9-EF3BB38B7FA6}" presName="conn2-1" presStyleLbl="parChTrans1D3" presStyleIdx="0" presStyleCnt="19"/>
      <dgm:spPr/>
    </dgm:pt>
    <dgm:pt modelId="{BD65CC17-314D-4592-BB6E-D178C94F5A9C}" type="pres">
      <dgm:prSet presAssocID="{BC517616-6D60-41B4-A1E9-EF3BB38B7FA6}" presName="connTx" presStyleLbl="parChTrans1D3" presStyleIdx="0" presStyleCnt="19"/>
      <dgm:spPr/>
    </dgm:pt>
    <dgm:pt modelId="{55C8CA33-082C-4B82-8A53-827A77C4078E}" type="pres">
      <dgm:prSet presAssocID="{7FA6DCDB-7840-414E-A2DC-34707D6C010C}" presName="root2" presStyleCnt="0"/>
      <dgm:spPr/>
    </dgm:pt>
    <dgm:pt modelId="{5BB8511B-BEEB-4D95-9928-1B6F31389179}" type="pres">
      <dgm:prSet presAssocID="{7FA6DCDB-7840-414E-A2DC-34707D6C010C}" presName="LevelTwoTextNode" presStyleLbl="node3" presStyleIdx="0" presStyleCnt="19">
        <dgm:presLayoutVars>
          <dgm:chPref val="3"/>
        </dgm:presLayoutVars>
      </dgm:prSet>
      <dgm:spPr/>
    </dgm:pt>
    <dgm:pt modelId="{7547BC9F-2A72-4AE4-BE3E-5AEEB03D4ECA}" type="pres">
      <dgm:prSet presAssocID="{7FA6DCDB-7840-414E-A2DC-34707D6C010C}" presName="level3hierChild" presStyleCnt="0"/>
      <dgm:spPr/>
    </dgm:pt>
    <dgm:pt modelId="{0BFB8105-4697-4547-9449-F2D6976200F3}" type="pres">
      <dgm:prSet presAssocID="{77DE0F50-91BD-47B0-82F2-905F09486430}" presName="conn2-1" presStyleLbl="parChTrans1D3" presStyleIdx="1" presStyleCnt="19"/>
      <dgm:spPr/>
    </dgm:pt>
    <dgm:pt modelId="{0FF4104E-AE60-4D11-8A99-EF8A73225F34}" type="pres">
      <dgm:prSet presAssocID="{77DE0F50-91BD-47B0-82F2-905F09486430}" presName="connTx" presStyleLbl="parChTrans1D3" presStyleIdx="1" presStyleCnt="19"/>
      <dgm:spPr/>
    </dgm:pt>
    <dgm:pt modelId="{4F1F72D7-F86A-44CA-8AA6-859FE0E5FD94}" type="pres">
      <dgm:prSet presAssocID="{D5CC7BC0-399A-4FA1-9282-8E02243BD9DA}" presName="root2" presStyleCnt="0"/>
      <dgm:spPr/>
    </dgm:pt>
    <dgm:pt modelId="{27B4AF17-3646-481D-A3F4-26A127527259}" type="pres">
      <dgm:prSet presAssocID="{D5CC7BC0-399A-4FA1-9282-8E02243BD9DA}" presName="LevelTwoTextNode" presStyleLbl="node3" presStyleIdx="1" presStyleCnt="19">
        <dgm:presLayoutVars>
          <dgm:chPref val="3"/>
        </dgm:presLayoutVars>
      </dgm:prSet>
      <dgm:spPr/>
    </dgm:pt>
    <dgm:pt modelId="{8FB85D30-54AF-4DBB-839D-B9612212C25D}" type="pres">
      <dgm:prSet presAssocID="{D5CC7BC0-399A-4FA1-9282-8E02243BD9DA}" presName="level3hierChild" presStyleCnt="0"/>
      <dgm:spPr/>
    </dgm:pt>
    <dgm:pt modelId="{22D0EEAC-F1C3-4BAD-B8D4-AFFC576382CC}" type="pres">
      <dgm:prSet presAssocID="{A004AE72-6A2F-4DC1-86AA-9DD6EF4528AF}" presName="conn2-1" presStyleLbl="parChTrans1D3" presStyleIdx="2" presStyleCnt="19"/>
      <dgm:spPr/>
    </dgm:pt>
    <dgm:pt modelId="{D7E8F901-BAA6-4D2C-8C3C-C991500CB493}" type="pres">
      <dgm:prSet presAssocID="{A004AE72-6A2F-4DC1-86AA-9DD6EF4528AF}" presName="connTx" presStyleLbl="parChTrans1D3" presStyleIdx="2" presStyleCnt="19"/>
      <dgm:spPr/>
    </dgm:pt>
    <dgm:pt modelId="{A5377155-182C-41DB-A847-6D0A7A70F8C2}" type="pres">
      <dgm:prSet presAssocID="{08AE5005-3581-4A97-BECF-0CCE44B4D53E}" presName="root2" presStyleCnt="0"/>
      <dgm:spPr/>
    </dgm:pt>
    <dgm:pt modelId="{0647BFC3-B5D7-4EAF-82AD-3EB8CC090092}" type="pres">
      <dgm:prSet presAssocID="{08AE5005-3581-4A97-BECF-0CCE44B4D53E}" presName="LevelTwoTextNode" presStyleLbl="node3" presStyleIdx="2" presStyleCnt="19">
        <dgm:presLayoutVars>
          <dgm:chPref val="3"/>
        </dgm:presLayoutVars>
      </dgm:prSet>
      <dgm:spPr/>
    </dgm:pt>
    <dgm:pt modelId="{476CC316-13E2-4EF5-AE53-5F1A492C1435}" type="pres">
      <dgm:prSet presAssocID="{08AE5005-3581-4A97-BECF-0CCE44B4D53E}" presName="level3hierChild" presStyleCnt="0"/>
      <dgm:spPr/>
    </dgm:pt>
    <dgm:pt modelId="{04620BEB-0EEC-4835-AA29-7DE825A6C113}" type="pres">
      <dgm:prSet presAssocID="{07B6C525-6C33-4AE8-B387-9234D98AC7A5}" presName="conn2-1" presStyleLbl="parChTrans1D3" presStyleIdx="3" presStyleCnt="19"/>
      <dgm:spPr/>
    </dgm:pt>
    <dgm:pt modelId="{467D43A1-A466-4F0B-8178-6DB8BDC76B8C}" type="pres">
      <dgm:prSet presAssocID="{07B6C525-6C33-4AE8-B387-9234D98AC7A5}" presName="connTx" presStyleLbl="parChTrans1D3" presStyleIdx="3" presStyleCnt="19"/>
      <dgm:spPr/>
    </dgm:pt>
    <dgm:pt modelId="{27ADA6B8-28D4-4DC7-8CAE-84C3338FD0E3}" type="pres">
      <dgm:prSet presAssocID="{4ACE4D20-0AD1-48A9-9ACB-1F5C46BC0BDA}" presName="root2" presStyleCnt="0"/>
      <dgm:spPr/>
    </dgm:pt>
    <dgm:pt modelId="{E8145716-6D58-4345-8073-80600F1C9F42}" type="pres">
      <dgm:prSet presAssocID="{4ACE4D20-0AD1-48A9-9ACB-1F5C46BC0BDA}" presName="LevelTwoTextNode" presStyleLbl="node3" presStyleIdx="3" presStyleCnt="19">
        <dgm:presLayoutVars>
          <dgm:chPref val="3"/>
        </dgm:presLayoutVars>
      </dgm:prSet>
      <dgm:spPr/>
    </dgm:pt>
    <dgm:pt modelId="{7FBFB347-9C8B-46DF-B940-6A4AB17487BE}" type="pres">
      <dgm:prSet presAssocID="{4ACE4D20-0AD1-48A9-9ACB-1F5C46BC0BDA}" presName="level3hierChild" presStyleCnt="0"/>
      <dgm:spPr/>
    </dgm:pt>
    <dgm:pt modelId="{F226263A-149C-45EB-8D74-9D5F16BB2DF3}" type="pres">
      <dgm:prSet presAssocID="{C5F0EE40-EBE4-45F5-B1FC-726A9F1B0F73}" presName="conn2-1" presStyleLbl="parChTrans1D3" presStyleIdx="4" presStyleCnt="19"/>
      <dgm:spPr/>
    </dgm:pt>
    <dgm:pt modelId="{ED327FEE-4425-4C58-876D-54DE2191A0F8}" type="pres">
      <dgm:prSet presAssocID="{C5F0EE40-EBE4-45F5-B1FC-726A9F1B0F73}" presName="connTx" presStyleLbl="parChTrans1D3" presStyleIdx="4" presStyleCnt="19"/>
      <dgm:spPr/>
    </dgm:pt>
    <dgm:pt modelId="{36AD5031-8C3A-4BD8-999D-33560AEE625A}" type="pres">
      <dgm:prSet presAssocID="{D703D4E3-80AC-43B7-BB5D-6236C00A0C8E}" presName="root2" presStyleCnt="0"/>
      <dgm:spPr/>
    </dgm:pt>
    <dgm:pt modelId="{A393CB0A-BEF7-4DB8-81E5-1154DE861CF6}" type="pres">
      <dgm:prSet presAssocID="{D703D4E3-80AC-43B7-BB5D-6236C00A0C8E}" presName="LevelTwoTextNode" presStyleLbl="node3" presStyleIdx="4" presStyleCnt="19">
        <dgm:presLayoutVars>
          <dgm:chPref val="3"/>
        </dgm:presLayoutVars>
      </dgm:prSet>
      <dgm:spPr/>
    </dgm:pt>
    <dgm:pt modelId="{D84EBA28-5704-43D6-A124-2721041E2C1B}" type="pres">
      <dgm:prSet presAssocID="{D703D4E3-80AC-43B7-BB5D-6236C00A0C8E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5"/>
      <dgm:spPr/>
    </dgm:pt>
    <dgm:pt modelId="{37CD627C-8293-4029-B114-AA7B7535644E}" type="pres">
      <dgm:prSet presAssocID="{1EAAA8DD-4A75-4985-B423-64C84D4EE993}" presName="connTx" presStyleLbl="parChTrans1D2" presStyleIdx="1" presStyleCnt="5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5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F26F67FB-D19B-4991-9A66-98D479004DA6}" type="pres">
      <dgm:prSet presAssocID="{FEC150FD-CA24-4E50-97F1-E69E41EAECA7}" presName="conn2-1" presStyleLbl="parChTrans1D3" presStyleIdx="5" presStyleCnt="19"/>
      <dgm:spPr/>
    </dgm:pt>
    <dgm:pt modelId="{E7CD85A1-EA1D-49AD-8929-888F2462A542}" type="pres">
      <dgm:prSet presAssocID="{FEC150FD-CA24-4E50-97F1-E69E41EAECA7}" presName="connTx" presStyleLbl="parChTrans1D3" presStyleIdx="5" presStyleCnt="19"/>
      <dgm:spPr/>
    </dgm:pt>
    <dgm:pt modelId="{4C552E5F-8629-4456-97CD-B903644602C8}" type="pres">
      <dgm:prSet presAssocID="{F6D65D99-858C-4491-8350-4E38A536AD21}" presName="root2" presStyleCnt="0"/>
      <dgm:spPr/>
    </dgm:pt>
    <dgm:pt modelId="{B451BF21-E3E7-4DE8-AB73-A070BD52A292}" type="pres">
      <dgm:prSet presAssocID="{F6D65D99-858C-4491-8350-4E38A536AD21}" presName="LevelTwoTextNode" presStyleLbl="node3" presStyleIdx="5" presStyleCnt="19">
        <dgm:presLayoutVars>
          <dgm:chPref val="3"/>
        </dgm:presLayoutVars>
      </dgm:prSet>
      <dgm:spPr/>
    </dgm:pt>
    <dgm:pt modelId="{8B06370F-A2E7-441D-8C0E-10BE11169D5F}" type="pres">
      <dgm:prSet presAssocID="{F6D65D99-858C-4491-8350-4E38A536AD21}" presName="level3hierChild" presStyleCnt="0"/>
      <dgm:spPr/>
    </dgm:pt>
    <dgm:pt modelId="{80CCDF43-4A90-4DB9-90BB-F37BB6A6CE64}" type="pres">
      <dgm:prSet presAssocID="{1088B713-D373-4F76-B98B-B75395D41BA2}" presName="conn2-1" presStyleLbl="parChTrans1D3" presStyleIdx="6" presStyleCnt="19"/>
      <dgm:spPr/>
    </dgm:pt>
    <dgm:pt modelId="{87A0E548-ED5E-4FC4-A2E6-8E63C819DFB2}" type="pres">
      <dgm:prSet presAssocID="{1088B713-D373-4F76-B98B-B75395D41BA2}" presName="connTx" presStyleLbl="parChTrans1D3" presStyleIdx="6" presStyleCnt="19"/>
      <dgm:spPr/>
    </dgm:pt>
    <dgm:pt modelId="{CE97C4D3-826D-4755-A723-B0C4B967AF21}" type="pres">
      <dgm:prSet presAssocID="{BC06D4EA-C00A-455B-A296-90B7D26E50BF}" presName="root2" presStyleCnt="0"/>
      <dgm:spPr/>
    </dgm:pt>
    <dgm:pt modelId="{DDA79D3F-A64C-4EED-8BE6-B172036968B7}" type="pres">
      <dgm:prSet presAssocID="{BC06D4EA-C00A-455B-A296-90B7D26E50BF}" presName="LevelTwoTextNode" presStyleLbl="node3" presStyleIdx="6" presStyleCnt="19">
        <dgm:presLayoutVars>
          <dgm:chPref val="3"/>
        </dgm:presLayoutVars>
      </dgm:prSet>
      <dgm:spPr/>
    </dgm:pt>
    <dgm:pt modelId="{E7059D6D-9F5B-4313-A6C3-F890F15BCA70}" type="pres">
      <dgm:prSet presAssocID="{BC06D4EA-C00A-455B-A296-90B7D26E50BF}" presName="level3hierChild" presStyleCnt="0"/>
      <dgm:spPr/>
    </dgm:pt>
    <dgm:pt modelId="{1727B044-8190-4C0C-A27D-97E6DA4EBBD8}" type="pres">
      <dgm:prSet presAssocID="{AA478AEC-9F15-47FF-B20B-DE5893F051C0}" presName="conn2-1" presStyleLbl="parChTrans1D3" presStyleIdx="7" presStyleCnt="19"/>
      <dgm:spPr/>
    </dgm:pt>
    <dgm:pt modelId="{13757426-925E-45F2-A3A4-857C30C03B09}" type="pres">
      <dgm:prSet presAssocID="{AA478AEC-9F15-47FF-B20B-DE5893F051C0}" presName="connTx" presStyleLbl="parChTrans1D3" presStyleIdx="7" presStyleCnt="19"/>
      <dgm:spPr/>
    </dgm:pt>
    <dgm:pt modelId="{86523948-3737-42B0-904B-C62DA396E976}" type="pres">
      <dgm:prSet presAssocID="{1AB03169-D976-42D7-A273-D4625AE46F9F}" presName="root2" presStyleCnt="0"/>
      <dgm:spPr/>
    </dgm:pt>
    <dgm:pt modelId="{953DE894-07BF-479E-983A-CE5469800A68}" type="pres">
      <dgm:prSet presAssocID="{1AB03169-D976-42D7-A273-D4625AE46F9F}" presName="LevelTwoTextNode" presStyleLbl="node3" presStyleIdx="7" presStyleCnt="19">
        <dgm:presLayoutVars>
          <dgm:chPref val="3"/>
        </dgm:presLayoutVars>
      </dgm:prSet>
      <dgm:spPr/>
    </dgm:pt>
    <dgm:pt modelId="{91DA5869-B56F-4F27-9B93-C1C93A1AEC35}" type="pres">
      <dgm:prSet presAssocID="{1AB03169-D976-42D7-A273-D4625AE46F9F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5"/>
      <dgm:spPr/>
    </dgm:pt>
    <dgm:pt modelId="{CE810C7E-C3EF-4168-95BF-2980E8095076}" type="pres">
      <dgm:prSet presAssocID="{6A43294B-A1CB-4D6F-B453-0FF0E5776867}" presName="connTx" presStyleLbl="parChTrans1D2" presStyleIdx="2" presStyleCnt="5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5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A77A702B-712F-4ECF-ABF5-D128154D2C84}" type="pres">
      <dgm:prSet presAssocID="{D1D1B209-31AA-46C8-BA21-F3B9CF8FE9FB}" presName="conn2-1" presStyleLbl="parChTrans1D3" presStyleIdx="8" presStyleCnt="19"/>
      <dgm:spPr/>
    </dgm:pt>
    <dgm:pt modelId="{8E837C51-8492-4622-B33F-F9A94A9D0EF1}" type="pres">
      <dgm:prSet presAssocID="{D1D1B209-31AA-46C8-BA21-F3B9CF8FE9FB}" presName="connTx" presStyleLbl="parChTrans1D3" presStyleIdx="8" presStyleCnt="19"/>
      <dgm:spPr/>
    </dgm:pt>
    <dgm:pt modelId="{5115C6DC-7E2D-4766-B285-4D1F848A8387}" type="pres">
      <dgm:prSet presAssocID="{7AFAD916-0B3E-4141-9546-EF644C75C7DE}" presName="root2" presStyleCnt="0"/>
      <dgm:spPr/>
    </dgm:pt>
    <dgm:pt modelId="{CFCF47A2-F139-4B47-977C-1611FBA1DAB3}" type="pres">
      <dgm:prSet presAssocID="{7AFAD916-0B3E-4141-9546-EF644C75C7DE}" presName="LevelTwoTextNode" presStyleLbl="node3" presStyleIdx="8" presStyleCnt="19">
        <dgm:presLayoutVars>
          <dgm:chPref val="3"/>
        </dgm:presLayoutVars>
      </dgm:prSet>
      <dgm:spPr/>
    </dgm:pt>
    <dgm:pt modelId="{A8FECCA8-240A-4CF5-A5B6-F41A121490CC}" type="pres">
      <dgm:prSet presAssocID="{7AFAD916-0B3E-4141-9546-EF644C75C7DE}" presName="level3hierChild" presStyleCnt="0"/>
      <dgm:spPr/>
    </dgm:pt>
    <dgm:pt modelId="{051C7EE5-64C2-4B32-9CB4-6E697A8B079C}" type="pres">
      <dgm:prSet presAssocID="{D5E1256A-7804-4A1B-9CE0-8C476EAC6D6B}" presName="conn2-1" presStyleLbl="parChTrans1D3" presStyleIdx="9" presStyleCnt="19"/>
      <dgm:spPr/>
    </dgm:pt>
    <dgm:pt modelId="{BC550C4A-0520-4519-87CB-647D5B9D3481}" type="pres">
      <dgm:prSet presAssocID="{D5E1256A-7804-4A1B-9CE0-8C476EAC6D6B}" presName="connTx" presStyleLbl="parChTrans1D3" presStyleIdx="9" presStyleCnt="19"/>
      <dgm:spPr/>
    </dgm:pt>
    <dgm:pt modelId="{75DEBD15-D3B4-4ABE-B17A-25C3764140F0}" type="pres">
      <dgm:prSet presAssocID="{9E22FAF0-FF7E-4884-94A7-F2B8FFBB5A5E}" presName="root2" presStyleCnt="0"/>
      <dgm:spPr/>
    </dgm:pt>
    <dgm:pt modelId="{8B6A1FEE-6309-4F91-8601-1AC9179B566D}" type="pres">
      <dgm:prSet presAssocID="{9E22FAF0-FF7E-4884-94A7-F2B8FFBB5A5E}" presName="LevelTwoTextNode" presStyleLbl="node3" presStyleIdx="9" presStyleCnt="19">
        <dgm:presLayoutVars>
          <dgm:chPref val="3"/>
        </dgm:presLayoutVars>
      </dgm:prSet>
      <dgm:spPr/>
    </dgm:pt>
    <dgm:pt modelId="{4005D192-E8A0-4C74-BEA9-536ED8C0B21F}" type="pres">
      <dgm:prSet presAssocID="{9E22FAF0-FF7E-4884-94A7-F2B8FFBB5A5E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5"/>
      <dgm:spPr/>
    </dgm:pt>
    <dgm:pt modelId="{B1DAB71E-6E0D-4893-9248-FF2AC3D62576}" type="pres">
      <dgm:prSet presAssocID="{8BE22E42-DB0A-4790-87BD-8B0CEA94CA04}" presName="connTx" presStyleLbl="parChTrans1D2" presStyleIdx="3" presStyleCnt="5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5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35D85E89-8219-4EAD-B131-FFB670BDF21E}" type="pres">
      <dgm:prSet presAssocID="{90CBA59F-7D7C-4C75-9B0F-F5F15E07117F}" presName="conn2-1" presStyleLbl="parChTrans1D3" presStyleIdx="10" presStyleCnt="19"/>
      <dgm:spPr/>
    </dgm:pt>
    <dgm:pt modelId="{D6E620D2-D3BC-436E-AE97-2C6EFEAF5E1D}" type="pres">
      <dgm:prSet presAssocID="{90CBA59F-7D7C-4C75-9B0F-F5F15E07117F}" presName="connTx" presStyleLbl="parChTrans1D3" presStyleIdx="10" presStyleCnt="19"/>
      <dgm:spPr/>
    </dgm:pt>
    <dgm:pt modelId="{DD932453-77D2-4F1D-8BAC-83FF7117FDFB}" type="pres">
      <dgm:prSet presAssocID="{5821FB8A-5877-43A9-875B-26B9C487ACC9}" presName="root2" presStyleCnt="0"/>
      <dgm:spPr/>
    </dgm:pt>
    <dgm:pt modelId="{B933AC5F-4C04-4E26-B56E-83A35B7B75A0}" type="pres">
      <dgm:prSet presAssocID="{5821FB8A-5877-43A9-875B-26B9C487ACC9}" presName="LevelTwoTextNode" presStyleLbl="node3" presStyleIdx="10" presStyleCnt="19">
        <dgm:presLayoutVars>
          <dgm:chPref val="3"/>
        </dgm:presLayoutVars>
      </dgm:prSet>
      <dgm:spPr/>
    </dgm:pt>
    <dgm:pt modelId="{B48A1382-39CB-4CB5-8C31-E2F289ECD9DD}" type="pres">
      <dgm:prSet presAssocID="{5821FB8A-5877-43A9-875B-26B9C487ACC9}" presName="level3hierChild" presStyleCnt="0"/>
      <dgm:spPr/>
    </dgm:pt>
    <dgm:pt modelId="{D039A37C-16E1-46DE-83F2-FE1AFA19E6B5}" type="pres">
      <dgm:prSet presAssocID="{E9C31236-41E3-4D93-86D6-120F41639747}" presName="conn2-1" presStyleLbl="parChTrans1D3" presStyleIdx="11" presStyleCnt="19"/>
      <dgm:spPr/>
    </dgm:pt>
    <dgm:pt modelId="{FD0A644D-9AE4-4AD3-9D44-01D9B0D1AEF9}" type="pres">
      <dgm:prSet presAssocID="{E9C31236-41E3-4D93-86D6-120F41639747}" presName="connTx" presStyleLbl="parChTrans1D3" presStyleIdx="11" presStyleCnt="19"/>
      <dgm:spPr/>
    </dgm:pt>
    <dgm:pt modelId="{7628759A-0DAD-434A-9BAA-5996934D1C13}" type="pres">
      <dgm:prSet presAssocID="{B56DF796-4577-4EAC-93C2-6935751BE25A}" presName="root2" presStyleCnt="0"/>
      <dgm:spPr/>
    </dgm:pt>
    <dgm:pt modelId="{C96BA59C-3D83-4DC3-B99D-FEFB4E6D77F1}" type="pres">
      <dgm:prSet presAssocID="{B56DF796-4577-4EAC-93C2-6935751BE25A}" presName="LevelTwoTextNode" presStyleLbl="node3" presStyleIdx="11" presStyleCnt="19">
        <dgm:presLayoutVars>
          <dgm:chPref val="3"/>
        </dgm:presLayoutVars>
      </dgm:prSet>
      <dgm:spPr/>
    </dgm:pt>
    <dgm:pt modelId="{20E64F1D-B60B-4A91-81D4-735CC5B3AF86}" type="pres">
      <dgm:prSet presAssocID="{B56DF796-4577-4EAC-93C2-6935751BE25A}" presName="level3hierChild" presStyleCnt="0"/>
      <dgm:spPr/>
    </dgm:pt>
    <dgm:pt modelId="{6A1F7B97-5B80-483A-A0C1-E0085B4BB7F9}" type="pres">
      <dgm:prSet presAssocID="{123BE4C2-2740-48F1-A672-BED1CFEF1A55}" presName="conn2-1" presStyleLbl="parChTrans1D3" presStyleIdx="12" presStyleCnt="19"/>
      <dgm:spPr/>
    </dgm:pt>
    <dgm:pt modelId="{FE96766D-0860-4D60-82D6-404DDCCC36A1}" type="pres">
      <dgm:prSet presAssocID="{123BE4C2-2740-48F1-A672-BED1CFEF1A55}" presName="connTx" presStyleLbl="parChTrans1D3" presStyleIdx="12" presStyleCnt="19"/>
      <dgm:spPr/>
    </dgm:pt>
    <dgm:pt modelId="{24669121-45D7-4645-AD60-D92D776EB829}" type="pres">
      <dgm:prSet presAssocID="{9E6C4194-C2AC-49CA-B1BE-485970A30476}" presName="root2" presStyleCnt="0"/>
      <dgm:spPr/>
    </dgm:pt>
    <dgm:pt modelId="{73E2F408-D084-4DE5-AFF5-72C7E2B981C0}" type="pres">
      <dgm:prSet presAssocID="{9E6C4194-C2AC-49CA-B1BE-485970A30476}" presName="LevelTwoTextNode" presStyleLbl="node3" presStyleIdx="12" presStyleCnt="19">
        <dgm:presLayoutVars>
          <dgm:chPref val="3"/>
        </dgm:presLayoutVars>
      </dgm:prSet>
      <dgm:spPr/>
    </dgm:pt>
    <dgm:pt modelId="{CCB0D4D3-F9E9-4375-8C70-A1F5C21AB415}" type="pres">
      <dgm:prSet presAssocID="{9E6C4194-C2AC-49CA-B1BE-485970A30476}" presName="level3hierChild" presStyleCnt="0"/>
      <dgm:spPr/>
    </dgm:pt>
    <dgm:pt modelId="{5E6DA394-939F-4A95-8F6F-3209A3895CB8}" type="pres">
      <dgm:prSet presAssocID="{8D49C22C-79DA-4F3A-AEAD-6714A7BAFF19}" presName="conn2-1" presStyleLbl="parChTrans1D3" presStyleIdx="13" presStyleCnt="19"/>
      <dgm:spPr/>
    </dgm:pt>
    <dgm:pt modelId="{03784CEB-724F-450D-AE6D-EBA3A5A10CF8}" type="pres">
      <dgm:prSet presAssocID="{8D49C22C-79DA-4F3A-AEAD-6714A7BAFF19}" presName="connTx" presStyleLbl="parChTrans1D3" presStyleIdx="13" presStyleCnt="19"/>
      <dgm:spPr/>
    </dgm:pt>
    <dgm:pt modelId="{782BC274-BE1B-4775-9EB8-CC3AC883E186}" type="pres">
      <dgm:prSet presAssocID="{8EC7E3C2-D2EB-4D76-988B-B2A9666017DA}" presName="root2" presStyleCnt="0"/>
      <dgm:spPr/>
    </dgm:pt>
    <dgm:pt modelId="{60E800C2-3ACD-4894-B2D1-02C51C896C2D}" type="pres">
      <dgm:prSet presAssocID="{8EC7E3C2-D2EB-4D76-988B-B2A9666017DA}" presName="LevelTwoTextNode" presStyleLbl="node3" presStyleIdx="13" presStyleCnt="19">
        <dgm:presLayoutVars>
          <dgm:chPref val="3"/>
        </dgm:presLayoutVars>
      </dgm:prSet>
      <dgm:spPr/>
    </dgm:pt>
    <dgm:pt modelId="{11CF5C61-43BE-43D6-9928-B1766E286DF7}" type="pres">
      <dgm:prSet presAssocID="{8EC7E3C2-D2EB-4D76-988B-B2A9666017DA}" presName="level3hierChild" presStyleCnt="0"/>
      <dgm:spPr/>
    </dgm:pt>
    <dgm:pt modelId="{E7448DA2-ABEA-4A21-9757-53D581D7F3FD}" type="pres">
      <dgm:prSet presAssocID="{402FF5D2-6E69-442B-87ED-AF119AB98C9A}" presName="conn2-1" presStyleLbl="parChTrans1D3" presStyleIdx="14" presStyleCnt="19"/>
      <dgm:spPr/>
    </dgm:pt>
    <dgm:pt modelId="{E3D0D3B2-09CA-4905-A15A-B5077E79086E}" type="pres">
      <dgm:prSet presAssocID="{402FF5D2-6E69-442B-87ED-AF119AB98C9A}" presName="connTx" presStyleLbl="parChTrans1D3" presStyleIdx="14" presStyleCnt="19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3" presStyleIdx="14" presStyleCnt="19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606C6F1E-498E-4DDB-A186-9DA9B6E34A4F}" type="pres">
      <dgm:prSet presAssocID="{86C76375-759C-430F-8C04-D9FE85D3E0BB}" presName="conn2-1" presStyleLbl="parChTrans1D2" presStyleIdx="4" presStyleCnt="5"/>
      <dgm:spPr/>
    </dgm:pt>
    <dgm:pt modelId="{B9FDD0DE-38DF-4097-A839-7CA529B0134A}" type="pres">
      <dgm:prSet presAssocID="{86C76375-759C-430F-8C04-D9FE85D3E0BB}" presName="connTx" presStyleLbl="parChTrans1D2" presStyleIdx="4" presStyleCnt="5"/>
      <dgm:spPr/>
    </dgm:pt>
    <dgm:pt modelId="{A8D97131-C10E-4466-8300-288BC14793DB}" type="pres">
      <dgm:prSet presAssocID="{4F28903C-A6C9-4863-BB2A-43AED4B9C37B}" presName="root2" presStyleCnt="0"/>
      <dgm:spPr/>
    </dgm:pt>
    <dgm:pt modelId="{2B29F018-F637-4258-A9C2-9FD5539BC75D}" type="pres">
      <dgm:prSet presAssocID="{4F28903C-A6C9-4863-BB2A-43AED4B9C37B}" presName="LevelTwoTextNode" presStyleLbl="node2" presStyleIdx="4" presStyleCnt="5">
        <dgm:presLayoutVars>
          <dgm:chPref val="3"/>
        </dgm:presLayoutVars>
      </dgm:prSet>
      <dgm:spPr/>
    </dgm:pt>
    <dgm:pt modelId="{3B7213A4-4365-42A4-9122-AFC227A98DB7}" type="pres">
      <dgm:prSet presAssocID="{4F28903C-A6C9-4863-BB2A-43AED4B9C37B}" presName="level3hierChild" presStyleCnt="0"/>
      <dgm:spPr/>
    </dgm:pt>
    <dgm:pt modelId="{48B72B3E-C983-4274-B2B2-70D16748E2BB}" type="pres">
      <dgm:prSet presAssocID="{E2BEE4B6-C1A1-4A2D-A761-968A2D1121C6}" presName="conn2-1" presStyleLbl="parChTrans1D3" presStyleIdx="15" presStyleCnt="19"/>
      <dgm:spPr/>
    </dgm:pt>
    <dgm:pt modelId="{81224C5B-9665-4FC8-9EFA-FD6288EDEDB5}" type="pres">
      <dgm:prSet presAssocID="{E2BEE4B6-C1A1-4A2D-A761-968A2D1121C6}" presName="connTx" presStyleLbl="parChTrans1D3" presStyleIdx="15" presStyleCnt="19"/>
      <dgm:spPr/>
    </dgm:pt>
    <dgm:pt modelId="{FDA53FD6-70AF-4B23-BE89-AFBE2A9E107D}" type="pres">
      <dgm:prSet presAssocID="{69C3C36C-E5CC-4A23-B842-F7ADB4F0B186}" presName="root2" presStyleCnt="0"/>
      <dgm:spPr/>
    </dgm:pt>
    <dgm:pt modelId="{C0937D04-21A0-43F6-85AC-6D62800094D9}" type="pres">
      <dgm:prSet presAssocID="{69C3C36C-E5CC-4A23-B842-F7ADB4F0B186}" presName="LevelTwoTextNode" presStyleLbl="node3" presStyleIdx="15" presStyleCnt="19">
        <dgm:presLayoutVars>
          <dgm:chPref val="3"/>
        </dgm:presLayoutVars>
      </dgm:prSet>
      <dgm:spPr/>
    </dgm:pt>
    <dgm:pt modelId="{02709203-B40D-4D7B-ADE7-8E2697C0EBAF}" type="pres">
      <dgm:prSet presAssocID="{69C3C36C-E5CC-4A23-B842-F7ADB4F0B186}" presName="level3hierChild" presStyleCnt="0"/>
      <dgm:spPr/>
    </dgm:pt>
    <dgm:pt modelId="{31955690-7179-40C4-9E8A-5D70DFC377E7}" type="pres">
      <dgm:prSet presAssocID="{AE0CC12A-8B26-484E-AA07-8C88D1D017AA}" presName="conn2-1" presStyleLbl="parChTrans1D3" presStyleIdx="16" presStyleCnt="19"/>
      <dgm:spPr/>
    </dgm:pt>
    <dgm:pt modelId="{8743B348-BD29-45B2-B1D1-8C789BE77813}" type="pres">
      <dgm:prSet presAssocID="{AE0CC12A-8B26-484E-AA07-8C88D1D017AA}" presName="connTx" presStyleLbl="parChTrans1D3" presStyleIdx="16" presStyleCnt="19"/>
      <dgm:spPr/>
    </dgm:pt>
    <dgm:pt modelId="{8056C56B-24EF-4185-9275-0569200A728F}" type="pres">
      <dgm:prSet presAssocID="{279C189A-06F2-43CF-B5A5-E89F36F848E9}" presName="root2" presStyleCnt="0"/>
      <dgm:spPr/>
    </dgm:pt>
    <dgm:pt modelId="{88E111A6-EFA1-4544-AFA8-6F1120FCE148}" type="pres">
      <dgm:prSet presAssocID="{279C189A-06F2-43CF-B5A5-E89F36F848E9}" presName="LevelTwoTextNode" presStyleLbl="node3" presStyleIdx="16" presStyleCnt="19">
        <dgm:presLayoutVars>
          <dgm:chPref val="3"/>
        </dgm:presLayoutVars>
      </dgm:prSet>
      <dgm:spPr/>
    </dgm:pt>
    <dgm:pt modelId="{00FB6E01-EABA-4DC0-BA31-3D5276C65B3B}" type="pres">
      <dgm:prSet presAssocID="{279C189A-06F2-43CF-B5A5-E89F36F848E9}" presName="level3hierChild" presStyleCnt="0"/>
      <dgm:spPr/>
    </dgm:pt>
    <dgm:pt modelId="{4BC74C6A-A727-4FD8-8A8B-C55AF6E4ED33}" type="pres">
      <dgm:prSet presAssocID="{B8A6E210-3D1F-468B-BD06-85B17F9AB552}" presName="conn2-1" presStyleLbl="parChTrans1D3" presStyleIdx="17" presStyleCnt="19"/>
      <dgm:spPr/>
    </dgm:pt>
    <dgm:pt modelId="{597564EC-E121-4C4E-B452-BC74BFF5A043}" type="pres">
      <dgm:prSet presAssocID="{B8A6E210-3D1F-468B-BD06-85B17F9AB552}" presName="connTx" presStyleLbl="parChTrans1D3" presStyleIdx="17" presStyleCnt="19"/>
      <dgm:spPr/>
    </dgm:pt>
    <dgm:pt modelId="{99B3741D-06AC-448D-820F-32049ACC5E96}" type="pres">
      <dgm:prSet presAssocID="{BF1A8830-6600-4079-9907-EC2B2AFB2113}" presName="root2" presStyleCnt="0"/>
      <dgm:spPr/>
    </dgm:pt>
    <dgm:pt modelId="{B3A16A8D-BDEA-44E5-A062-78715E4B15B6}" type="pres">
      <dgm:prSet presAssocID="{BF1A8830-6600-4079-9907-EC2B2AFB2113}" presName="LevelTwoTextNode" presStyleLbl="node3" presStyleIdx="17" presStyleCnt="19">
        <dgm:presLayoutVars>
          <dgm:chPref val="3"/>
        </dgm:presLayoutVars>
      </dgm:prSet>
      <dgm:spPr/>
    </dgm:pt>
    <dgm:pt modelId="{C1A2CB94-7383-45D5-878E-4DF19BF33A3A}" type="pres">
      <dgm:prSet presAssocID="{BF1A8830-6600-4079-9907-EC2B2AFB2113}" presName="level3hierChild" presStyleCnt="0"/>
      <dgm:spPr/>
    </dgm:pt>
    <dgm:pt modelId="{64F2D9ED-EB2C-4E20-890A-87B6433763BD}" type="pres">
      <dgm:prSet presAssocID="{6E00B489-6825-4F79-AAF6-ADC76498986E}" presName="conn2-1" presStyleLbl="parChTrans1D3" presStyleIdx="18" presStyleCnt="19"/>
      <dgm:spPr/>
    </dgm:pt>
    <dgm:pt modelId="{F1F41947-56D6-4C31-BC5C-EA88A158B7D9}" type="pres">
      <dgm:prSet presAssocID="{6E00B489-6825-4F79-AAF6-ADC76498986E}" presName="connTx" presStyleLbl="parChTrans1D3" presStyleIdx="18" presStyleCnt="19"/>
      <dgm:spPr/>
    </dgm:pt>
    <dgm:pt modelId="{2316CC16-F9B5-4BB3-876F-D05B745B546A}" type="pres">
      <dgm:prSet presAssocID="{663F485F-149A-43CE-90EE-939AFDE4FBE9}" presName="root2" presStyleCnt="0"/>
      <dgm:spPr/>
    </dgm:pt>
    <dgm:pt modelId="{3A573B39-4F88-4D8B-A12B-B314D5D8B0ED}" type="pres">
      <dgm:prSet presAssocID="{663F485F-149A-43CE-90EE-939AFDE4FBE9}" presName="LevelTwoTextNode" presStyleLbl="node3" presStyleIdx="18" presStyleCnt="19">
        <dgm:presLayoutVars>
          <dgm:chPref val="3"/>
        </dgm:presLayoutVars>
      </dgm:prSet>
      <dgm:spPr/>
    </dgm:pt>
    <dgm:pt modelId="{0C536D60-2CE3-4C5A-A031-704DBD62AE87}" type="pres">
      <dgm:prSet presAssocID="{663F485F-149A-43CE-90EE-939AFDE4FBE9}" presName="level3hierChild" presStyleCnt="0"/>
      <dgm:spPr/>
    </dgm:pt>
  </dgm:ptLst>
  <dgm:cxnLst>
    <dgm:cxn modelId="{729ADD01-EF4B-4990-8BF6-7B8000C4F508}" type="presOf" srcId="{7AFAD916-0B3E-4141-9546-EF644C75C7DE}" destId="{CFCF47A2-F139-4B47-977C-1611FBA1DAB3}" srcOrd="0" destOrd="0" presId="urn:microsoft.com/office/officeart/2008/layout/HorizontalMultiLevelHierarchy"/>
    <dgm:cxn modelId="{52A0B708-4F9A-4DAC-9E18-8603E649D022}" type="presOf" srcId="{77DE0F50-91BD-47B0-82F2-905F09486430}" destId="{0FF4104E-AE60-4D11-8A99-EF8A73225F34}" srcOrd="1" destOrd="0" presId="urn:microsoft.com/office/officeart/2008/layout/HorizontalMultiLevelHierarchy"/>
    <dgm:cxn modelId="{348AFB0A-9BF6-4672-AB7F-283A6551FC7C}" srcId="{ED807E35-B5D3-4BCB-9B29-5888EC2127F1}" destId="{07CF0387-B6A7-46F6-8D80-6515DE1A07FD}" srcOrd="4" destOrd="0" parTransId="{402FF5D2-6E69-442B-87ED-AF119AB98C9A}" sibTransId="{FD08B8F3-3B0B-4311-A42C-F673A29231EB}"/>
    <dgm:cxn modelId="{C767710B-2D76-4F6C-B281-D53A8DFEE491}" type="presOf" srcId="{07B6C525-6C33-4AE8-B387-9234D98AC7A5}" destId="{467D43A1-A466-4F0B-8178-6DB8BDC76B8C}" srcOrd="1" destOrd="0" presId="urn:microsoft.com/office/officeart/2008/layout/HorizontalMultiLevelHierarchy"/>
    <dgm:cxn modelId="{E7F7D40F-215F-4CD0-856B-D5B800D5926C}" srcId="{4F28903C-A6C9-4863-BB2A-43AED4B9C37B}" destId="{279C189A-06F2-43CF-B5A5-E89F36F848E9}" srcOrd="1" destOrd="0" parTransId="{AE0CC12A-8B26-484E-AA07-8C88D1D017AA}" sibTransId="{2F241F55-BD09-4D6C-AD8B-C1C4C99D2D16}"/>
    <dgm:cxn modelId="{C48F1510-060D-47B6-9C36-8108FD0AEB84}" type="presOf" srcId="{77DE0F50-91BD-47B0-82F2-905F09486430}" destId="{0BFB8105-4697-4547-9449-F2D6976200F3}" srcOrd="0" destOrd="0" presId="urn:microsoft.com/office/officeart/2008/layout/HorizontalMultiLevelHierarchy"/>
    <dgm:cxn modelId="{E16ADD10-5886-44A1-8222-430F59BF392C}" type="presOf" srcId="{BC517616-6D60-41B4-A1E9-EF3BB38B7FA6}" destId="{25457684-6A6A-46B1-BEFA-440DA349A4E1}" srcOrd="0" destOrd="0" presId="urn:microsoft.com/office/officeart/2008/layout/HorizontalMultiLevelHierarchy"/>
    <dgm:cxn modelId="{FB0AFE12-D9D3-40C3-8AED-19A6D479513D}" type="presOf" srcId="{8D49C22C-79DA-4F3A-AEAD-6714A7BAFF19}" destId="{03784CEB-724F-450D-AE6D-EBA3A5A10CF8}" srcOrd="1" destOrd="0" presId="urn:microsoft.com/office/officeart/2008/layout/HorizontalMultiLevelHierarchy"/>
    <dgm:cxn modelId="{98FF4613-485F-43C3-9AE7-DEC53E1CDA4C}" type="presOf" srcId="{D5E1256A-7804-4A1B-9CE0-8C476EAC6D6B}" destId="{051C7EE5-64C2-4B32-9CB4-6E697A8B079C}" srcOrd="0" destOrd="0" presId="urn:microsoft.com/office/officeart/2008/layout/HorizontalMultiLevelHierarchy"/>
    <dgm:cxn modelId="{CE805C14-39E9-4D66-B8D3-B74090EF9270}" type="presOf" srcId="{663F485F-149A-43CE-90EE-939AFDE4FBE9}" destId="{3A573B39-4F88-4D8B-A12B-B314D5D8B0ED}" srcOrd="0" destOrd="0" presId="urn:microsoft.com/office/officeart/2008/layout/HorizontalMultiLevelHierarchy"/>
    <dgm:cxn modelId="{51C89314-1CB2-4F56-87B8-39D66BD5CCBB}" type="presOf" srcId="{B56DF796-4577-4EAC-93C2-6935751BE25A}" destId="{C96BA59C-3D83-4DC3-B99D-FEFB4E6D77F1}" srcOrd="0" destOrd="0" presId="urn:microsoft.com/office/officeart/2008/layout/HorizontalMultiLevelHierarchy"/>
    <dgm:cxn modelId="{0D245F17-E183-490F-B352-E82681221931}" type="presOf" srcId="{ED807E35-B5D3-4BCB-9B29-5888EC2127F1}" destId="{BEDCAB73-F473-4593-A1D1-34DA9B04C965}" srcOrd="0" destOrd="0" presId="urn:microsoft.com/office/officeart/2008/layout/HorizontalMultiLevelHierarchy"/>
    <dgm:cxn modelId="{5DFF2018-6B42-4ED8-AE35-D12E7177CC1F}" type="presOf" srcId="{D1D1B209-31AA-46C8-BA21-F3B9CF8FE9FB}" destId="{A77A702B-712F-4ECF-ABF5-D128154D2C84}" srcOrd="0" destOrd="0" presId="urn:microsoft.com/office/officeart/2008/layout/HorizontalMultiLevelHierarchy"/>
    <dgm:cxn modelId="{D1AF3919-5502-491E-BBCE-EE8853B6DC0C}" srcId="{4F28903C-A6C9-4863-BB2A-43AED4B9C37B}" destId="{69C3C36C-E5CC-4A23-B842-F7ADB4F0B186}" srcOrd="0" destOrd="0" parTransId="{E2BEE4B6-C1A1-4A2D-A761-968A2D1121C6}" sibTransId="{1C8BB3DB-02C6-41FC-9FC6-D56452A0969D}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5394811B-D190-451D-B61F-9C0E41EB5215}" type="presOf" srcId="{FEC150FD-CA24-4E50-97F1-E69E41EAECA7}" destId="{E7CD85A1-EA1D-49AD-8929-888F2462A542}" srcOrd="1" destOrd="0" presId="urn:microsoft.com/office/officeart/2008/layout/HorizontalMultiLevelHierarchy"/>
    <dgm:cxn modelId="{28B41D1F-296A-46D7-B65B-293F882F5B18}" type="presOf" srcId="{07B6C525-6C33-4AE8-B387-9234D98AC7A5}" destId="{04620BEB-0EEC-4835-AA29-7DE825A6C113}" srcOrd="0" destOrd="0" presId="urn:microsoft.com/office/officeart/2008/layout/HorizontalMultiLevelHierarchy"/>
    <dgm:cxn modelId="{30288E20-39F8-4D6C-97B0-3B5697AEE04B}" type="presOf" srcId="{6A43294B-A1CB-4D6F-B453-0FF0E5776867}" destId="{E43A60A7-9DDF-42B2-A812-4D4F0F75076B}" srcOrd="0" destOrd="0" presId="urn:microsoft.com/office/officeart/2008/layout/HorizontalMultiLevelHierarchy"/>
    <dgm:cxn modelId="{93AAB723-4057-4BE3-B658-5D7F84B4C830}" type="presOf" srcId="{D1D1B209-31AA-46C8-BA21-F3B9CF8FE9FB}" destId="{8E837C51-8492-4622-B33F-F9A94A9D0EF1}" srcOrd="1" destOrd="0" presId="urn:microsoft.com/office/officeart/2008/layout/HorizontalMultiLevelHierarchy"/>
    <dgm:cxn modelId="{2FE09C25-C66D-4EC5-9159-C525AA61F816}" srcId="{4F28903C-A6C9-4863-BB2A-43AED4B9C37B}" destId="{663F485F-149A-43CE-90EE-939AFDE4FBE9}" srcOrd="3" destOrd="0" parTransId="{6E00B489-6825-4F79-AAF6-ADC76498986E}" sibTransId="{696E035A-82D7-4FA9-B49A-563D058019A2}"/>
    <dgm:cxn modelId="{EA0EAE2C-2B44-4196-995F-9CD3A807B025}" type="presOf" srcId="{E2BEE4B6-C1A1-4A2D-A761-968A2D1121C6}" destId="{81224C5B-9665-4FC8-9EFA-FD6288EDEDB5}" srcOrd="1" destOrd="0" presId="urn:microsoft.com/office/officeart/2008/layout/HorizontalMultiLevelHierarchy"/>
    <dgm:cxn modelId="{AEB8F02E-B8EC-45B2-A23C-A943F8742FDE}" srcId="{D386F11A-1804-40C3-B4C6-97A93DDDA638}" destId="{08AE5005-3581-4A97-BECF-0CCE44B4D53E}" srcOrd="2" destOrd="0" parTransId="{A004AE72-6A2F-4DC1-86AA-9DD6EF4528AF}" sibTransId="{ECAF6E8F-2852-43EE-B9C4-41442144A0FC}"/>
    <dgm:cxn modelId="{C09DC830-BD83-4B7C-A407-5B02C3A0986D}" srcId="{8DCCF5A1-F5D2-48CE-BA98-5C85D6801254}" destId="{9E22FAF0-FF7E-4884-94A7-F2B8FFBB5A5E}" srcOrd="1" destOrd="0" parTransId="{D5E1256A-7804-4A1B-9CE0-8C476EAC6D6B}" sibTransId="{08A8FAC0-F035-4478-9763-893CD85C1319}"/>
    <dgm:cxn modelId="{527DCE35-847D-41EC-9BCF-FCFCC20E5C07}" type="presOf" srcId="{123BE4C2-2740-48F1-A672-BED1CFEF1A55}" destId="{FE96766D-0860-4D60-82D6-404DDCCC36A1}" srcOrd="1" destOrd="0" presId="urn:microsoft.com/office/officeart/2008/layout/HorizontalMultiLevelHierarchy"/>
    <dgm:cxn modelId="{406D6C3B-242C-40F5-ADC0-52CA87386D80}" type="presOf" srcId="{26A7866C-CE89-4BAB-B6B8-421B68991845}" destId="{8F7C36BE-E589-4461-8F16-778807C0B166}" srcOrd="0" destOrd="0" presId="urn:microsoft.com/office/officeart/2008/layout/HorizontalMultiLevelHierarchy"/>
    <dgm:cxn modelId="{AB77AF3B-80EA-4340-BF0A-60284FD11939}" type="presOf" srcId="{1EAAA8DD-4A75-4985-B423-64C84D4EE993}" destId="{37CD627C-8293-4029-B114-AA7B7535644E}" srcOrd="1" destOrd="0" presId="urn:microsoft.com/office/officeart/2008/layout/HorizontalMultiLevelHierarchy"/>
    <dgm:cxn modelId="{01B5803E-54D0-4D64-B61C-5CC40BDEEC8B}" type="presOf" srcId="{E9C31236-41E3-4D93-86D6-120F41639747}" destId="{FD0A644D-9AE4-4AD3-9D44-01D9B0D1AEF9}" srcOrd="1" destOrd="0" presId="urn:microsoft.com/office/officeart/2008/layout/HorizontalMultiLevelHierarchy"/>
    <dgm:cxn modelId="{51AF825B-9B3A-4353-A1B2-48084B9EF8D5}" type="presOf" srcId="{8EC7E3C2-D2EB-4D76-988B-B2A9666017DA}" destId="{60E800C2-3ACD-4894-B2D1-02C51C896C2D}" srcOrd="0" destOrd="0" presId="urn:microsoft.com/office/officeart/2008/layout/HorizontalMultiLevelHierarchy"/>
    <dgm:cxn modelId="{5930815E-EF72-4DB9-AF11-54F15257940D}" type="presOf" srcId="{8D49C22C-79DA-4F3A-AEAD-6714A7BAFF19}" destId="{5E6DA394-939F-4A95-8F6F-3209A3895CB8}" srcOrd="0" destOrd="0" presId="urn:microsoft.com/office/officeart/2008/layout/HorizontalMultiLevelHierarchy"/>
    <dgm:cxn modelId="{41EF1B5F-D09D-4F71-8417-C286285C9568}" srcId="{ED807E35-B5D3-4BCB-9B29-5888EC2127F1}" destId="{5821FB8A-5877-43A9-875B-26B9C487ACC9}" srcOrd="0" destOrd="0" parTransId="{90CBA59F-7D7C-4C75-9B0F-F5F15E07117F}" sibTransId="{D3D15590-51C2-44EF-AC9C-F94F0FCCB8B6}"/>
    <dgm:cxn modelId="{4CE03E41-67B3-46A1-BE69-B26C1FC740A2}" type="presOf" srcId="{E9C31236-41E3-4D93-86D6-120F41639747}" destId="{D039A37C-16E1-46DE-83F2-FE1AFA19E6B5}" srcOrd="0" destOrd="0" presId="urn:microsoft.com/office/officeart/2008/layout/HorizontalMultiLevelHierarchy"/>
    <dgm:cxn modelId="{EB1F6241-7541-4583-9940-25F14F4D6A33}" type="presOf" srcId="{8DCCF5A1-F5D2-48CE-BA98-5C85D6801254}" destId="{32ACC1F6-D5B9-4CEA-991A-2E04658BD206}" srcOrd="0" destOrd="0" presId="urn:microsoft.com/office/officeart/2008/layout/HorizontalMultiLevelHierarchy"/>
    <dgm:cxn modelId="{6B174763-38CD-4C5C-8684-B3BD13CDFF3D}" type="presOf" srcId="{AA478AEC-9F15-47FF-B20B-DE5893F051C0}" destId="{1727B044-8190-4C0C-A27D-97E6DA4EBBD8}" srcOrd="0" destOrd="0" presId="urn:microsoft.com/office/officeart/2008/layout/HorizontalMultiLevelHierarchy"/>
    <dgm:cxn modelId="{6B282A65-641E-4798-B811-1AC8F94F44F5}" srcId="{26A7866C-CE89-4BAB-B6B8-421B68991845}" destId="{F6D65D99-858C-4491-8350-4E38A536AD21}" srcOrd="0" destOrd="0" parTransId="{FEC150FD-CA24-4E50-97F1-E69E41EAECA7}" sibTransId="{15769C71-E077-44AB-965F-70D7B581EC38}"/>
    <dgm:cxn modelId="{930B6465-918C-4487-9892-21C123CA0BA4}" srcId="{26A7866C-CE89-4BAB-B6B8-421B68991845}" destId="{1AB03169-D976-42D7-A273-D4625AE46F9F}" srcOrd="2" destOrd="0" parTransId="{AA478AEC-9F15-47FF-B20B-DE5893F051C0}" sibTransId="{0A7E2B11-0161-4336-8CC6-8057E2D42FCF}"/>
    <dgm:cxn modelId="{E3F68E45-2B8E-42DE-94AC-A367AE662C79}" type="presOf" srcId="{E2BEE4B6-C1A1-4A2D-A761-968A2D1121C6}" destId="{48B72B3E-C983-4274-B2B2-70D16748E2BB}" srcOrd="0" destOrd="0" presId="urn:microsoft.com/office/officeart/2008/layout/HorizontalMultiLevelHierarchy"/>
    <dgm:cxn modelId="{AB277568-4156-49F2-B2B3-4DFC2A8AEB98}" type="presOf" srcId="{1088B713-D373-4F76-B98B-B75395D41BA2}" destId="{80CCDF43-4A90-4DB9-90BB-F37BB6A6CE64}" srcOrd="0" destOrd="0" presId="urn:microsoft.com/office/officeart/2008/layout/HorizontalMultiLevelHierarchy"/>
    <dgm:cxn modelId="{4EC9854A-042C-4346-BD6B-0D7065878838}" type="presOf" srcId="{7FA6DCDB-7840-414E-A2DC-34707D6C010C}" destId="{5BB8511B-BEEB-4D95-9928-1B6F31389179}" srcOrd="0" destOrd="0" presId="urn:microsoft.com/office/officeart/2008/layout/HorizontalMultiLevelHierarchy"/>
    <dgm:cxn modelId="{97B3D36B-939A-4999-B9F0-48B5EF509D8F}" type="presOf" srcId="{FEC150FD-CA24-4E50-97F1-E69E41EAECA7}" destId="{F26F67FB-D19B-4991-9A66-98D479004DA6}" srcOrd="0" destOrd="0" presId="urn:microsoft.com/office/officeart/2008/layout/HorizontalMultiLevelHierarchy"/>
    <dgm:cxn modelId="{1C054A4C-FE2D-46FB-B0E2-C91FC85755E0}" srcId="{D386F11A-1804-40C3-B4C6-97A93DDDA638}" destId="{D5CC7BC0-399A-4FA1-9282-8E02243BD9DA}" srcOrd="1" destOrd="0" parTransId="{77DE0F50-91BD-47B0-82F2-905F09486430}" sibTransId="{6B4200AB-22F1-4917-A548-F0CC62565ABB}"/>
    <dgm:cxn modelId="{F4FF426E-457E-4993-AFED-082B0BB262F8}" type="presOf" srcId="{1088B713-D373-4F76-B98B-B75395D41BA2}" destId="{87A0E548-ED5E-4FC4-A2E6-8E63C819DFB2}" srcOrd="1" destOrd="0" presId="urn:microsoft.com/office/officeart/2008/layout/HorizontalMultiLevelHierarchy"/>
    <dgm:cxn modelId="{DCF3A04F-4D1E-4984-A63B-DD682A04E677}" type="presOf" srcId="{1AB03169-D976-42D7-A273-D4625AE46F9F}" destId="{953DE894-07BF-479E-983A-CE5469800A68}" srcOrd="0" destOrd="0" presId="urn:microsoft.com/office/officeart/2008/layout/HorizontalMultiLevelHierarchy"/>
    <dgm:cxn modelId="{5F2FF74F-D640-4AF0-B879-82409B595B23}" type="presOf" srcId="{D5E1256A-7804-4A1B-9CE0-8C476EAC6D6B}" destId="{BC550C4A-0520-4519-87CB-647D5B9D3481}" srcOrd="1" destOrd="0" presId="urn:microsoft.com/office/officeart/2008/layout/HorizontalMultiLevelHierarchy"/>
    <dgm:cxn modelId="{6ED1F450-FC9C-4DED-883C-9AAC36B15A42}" type="presOf" srcId="{6E00B489-6825-4F79-AAF6-ADC76498986E}" destId="{F1F41947-56D6-4C31-BC5C-EA88A158B7D9}" srcOrd="1" destOrd="0" presId="urn:microsoft.com/office/officeart/2008/layout/HorizontalMultiLevelHierarchy"/>
    <dgm:cxn modelId="{76995853-2A4E-42BB-8E68-D87A2A388D94}" type="presOf" srcId="{90CBA59F-7D7C-4C75-9B0F-F5F15E07117F}" destId="{D6E620D2-D3BC-436E-AE97-2C6EFEAF5E1D}" srcOrd="1" destOrd="0" presId="urn:microsoft.com/office/officeart/2008/layout/HorizontalMultiLevelHierarchy"/>
    <dgm:cxn modelId="{81480C74-1CD0-4DC9-BB3B-BE2D1E4C04E8}" type="presOf" srcId="{1EAAA8DD-4A75-4985-B423-64C84D4EE993}" destId="{F31F3F23-7C72-452A-ADC8-1CB2C7B14B46}" srcOrd="0" destOrd="0" presId="urn:microsoft.com/office/officeart/2008/layout/HorizontalMultiLevelHierarchy"/>
    <dgm:cxn modelId="{377A4154-0464-4084-BD65-37CCA231BFBE}" type="presOf" srcId="{BC06D4EA-C00A-455B-A296-90B7D26E50BF}" destId="{DDA79D3F-A64C-4EED-8BE6-B172036968B7}" srcOrd="0" destOrd="0" presId="urn:microsoft.com/office/officeart/2008/layout/HorizontalMultiLevelHierarchy"/>
    <dgm:cxn modelId="{05AA1157-CE4C-4580-A68B-C5415EB0B5AA}" type="presOf" srcId="{A004AE72-6A2F-4DC1-86AA-9DD6EF4528AF}" destId="{D7E8F901-BAA6-4D2C-8C3C-C991500CB493}" srcOrd="1" destOrd="0" presId="urn:microsoft.com/office/officeart/2008/layout/HorizontalMultiLevelHierarchy"/>
    <dgm:cxn modelId="{8B10245A-D88C-4F03-A009-6715C0266A2E}" type="presOf" srcId="{123BE4C2-2740-48F1-A672-BED1CFEF1A55}" destId="{6A1F7B97-5B80-483A-A0C1-E0085B4BB7F9}" srcOrd="0" destOrd="0" presId="urn:microsoft.com/office/officeart/2008/layout/HorizontalMultiLevelHierarchy"/>
    <dgm:cxn modelId="{C348EA80-26EC-42A7-A79E-25B4312BC4F3}" srcId="{F8A4306D-2EA6-4060-9C81-584FC924A72D}" destId="{4F28903C-A6C9-4863-BB2A-43AED4B9C37B}" srcOrd="4" destOrd="0" parTransId="{86C76375-759C-430F-8C04-D9FE85D3E0BB}" sibTransId="{B8DD7159-E45E-49FB-AD54-E66760F599F9}"/>
    <dgm:cxn modelId="{06A0C783-720E-4D17-BB25-F9B252749408}" type="presOf" srcId="{BC517616-6D60-41B4-A1E9-EF3BB38B7FA6}" destId="{BD65CC17-314D-4592-BB6E-D178C94F5A9C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4E731686-F5FC-4DCC-B362-64CE5EFB7DA5}" type="presOf" srcId="{D703D4E3-80AC-43B7-BB5D-6236C00A0C8E}" destId="{A393CB0A-BEF7-4DB8-81E5-1154DE861CF6}" srcOrd="0" destOrd="0" presId="urn:microsoft.com/office/officeart/2008/layout/HorizontalMultiLevelHierarchy"/>
    <dgm:cxn modelId="{7F715586-8543-4983-9FA0-C755C1EFD3F5}" type="presOf" srcId="{DC92EE81-E160-409C-8D57-13731F9F37AC}" destId="{92090F43-5B4E-4749-BCAA-CA724B1D4710}" srcOrd="0" destOrd="0" presId="urn:microsoft.com/office/officeart/2008/layout/HorizontalMultiLevelHierarchy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A4EFA787-CD36-4728-83DB-FEC14EFC6E00}" type="presOf" srcId="{B8A6E210-3D1F-468B-BD06-85B17F9AB552}" destId="{4BC74C6A-A727-4FD8-8A8B-C55AF6E4ED33}" srcOrd="0" destOrd="0" presId="urn:microsoft.com/office/officeart/2008/layout/HorizontalMultiLevelHierarchy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B9ED278B-2887-4FAC-8E86-6D52107D72A3}" type="presOf" srcId="{D5CC7BC0-399A-4FA1-9282-8E02243BD9DA}" destId="{27B4AF17-3646-481D-A3F4-26A127527259}" srcOrd="0" destOrd="0" presId="urn:microsoft.com/office/officeart/2008/layout/HorizontalMultiLevelHierarchy"/>
    <dgm:cxn modelId="{F2A0ED8B-F3E0-40B5-8E8E-CAFF576907D3}" srcId="{4F28903C-A6C9-4863-BB2A-43AED4B9C37B}" destId="{BF1A8830-6600-4079-9907-EC2B2AFB2113}" srcOrd="2" destOrd="0" parTransId="{B8A6E210-3D1F-468B-BD06-85B17F9AB552}" sibTransId="{8F56ABFD-B8FE-40BB-B312-FC16D83CD91F}"/>
    <dgm:cxn modelId="{5EB7DF8D-7BF8-4C6E-BDD6-8100ECD9AA7A}" srcId="{ED807E35-B5D3-4BCB-9B29-5888EC2127F1}" destId="{8EC7E3C2-D2EB-4D76-988B-B2A9666017DA}" srcOrd="3" destOrd="0" parTransId="{8D49C22C-79DA-4F3A-AEAD-6714A7BAFF19}" sibTransId="{464A0BE2-DEF7-417E-9E85-C09FA6EB1044}"/>
    <dgm:cxn modelId="{1DF5A08E-589B-4D52-8BC8-19AC2BE17C28}" srcId="{8DCCF5A1-F5D2-48CE-BA98-5C85D6801254}" destId="{7AFAD916-0B3E-4141-9546-EF644C75C7DE}" srcOrd="0" destOrd="0" parTransId="{D1D1B209-31AA-46C8-BA21-F3B9CF8FE9FB}" sibTransId="{3989527C-439F-4CDD-A951-52296F973D86}"/>
    <dgm:cxn modelId="{F9695B93-2103-40EE-8C6D-7E135B1D0D4F}" type="presOf" srcId="{B8A6E210-3D1F-468B-BD06-85B17F9AB552}" destId="{597564EC-E121-4C4E-B452-BC74BFF5A043}" srcOrd="1" destOrd="0" presId="urn:microsoft.com/office/officeart/2008/layout/HorizontalMultiLevelHierarchy"/>
    <dgm:cxn modelId="{B680BC94-E345-4749-B748-85920F54A2DC}" type="presOf" srcId="{07CF0387-B6A7-46F6-8D80-6515DE1A07FD}" destId="{F79FB1EC-FF45-40C7-BCB6-021087AEF7A4}" srcOrd="0" destOrd="0" presId="urn:microsoft.com/office/officeart/2008/layout/HorizontalMultiLevelHierarchy"/>
    <dgm:cxn modelId="{7B830096-8BDF-412A-BE6E-4DA39A3F5427}" type="presOf" srcId="{9E6C4194-C2AC-49CA-B1BE-485970A30476}" destId="{73E2F408-D084-4DE5-AFF5-72C7E2B981C0}" srcOrd="0" destOrd="0" presId="urn:microsoft.com/office/officeart/2008/layout/HorizontalMultiLevelHierarchy"/>
    <dgm:cxn modelId="{99B37A96-C7E4-4FFE-AE1C-0B928899CCF5}" srcId="{ED807E35-B5D3-4BCB-9B29-5888EC2127F1}" destId="{9E6C4194-C2AC-49CA-B1BE-485970A30476}" srcOrd="2" destOrd="0" parTransId="{123BE4C2-2740-48F1-A672-BED1CFEF1A55}" sibTransId="{9CCDDAAC-1088-4C90-ADDE-D6CCD26B0E7F}"/>
    <dgm:cxn modelId="{C248F599-A223-40A6-AA0B-B7293E740314}" type="presOf" srcId="{AE0CC12A-8B26-484E-AA07-8C88D1D017AA}" destId="{8743B348-BD29-45B2-B1D1-8C789BE77813}" srcOrd="1" destOrd="0" presId="urn:microsoft.com/office/officeart/2008/layout/HorizontalMultiLevelHierarchy"/>
    <dgm:cxn modelId="{BDD785A0-6369-4701-8C5F-03CA08A4220E}" type="presOf" srcId="{AA478AEC-9F15-47FF-B20B-DE5893F051C0}" destId="{13757426-925E-45F2-A3A4-857C30C03B09}" srcOrd="1" destOrd="0" presId="urn:microsoft.com/office/officeart/2008/layout/HorizontalMultiLevelHierarchy"/>
    <dgm:cxn modelId="{EB47E9A0-DE8D-4252-A6F4-8D4855D9105E}" type="presOf" srcId="{279C189A-06F2-43CF-B5A5-E89F36F848E9}" destId="{88E111A6-EFA1-4544-AFA8-6F1120FCE148}" srcOrd="0" destOrd="0" presId="urn:microsoft.com/office/officeart/2008/layout/HorizontalMultiLevelHierarchy"/>
    <dgm:cxn modelId="{9ED79BA5-DB4F-4B82-8DD7-3BDC1EC65150}" type="presOf" srcId="{86C76375-759C-430F-8C04-D9FE85D3E0BB}" destId="{B9FDD0DE-38DF-4097-A839-7CA529B0134A}" srcOrd="1" destOrd="0" presId="urn:microsoft.com/office/officeart/2008/layout/HorizontalMultiLevelHierarchy"/>
    <dgm:cxn modelId="{EB743FA9-2C08-4978-9D09-40B91FA4DFE9}" type="presOf" srcId="{D386F11A-1804-40C3-B4C6-97A93DDDA638}" destId="{B2ADA6F2-50C6-4A88-AAA9-37F38027290A}" srcOrd="0" destOrd="0" presId="urn:microsoft.com/office/officeart/2008/layout/HorizontalMultiLevelHierarchy"/>
    <dgm:cxn modelId="{72C4DCA9-69DE-411B-B9C2-7B74C9048EBC}" srcId="{26A7866C-CE89-4BAB-B6B8-421B68991845}" destId="{BC06D4EA-C00A-455B-A296-90B7D26E50BF}" srcOrd="1" destOrd="0" parTransId="{1088B713-D373-4F76-B98B-B75395D41BA2}" sibTransId="{640074BF-093A-4037-A45A-F35FD66C4B67}"/>
    <dgm:cxn modelId="{E66EEEA9-FF55-4681-B210-A327E56951F3}" type="presOf" srcId="{A004AE72-6A2F-4DC1-86AA-9DD6EF4528AF}" destId="{22D0EEAC-F1C3-4BAD-B8D4-AFFC576382CC}" srcOrd="0" destOrd="0" presId="urn:microsoft.com/office/officeart/2008/layout/HorizontalMultiLevelHierarchy"/>
    <dgm:cxn modelId="{C2B2CEAA-3954-458A-BD28-8C88F6DEEC44}" type="presOf" srcId="{AE0CC12A-8B26-484E-AA07-8C88D1D017AA}" destId="{31955690-7179-40C4-9E8A-5D70DFC377E7}" srcOrd="0" destOrd="0" presId="urn:microsoft.com/office/officeart/2008/layout/HorizontalMultiLevelHierarchy"/>
    <dgm:cxn modelId="{E79EC7AD-F4BE-472C-B324-69743B8261D7}" type="presOf" srcId="{08AE5005-3581-4A97-BECF-0CCE44B4D53E}" destId="{0647BFC3-B5D7-4EAF-82AD-3EB8CC090092}" srcOrd="0" destOrd="0" presId="urn:microsoft.com/office/officeart/2008/layout/HorizontalMultiLevelHierarchy"/>
    <dgm:cxn modelId="{F8DB03AF-B784-48A9-AE53-EF0646F0505B}" srcId="{ED807E35-B5D3-4BCB-9B29-5888EC2127F1}" destId="{B56DF796-4577-4EAC-93C2-6935751BE25A}" srcOrd="1" destOrd="0" parTransId="{E9C31236-41E3-4D93-86D6-120F41639747}" sibTransId="{7891076A-C6C8-4A60-A70F-5BC6A31F5F3B}"/>
    <dgm:cxn modelId="{2CB4F7B0-3B4B-43AA-9F4C-B398AB1BB303}" type="presOf" srcId="{6E00B489-6825-4F79-AAF6-ADC76498986E}" destId="{64F2D9ED-EB2C-4E20-890A-87B6433763BD}" srcOrd="0" destOrd="0" presId="urn:microsoft.com/office/officeart/2008/layout/HorizontalMultiLevelHierarchy"/>
    <dgm:cxn modelId="{3A5B02B3-4C49-46A6-9049-BD3F6D041E60}" type="presOf" srcId="{90CBA59F-7D7C-4C75-9B0F-F5F15E07117F}" destId="{35D85E89-8219-4EAD-B131-FFB670BDF21E}" srcOrd="0" destOrd="0" presId="urn:microsoft.com/office/officeart/2008/layout/HorizontalMultiLevelHierarchy"/>
    <dgm:cxn modelId="{60FBC3B3-CA29-40B6-BBBD-3B5B9C4CCB47}" type="presOf" srcId="{86C76375-759C-430F-8C04-D9FE85D3E0BB}" destId="{606C6F1E-498E-4DDB-A186-9DA9B6E34A4F}" srcOrd="0" destOrd="0" presId="urn:microsoft.com/office/officeart/2008/layout/HorizontalMultiLevelHierarchy"/>
    <dgm:cxn modelId="{59F80DB4-6184-41F9-A751-3A2BDF67415D}" type="presOf" srcId="{8BE22E42-DB0A-4790-87BD-8B0CEA94CA04}" destId="{B1DAB71E-6E0D-4893-9248-FF2AC3D62576}" srcOrd="1" destOrd="0" presId="urn:microsoft.com/office/officeart/2008/layout/HorizontalMultiLevelHierarchy"/>
    <dgm:cxn modelId="{B7D5AFBC-485B-4AA9-B71E-ECBFAD6D8C34}" type="presOf" srcId="{69C3C36C-E5CC-4A23-B842-F7ADB4F0B186}" destId="{C0937D04-21A0-43F6-85AC-6D62800094D9}" srcOrd="0" destOrd="0" presId="urn:microsoft.com/office/officeart/2008/layout/HorizontalMultiLevelHierarchy"/>
    <dgm:cxn modelId="{FA28CEC3-0168-4033-BA85-5D4A9046C14A}" type="presOf" srcId="{BF1A8830-6600-4079-9907-EC2B2AFB2113}" destId="{B3A16A8D-BDEA-44E5-A062-78715E4B15B6}" srcOrd="0" destOrd="0" presId="urn:microsoft.com/office/officeart/2008/layout/HorizontalMultiLevelHierarchy"/>
    <dgm:cxn modelId="{D52191C4-13AC-4A93-85D8-7FC6151E89CC}" type="presOf" srcId="{4F28903C-A6C9-4863-BB2A-43AED4B9C37B}" destId="{2B29F018-F637-4258-A9C2-9FD5539BC75D}" srcOrd="0" destOrd="0" presId="urn:microsoft.com/office/officeart/2008/layout/HorizontalMultiLevelHierarchy"/>
    <dgm:cxn modelId="{5EF803C7-BB0E-44A4-9047-BEC2A65C4AEE}" type="presOf" srcId="{402FF5D2-6E69-442B-87ED-AF119AB98C9A}" destId="{E7448DA2-ABEA-4A21-9757-53D581D7F3FD}" srcOrd="0" destOrd="0" presId="urn:microsoft.com/office/officeart/2008/layout/HorizontalMultiLevelHierarchy"/>
    <dgm:cxn modelId="{91D222C7-D976-46A1-A14D-B04139A3DEC3}" type="presOf" srcId="{4ACE4D20-0AD1-48A9-9ACB-1F5C46BC0BDA}" destId="{E8145716-6D58-4345-8073-80600F1C9F42}" srcOrd="0" destOrd="0" presId="urn:microsoft.com/office/officeart/2008/layout/HorizontalMultiLevelHierarchy"/>
    <dgm:cxn modelId="{D92941C7-9627-4FE5-8135-64B85FE16D2A}" type="presOf" srcId="{F8A4306D-2EA6-4060-9C81-584FC924A72D}" destId="{1A8C8775-11A9-4910-9DB9-4ADDC072442C}" srcOrd="0" destOrd="0" presId="urn:microsoft.com/office/officeart/2008/layout/HorizontalMultiLevelHierarchy"/>
    <dgm:cxn modelId="{7A4077C8-3A1F-4631-8C58-C480E94115A7}" type="presOf" srcId="{DC92EE81-E160-409C-8D57-13731F9F37AC}" destId="{81E432F6-3EF7-4549-811C-B578FA37B5ED}" srcOrd="1" destOrd="0" presId="urn:microsoft.com/office/officeart/2008/layout/HorizontalMultiLevelHierarchy"/>
    <dgm:cxn modelId="{EAB359CA-D8BA-4728-A5BD-50F3B9965CEE}" type="presOf" srcId="{8BE22E42-DB0A-4790-87BD-8B0CEA94CA04}" destId="{FA624BE1-9ACC-4E7D-9F6D-BDD9E6D78BF6}" srcOrd="0" destOrd="0" presId="urn:microsoft.com/office/officeart/2008/layout/HorizontalMultiLevelHierarchy"/>
    <dgm:cxn modelId="{679C18CC-4184-4937-94B9-4974EFF413B9}" type="presOf" srcId="{5821FB8A-5877-43A9-875B-26B9C487ACC9}" destId="{B933AC5F-4C04-4E26-B56E-83A35B7B75A0}" srcOrd="0" destOrd="0" presId="urn:microsoft.com/office/officeart/2008/layout/HorizontalMultiLevelHierarchy"/>
    <dgm:cxn modelId="{049CF7CC-B208-4A72-A5C2-87DD58BA822A}" srcId="{D386F11A-1804-40C3-B4C6-97A93DDDA638}" destId="{4ACE4D20-0AD1-48A9-9ACB-1F5C46BC0BDA}" srcOrd="3" destOrd="0" parTransId="{07B6C525-6C33-4AE8-B387-9234D98AC7A5}" sibTransId="{D43DB4CE-5FDD-4F07-B46D-1A1C7495C161}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61B3ACD6-CD07-4D7B-8A55-A711422362F4}" type="presOf" srcId="{C5F0EE40-EBE4-45F5-B1FC-726A9F1B0F73}" destId="{F226263A-149C-45EB-8D74-9D5F16BB2DF3}" srcOrd="0" destOrd="0" presId="urn:microsoft.com/office/officeart/2008/layout/HorizontalMultiLevelHierarchy"/>
    <dgm:cxn modelId="{5B1ADDDC-8D57-4C34-BD0F-B265BAE1DA0A}" type="presOf" srcId="{9E22FAF0-FF7E-4884-94A7-F2B8FFBB5A5E}" destId="{8B6A1FEE-6309-4F91-8601-1AC9179B566D}" srcOrd="0" destOrd="0" presId="urn:microsoft.com/office/officeart/2008/layout/HorizontalMultiLevelHierarchy"/>
    <dgm:cxn modelId="{A5E3A0DE-3F29-45DF-B3C9-345FA27E2BAE}" srcId="{D386F11A-1804-40C3-B4C6-97A93DDDA638}" destId="{7FA6DCDB-7840-414E-A2DC-34707D6C010C}" srcOrd="0" destOrd="0" parTransId="{BC517616-6D60-41B4-A1E9-EF3BB38B7FA6}" sibTransId="{81C5B1B1-C736-4F61-B4D2-15979B594143}"/>
    <dgm:cxn modelId="{3001B6E0-5A1B-4107-95CB-12E9DCC99663}" srcId="{D386F11A-1804-40C3-B4C6-97A93DDDA638}" destId="{D703D4E3-80AC-43B7-BB5D-6236C00A0C8E}" srcOrd="4" destOrd="0" parTransId="{C5F0EE40-EBE4-45F5-B1FC-726A9F1B0F73}" sibTransId="{AA9F861D-93CE-4011-9A92-B54BA4C37D2E}"/>
    <dgm:cxn modelId="{119070E3-0860-4DEA-99B6-C2F5DC9167F2}" type="presOf" srcId="{402FF5D2-6E69-442B-87ED-AF119AB98C9A}" destId="{E3D0D3B2-09CA-4905-A15A-B5077E79086E}" srcOrd="1" destOrd="0" presId="urn:microsoft.com/office/officeart/2008/layout/HorizontalMultiLevelHierarchy"/>
    <dgm:cxn modelId="{77A099ED-0B97-4E39-B3F5-9B70E329C49B}" type="presOf" srcId="{6A43294B-A1CB-4D6F-B453-0FF0E5776867}" destId="{CE810C7E-C3EF-4168-95BF-2980E8095076}" srcOrd="1" destOrd="0" presId="urn:microsoft.com/office/officeart/2008/layout/HorizontalMultiLevelHierarchy"/>
    <dgm:cxn modelId="{E554D9F6-ED4A-412F-880D-C6029C356670}" type="presOf" srcId="{F6D65D99-858C-4491-8350-4E38A536AD21}" destId="{B451BF21-E3E7-4DE8-AB73-A070BD52A292}" srcOrd="0" destOrd="0" presId="urn:microsoft.com/office/officeart/2008/layout/HorizontalMultiLevelHierarchy"/>
    <dgm:cxn modelId="{00B22EFF-9601-4427-8D2C-A84C5FD31A0B}" type="presOf" srcId="{C5F0EE40-EBE4-45F5-B1FC-726A9F1B0F73}" destId="{ED327FEE-4425-4C58-876D-54DE2191A0F8}" srcOrd="1" destOrd="0" presId="urn:microsoft.com/office/officeart/2008/layout/HorizontalMultiLevelHierarchy"/>
    <dgm:cxn modelId="{9CE30A0E-8A7D-4E33-83F7-65DE40CDD7D8}" type="presParOf" srcId="{AB769FB9-81B7-4D88-8E0E-4605BD1B277C}" destId="{4EC09F46-69D8-4EC8-A3FD-B9943A6C53ED}" srcOrd="0" destOrd="0" presId="urn:microsoft.com/office/officeart/2008/layout/HorizontalMultiLevelHierarchy"/>
    <dgm:cxn modelId="{1C18FAB3-3713-48DB-836F-1BA1AB593C32}" type="presParOf" srcId="{4EC09F46-69D8-4EC8-A3FD-B9943A6C53ED}" destId="{1A8C8775-11A9-4910-9DB9-4ADDC072442C}" srcOrd="0" destOrd="0" presId="urn:microsoft.com/office/officeart/2008/layout/HorizontalMultiLevelHierarchy"/>
    <dgm:cxn modelId="{1CDEEE26-A18A-4827-A99D-25FB0420661B}" type="presParOf" srcId="{4EC09F46-69D8-4EC8-A3FD-B9943A6C53ED}" destId="{15760790-9539-44A9-A52D-58AB584996E5}" srcOrd="1" destOrd="0" presId="urn:microsoft.com/office/officeart/2008/layout/HorizontalMultiLevelHierarchy"/>
    <dgm:cxn modelId="{EC6F8E5C-4293-4E33-8A73-6296097C3178}" type="presParOf" srcId="{15760790-9539-44A9-A52D-58AB584996E5}" destId="{92090F43-5B4E-4749-BCAA-CA724B1D4710}" srcOrd="0" destOrd="0" presId="urn:microsoft.com/office/officeart/2008/layout/HorizontalMultiLevelHierarchy"/>
    <dgm:cxn modelId="{D212CA54-12B2-4FC1-9715-BCA437681C2F}" type="presParOf" srcId="{92090F43-5B4E-4749-BCAA-CA724B1D4710}" destId="{81E432F6-3EF7-4549-811C-B578FA37B5ED}" srcOrd="0" destOrd="0" presId="urn:microsoft.com/office/officeart/2008/layout/HorizontalMultiLevelHierarchy"/>
    <dgm:cxn modelId="{53F39F56-39E9-48B1-9F48-CFD214A4AA65}" type="presParOf" srcId="{15760790-9539-44A9-A52D-58AB584996E5}" destId="{72B2EE92-AB90-4A5C-9510-488C5A769220}" srcOrd="1" destOrd="0" presId="urn:microsoft.com/office/officeart/2008/layout/HorizontalMultiLevelHierarchy"/>
    <dgm:cxn modelId="{D2ABD977-EB5F-4E16-928B-4AAEBA3C1232}" type="presParOf" srcId="{72B2EE92-AB90-4A5C-9510-488C5A769220}" destId="{B2ADA6F2-50C6-4A88-AAA9-37F38027290A}" srcOrd="0" destOrd="0" presId="urn:microsoft.com/office/officeart/2008/layout/HorizontalMultiLevelHierarchy"/>
    <dgm:cxn modelId="{C84ABEB4-2841-43B1-B010-508ABF3DB2DA}" type="presParOf" srcId="{72B2EE92-AB90-4A5C-9510-488C5A769220}" destId="{FCCA6175-AB58-4D81-9EEF-6F7407CF7161}" srcOrd="1" destOrd="0" presId="urn:microsoft.com/office/officeart/2008/layout/HorizontalMultiLevelHierarchy"/>
    <dgm:cxn modelId="{CBECE8D9-1AB3-47F3-A4B0-B3E3F6A220D8}" type="presParOf" srcId="{FCCA6175-AB58-4D81-9EEF-6F7407CF7161}" destId="{25457684-6A6A-46B1-BEFA-440DA349A4E1}" srcOrd="0" destOrd="0" presId="urn:microsoft.com/office/officeart/2008/layout/HorizontalMultiLevelHierarchy"/>
    <dgm:cxn modelId="{D2170C8E-80C8-43DF-B4B7-84C9928C3958}" type="presParOf" srcId="{25457684-6A6A-46B1-BEFA-440DA349A4E1}" destId="{BD65CC17-314D-4592-BB6E-D178C94F5A9C}" srcOrd="0" destOrd="0" presId="urn:microsoft.com/office/officeart/2008/layout/HorizontalMultiLevelHierarchy"/>
    <dgm:cxn modelId="{58C0412F-2DDF-4420-A993-FD43D10082DD}" type="presParOf" srcId="{FCCA6175-AB58-4D81-9EEF-6F7407CF7161}" destId="{55C8CA33-082C-4B82-8A53-827A77C4078E}" srcOrd="1" destOrd="0" presId="urn:microsoft.com/office/officeart/2008/layout/HorizontalMultiLevelHierarchy"/>
    <dgm:cxn modelId="{41866B2B-F7A1-40DF-BD91-BB9F015812D0}" type="presParOf" srcId="{55C8CA33-082C-4B82-8A53-827A77C4078E}" destId="{5BB8511B-BEEB-4D95-9928-1B6F31389179}" srcOrd="0" destOrd="0" presId="urn:microsoft.com/office/officeart/2008/layout/HorizontalMultiLevelHierarchy"/>
    <dgm:cxn modelId="{4D1E211D-9AAF-43E0-9CD5-9238A61360DF}" type="presParOf" srcId="{55C8CA33-082C-4B82-8A53-827A77C4078E}" destId="{7547BC9F-2A72-4AE4-BE3E-5AEEB03D4ECA}" srcOrd="1" destOrd="0" presId="urn:microsoft.com/office/officeart/2008/layout/HorizontalMultiLevelHierarchy"/>
    <dgm:cxn modelId="{303EE882-CB3B-4393-955C-AFBA48623ACF}" type="presParOf" srcId="{FCCA6175-AB58-4D81-9EEF-6F7407CF7161}" destId="{0BFB8105-4697-4547-9449-F2D6976200F3}" srcOrd="2" destOrd="0" presId="urn:microsoft.com/office/officeart/2008/layout/HorizontalMultiLevelHierarchy"/>
    <dgm:cxn modelId="{8ABF81AD-6254-48FC-A53C-C8A79C2AEDD9}" type="presParOf" srcId="{0BFB8105-4697-4547-9449-F2D6976200F3}" destId="{0FF4104E-AE60-4D11-8A99-EF8A73225F34}" srcOrd="0" destOrd="0" presId="urn:microsoft.com/office/officeart/2008/layout/HorizontalMultiLevelHierarchy"/>
    <dgm:cxn modelId="{F6253F39-A24B-4B39-8821-FA899D6067B3}" type="presParOf" srcId="{FCCA6175-AB58-4D81-9EEF-6F7407CF7161}" destId="{4F1F72D7-F86A-44CA-8AA6-859FE0E5FD94}" srcOrd="3" destOrd="0" presId="urn:microsoft.com/office/officeart/2008/layout/HorizontalMultiLevelHierarchy"/>
    <dgm:cxn modelId="{14632EAC-C40C-4901-ACDB-C6C2FA6C06F7}" type="presParOf" srcId="{4F1F72D7-F86A-44CA-8AA6-859FE0E5FD94}" destId="{27B4AF17-3646-481D-A3F4-26A127527259}" srcOrd="0" destOrd="0" presId="urn:microsoft.com/office/officeart/2008/layout/HorizontalMultiLevelHierarchy"/>
    <dgm:cxn modelId="{87A9C08B-BDF5-4B09-BA3F-47CE8676FBDB}" type="presParOf" srcId="{4F1F72D7-F86A-44CA-8AA6-859FE0E5FD94}" destId="{8FB85D30-54AF-4DBB-839D-B9612212C25D}" srcOrd="1" destOrd="0" presId="urn:microsoft.com/office/officeart/2008/layout/HorizontalMultiLevelHierarchy"/>
    <dgm:cxn modelId="{45004833-49A2-4721-A918-EC82DB4CBECD}" type="presParOf" srcId="{FCCA6175-AB58-4D81-9EEF-6F7407CF7161}" destId="{22D0EEAC-F1C3-4BAD-B8D4-AFFC576382CC}" srcOrd="4" destOrd="0" presId="urn:microsoft.com/office/officeart/2008/layout/HorizontalMultiLevelHierarchy"/>
    <dgm:cxn modelId="{27D479C8-24B1-4446-846C-DC07DCE3DE7E}" type="presParOf" srcId="{22D0EEAC-F1C3-4BAD-B8D4-AFFC576382CC}" destId="{D7E8F901-BAA6-4D2C-8C3C-C991500CB493}" srcOrd="0" destOrd="0" presId="urn:microsoft.com/office/officeart/2008/layout/HorizontalMultiLevelHierarchy"/>
    <dgm:cxn modelId="{528FE5DD-63C8-4DFB-B96D-01ACB8800BBA}" type="presParOf" srcId="{FCCA6175-AB58-4D81-9EEF-6F7407CF7161}" destId="{A5377155-182C-41DB-A847-6D0A7A70F8C2}" srcOrd="5" destOrd="0" presId="urn:microsoft.com/office/officeart/2008/layout/HorizontalMultiLevelHierarchy"/>
    <dgm:cxn modelId="{242CE284-8B5C-4E5D-ACFA-C9CE2E4A3689}" type="presParOf" srcId="{A5377155-182C-41DB-A847-6D0A7A70F8C2}" destId="{0647BFC3-B5D7-4EAF-82AD-3EB8CC090092}" srcOrd="0" destOrd="0" presId="urn:microsoft.com/office/officeart/2008/layout/HorizontalMultiLevelHierarchy"/>
    <dgm:cxn modelId="{8BCEB075-AFAD-42FC-AFED-0E9AEBFE2F4A}" type="presParOf" srcId="{A5377155-182C-41DB-A847-6D0A7A70F8C2}" destId="{476CC316-13E2-4EF5-AE53-5F1A492C1435}" srcOrd="1" destOrd="0" presId="urn:microsoft.com/office/officeart/2008/layout/HorizontalMultiLevelHierarchy"/>
    <dgm:cxn modelId="{610B43EF-A4E7-466C-BBBC-CCE4E0B9E18E}" type="presParOf" srcId="{FCCA6175-AB58-4D81-9EEF-6F7407CF7161}" destId="{04620BEB-0EEC-4835-AA29-7DE825A6C113}" srcOrd="6" destOrd="0" presId="urn:microsoft.com/office/officeart/2008/layout/HorizontalMultiLevelHierarchy"/>
    <dgm:cxn modelId="{690EF0EB-7C82-40A7-AB23-8C38C3E5679E}" type="presParOf" srcId="{04620BEB-0EEC-4835-AA29-7DE825A6C113}" destId="{467D43A1-A466-4F0B-8178-6DB8BDC76B8C}" srcOrd="0" destOrd="0" presId="urn:microsoft.com/office/officeart/2008/layout/HorizontalMultiLevelHierarchy"/>
    <dgm:cxn modelId="{5B36D9B4-4039-41DF-8117-510629F8EC40}" type="presParOf" srcId="{FCCA6175-AB58-4D81-9EEF-6F7407CF7161}" destId="{27ADA6B8-28D4-4DC7-8CAE-84C3338FD0E3}" srcOrd="7" destOrd="0" presId="urn:microsoft.com/office/officeart/2008/layout/HorizontalMultiLevelHierarchy"/>
    <dgm:cxn modelId="{056A5636-F1B1-49E3-B22C-9AC1CE54C696}" type="presParOf" srcId="{27ADA6B8-28D4-4DC7-8CAE-84C3338FD0E3}" destId="{E8145716-6D58-4345-8073-80600F1C9F42}" srcOrd="0" destOrd="0" presId="urn:microsoft.com/office/officeart/2008/layout/HorizontalMultiLevelHierarchy"/>
    <dgm:cxn modelId="{0D98E752-E16A-454C-B461-5043276392A4}" type="presParOf" srcId="{27ADA6B8-28D4-4DC7-8CAE-84C3338FD0E3}" destId="{7FBFB347-9C8B-46DF-B940-6A4AB17487BE}" srcOrd="1" destOrd="0" presId="urn:microsoft.com/office/officeart/2008/layout/HorizontalMultiLevelHierarchy"/>
    <dgm:cxn modelId="{069F280D-E20B-43BE-B21D-88E6A983797F}" type="presParOf" srcId="{FCCA6175-AB58-4D81-9EEF-6F7407CF7161}" destId="{F226263A-149C-45EB-8D74-9D5F16BB2DF3}" srcOrd="8" destOrd="0" presId="urn:microsoft.com/office/officeart/2008/layout/HorizontalMultiLevelHierarchy"/>
    <dgm:cxn modelId="{186D33D0-0258-4C28-951C-BE36B147BD21}" type="presParOf" srcId="{F226263A-149C-45EB-8D74-9D5F16BB2DF3}" destId="{ED327FEE-4425-4C58-876D-54DE2191A0F8}" srcOrd="0" destOrd="0" presId="urn:microsoft.com/office/officeart/2008/layout/HorizontalMultiLevelHierarchy"/>
    <dgm:cxn modelId="{494C1E66-6ED1-4C62-A101-DC745B7B836B}" type="presParOf" srcId="{FCCA6175-AB58-4D81-9EEF-6F7407CF7161}" destId="{36AD5031-8C3A-4BD8-999D-33560AEE625A}" srcOrd="9" destOrd="0" presId="urn:microsoft.com/office/officeart/2008/layout/HorizontalMultiLevelHierarchy"/>
    <dgm:cxn modelId="{3C8A951B-C25B-4F62-9235-786B60682016}" type="presParOf" srcId="{36AD5031-8C3A-4BD8-999D-33560AEE625A}" destId="{A393CB0A-BEF7-4DB8-81E5-1154DE861CF6}" srcOrd="0" destOrd="0" presId="urn:microsoft.com/office/officeart/2008/layout/HorizontalMultiLevelHierarchy"/>
    <dgm:cxn modelId="{2A4C93D7-6D32-47C1-9125-E16375598C20}" type="presParOf" srcId="{36AD5031-8C3A-4BD8-999D-33560AEE625A}" destId="{D84EBA28-5704-43D6-A124-2721041E2C1B}" srcOrd="1" destOrd="0" presId="urn:microsoft.com/office/officeart/2008/layout/HorizontalMultiLevelHierarchy"/>
    <dgm:cxn modelId="{B141971F-28EA-4C70-887B-2A8E25D40B39}" type="presParOf" srcId="{15760790-9539-44A9-A52D-58AB584996E5}" destId="{F31F3F23-7C72-452A-ADC8-1CB2C7B14B46}" srcOrd="2" destOrd="0" presId="urn:microsoft.com/office/officeart/2008/layout/HorizontalMultiLevelHierarchy"/>
    <dgm:cxn modelId="{1C868DD1-8399-449C-A21F-6E4912151DD3}" type="presParOf" srcId="{F31F3F23-7C72-452A-ADC8-1CB2C7B14B46}" destId="{37CD627C-8293-4029-B114-AA7B7535644E}" srcOrd="0" destOrd="0" presId="urn:microsoft.com/office/officeart/2008/layout/HorizontalMultiLevelHierarchy"/>
    <dgm:cxn modelId="{F5626481-2EC2-4270-8316-576488FCB800}" type="presParOf" srcId="{15760790-9539-44A9-A52D-58AB584996E5}" destId="{81987734-CB8C-4533-9770-A4DA592EF4DF}" srcOrd="3" destOrd="0" presId="urn:microsoft.com/office/officeart/2008/layout/HorizontalMultiLevelHierarchy"/>
    <dgm:cxn modelId="{06A4A0AD-A4D1-4B3D-817D-AC44831356F5}" type="presParOf" srcId="{81987734-CB8C-4533-9770-A4DA592EF4DF}" destId="{8F7C36BE-E589-4461-8F16-778807C0B166}" srcOrd="0" destOrd="0" presId="urn:microsoft.com/office/officeart/2008/layout/HorizontalMultiLevelHierarchy"/>
    <dgm:cxn modelId="{B32645D7-4E0E-4BF8-8608-232B4D93B38E}" type="presParOf" srcId="{81987734-CB8C-4533-9770-A4DA592EF4DF}" destId="{3820E890-198B-4C85-958B-050818C8959F}" srcOrd="1" destOrd="0" presId="urn:microsoft.com/office/officeart/2008/layout/HorizontalMultiLevelHierarchy"/>
    <dgm:cxn modelId="{942DF914-5F40-4C68-B535-89AB91C3BCCD}" type="presParOf" srcId="{3820E890-198B-4C85-958B-050818C8959F}" destId="{F26F67FB-D19B-4991-9A66-98D479004DA6}" srcOrd="0" destOrd="0" presId="urn:microsoft.com/office/officeart/2008/layout/HorizontalMultiLevelHierarchy"/>
    <dgm:cxn modelId="{B259A3DD-DC98-4CAC-9E2D-113ACFB63FD2}" type="presParOf" srcId="{F26F67FB-D19B-4991-9A66-98D479004DA6}" destId="{E7CD85A1-EA1D-49AD-8929-888F2462A542}" srcOrd="0" destOrd="0" presId="urn:microsoft.com/office/officeart/2008/layout/HorizontalMultiLevelHierarchy"/>
    <dgm:cxn modelId="{0AFB70EC-1A1C-4DCF-BCB8-7417496996A4}" type="presParOf" srcId="{3820E890-198B-4C85-958B-050818C8959F}" destId="{4C552E5F-8629-4456-97CD-B903644602C8}" srcOrd="1" destOrd="0" presId="urn:microsoft.com/office/officeart/2008/layout/HorizontalMultiLevelHierarchy"/>
    <dgm:cxn modelId="{F8752528-1E4C-48BF-B89C-04EBD6CA17AB}" type="presParOf" srcId="{4C552E5F-8629-4456-97CD-B903644602C8}" destId="{B451BF21-E3E7-4DE8-AB73-A070BD52A292}" srcOrd="0" destOrd="0" presId="urn:microsoft.com/office/officeart/2008/layout/HorizontalMultiLevelHierarchy"/>
    <dgm:cxn modelId="{D6D8F975-B27F-4F6F-915F-3A173AE19620}" type="presParOf" srcId="{4C552E5F-8629-4456-97CD-B903644602C8}" destId="{8B06370F-A2E7-441D-8C0E-10BE11169D5F}" srcOrd="1" destOrd="0" presId="urn:microsoft.com/office/officeart/2008/layout/HorizontalMultiLevelHierarchy"/>
    <dgm:cxn modelId="{B695EF86-1BBD-4AC1-982A-313ADA288F95}" type="presParOf" srcId="{3820E890-198B-4C85-958B-050818C8959F}" destId="{80CCDF43-4A90-4DB9-90BB-F37BB6A6CE64}" srcOrd="2" destOrd="0" presId="urn:microsoft.com/office/officeart/2008/layout/HorizontalMultiLevelHierarchy"/>
    <dgm:cxn modelId="{94EC35B0-597C-49A6-85F1-A93DE24AFDC9}" type="presParOf" srcId="{80CCDF43-4A90-4DB9-90BB-F37BB6A6CE64}" destId="{87A0E548-ED5E-4FC4-A2E6-8E63C819DFB2}" srcOrd="0" destOrd="0" presId="urn:microsoft.com/office/officeart/2008/layout/HorizontalMultiLevelHierarchy"/>
    <dgm:cxn modelId="{9B097291-7238-48DB-BDB9-559F3D7130F4}" type="presParOf" srcId="{3820E890-198B-4C85-958B-050818C8959F}" destId="{CE97C4D3-826D-4755-A723-B0C4B967AF21}" srcOrd="3" destOrd="0" presId="urn:microsoft.com/office/officeart/2008/layout/HorizontalMultiLevelHierarchy"/>
    <dgm:cxn modelId="{5DD4B4BD-28D9-4403-9B3E-0F168D9B98B9}" type="presParOf" srcId="{CE97C4D3-826D-4755-A723-B0C4B967AF21}" destId="{DDA79D3F-A64C-4EED-8BE6-B172036968B7}" srcOrd="0" destOrd="0" presId="urn:microsoft.com/office/officeart/2008/layout/HorizontalMultiLevelHierarchy"/>
    <dgm:cxn modelId="{9EC3A830-40C1-44B7-BB56-C722B58A6BD6}" type="presParOf" srcId="{CE97C4D3-826D-4755-A723-B0C4B967AF21}" destId="{E7059D6D-9F5B-4313-A6C3-F890F15BCA70}" srcOrd="1" destOrd="0" presId="urn:microsoft.com/office/officeart/2008/layout/HorizontalMultiLevelHierarchy"/>
    <dgm:cxn modelId="{C315B8FD-8E8E-4585-A2B2-88833384E9EC}" type="presParOf" srcId="{3820E890-198B-4C85-958B-050818C8959F}" destId="{1727B044-8190-4C0C-A27D-97E6DA4EBBD8}" srcOrd="4" destOrd="0" presId="urn:microsoft.com/office/officeart/2008/layout/HorizontalMultiLevelHierarchy"/>
    <dgm:cxn modelId="{4253C04B-21EE-40BB-9E44-1A195D170BE8}" type="presParOf" srcId="{1727B044-8190-4C0C-A27D-97E6DA4EBBD8}" destId="{13757426-925E-45F2-A3A4-857C30C03B09}" srcOrd="0" destOrd="0" presId="urn:microsoft.com/office/officeart/2008/layout/HorizontalMultiLevelHierarchy"/>
    <dgm:cxn modelId="{D5E722B8-8D21-43A1-A617-471B76C6E6E5}" type="presParOf" srcId="{3820E890-198B-4C85-958B-050818C8959F}" destId="{86523948-3737-42B0-904B-C62DA396E976}" srcOrd="5" destOrd="0" presId="urn:microsoft.com/office/officeart/2008/layout/HorizontalMultiLevelHierarchy"/>
    <dgm:cxn modelId="{959FC8C3-9BFB-4699-94F5-E2A9EB1DDACB}" type="presParOf" srcId="{86523948-3737-42B0-904B-C62DA396E976}" destId="{953DE894-07BF-479E-983A-CE5469800A68}" srcOrd="0" destOrd="0" presId="urn:microsoft.com/office/officeart/2008/layout/HorizontalMultiLevelHierarchy"/>
    <dgm:cxn modelId="{A4C62489-A005-4A49-9080-23790078A73E}" type="presParOf" srcId="{86523948-3737-42B0-904B-C62DA396E976}" destId="{91DA5869-B56F-4F27-9B93-C1C93A1AEC35}" srcOrd="1" destOrd="0" presId="urn:microsoft.com/office/officeart/2008/layout/HorizontalMultiLevelHierarchy"/>
    <dgm:cxn modelId="{CA37044A-EFD2-47F3-AFE2-1800F3BD2276}" type="presParOf" srcId="{15760790-9539-44A9-A52D-58AB584996E5}" destId="{E43A60A7-9DDF-42B2-A812-4D4F0F75076B}" srcOrd="4" destOrd="0" presId="urn:microsoft.com/office/officeart/2008/layout/HorizontalMultiLevelHierarchy"/>
    <dgm:cxn modelId="{09D77564-476D-4611-81C5-EE56D97DB722}" type="presParOf" srcId="{E43A60A7-9DDF-42B2-A812-4D4F0F75076B}" destId="{CE810C7E-C3EF-4168-95BF-2980E8095076}" srcOrd="0" destOrd="0" presId="urn:microsoft.com/office/officeart/2008/layout/HorizontalMultiLevelHierarchy"/>
    <dgm:cxn modelId="{622B42E3-4354-4E0F-884E-C4478CEEE946}" type="presParOf" srcId="{15760790-9539-44A9-A52D-58AB584996E5}" destId="{2FDCB53E-1839-42F6-B7BD-BFFEEA57B5F0}" srcOrd="5" destOrd="0" presId="urn:microsoft.com/office/officeart/2008/layout/HorizontalMultiLevelHierarchy"/>
    <dgm:cxn modelId="{AEFED635-5A29-481D-9057-809158E30C6F}" type="presParOf" srcId="{2FDCB53E-1839-42F6-B7BD-BFFEEA57B5F0}" destId="{32ACC1F6-D5B9-4CEA-991A-2E04658BD206}" srcOrd="0" destOrd="0" presId="urn:microsoft.com/office/officeart/2008/layout/HorizontalMultiLevelHierarchy"/>
    <dgm:cxn modelId="{4F6A9847-A4E7-49C0-837C-E82739504073}" type="presParOf" srcId="{2FDCB53E-1839-42F6-B7BD-BFFEEA57B5F0}" destId="{B74E96B9-7929-453A-8253-F93A52E48265}" srcOrd="1" destOrd="0" presId="urn:microsoft.com/office/officeart/2008/layout/HorizontalMultiLevelHierarchy"/>
    <dgm:cxn modelId="{194F0D6D-C73C-409A-B2DC-F5E149106044}" type="presParOf" srcId="{B74E96B9-7929-453A-8253-F93A52E48265}" destId="{A77A702B-712F-4ECF-ABF5-D128154D2C84}" srcOrd="0" destOrd="0" presId="urn:microsoft.com/office/officeart/2008/layout/HorizontalMultiLevelHierarchy"/>
    <dgm:cxn modelId="{1E9E9E31-1321-4F7A-AABE-301245B34876}" type="presParOf" srcId="{A77A702B-712F-4ECF-ABF5-D128154D2C84}" destId="{8E837C51-8492-4622-B33F-F9A94A9D0EF1}" srcOrd="0" destOrd="0" presId="urn:microsoft.com/office/officeart/2008/layout/HorizontalMultiLevelHierarchy"/>
    <dgm:cxn modelId="{158274DA-138F-4819-AAA3-C65B46A2E70D}" type="presParOf" srcId="{B74E96B9-7929-453A-8253-F93A52E48265}" destId="{5115C6DC-7E2D-4766-B285-4D1F848A8387}" srcOrd="1" destOrd="0" presId="urn:microsoft.com/office/officeart/2008/layout/HorizontalMultiLevelHierarchy"/>
    <dgm:cxn modelId="{8988335E-E0FF-4C40-99E8-A864005A7EFF}" type="presParOf" srcId="{5115C6DC-7E2D-4766-B285-4D1F848A8387}" destId="{CFCF47A2-F139-4B47-977C-1611FBA1DAB3}" srcOrd="0" destOrd="0" presId="urn:microsoft.com/office/officeart/2008/layout/HorizontalMultiLevelHierarchy"/>
    <dgm:cxn modelId="{0DAB9AB9-2839-4BA3-A6A8-2AFA02B170A7}" type="presParOf" srcId="{5115C6DC-7E2D-4766-B285-4D1F848A8387}" destId="{A8FECCA8-240A-4CF5-A5B6-F41A121490CC}" srcOrd="1" destOrd="0" presId="urn:microsoft.com/office/officeart/2008/layout/HorizontalMultiLevelHierarchy"/>
    <dgm:cxn modelId="{53DA37A1-709B-432D-87DF-07E6333070E6}" type="presParOf" srcId="{B74E96B9-7929-453A-8253-F93A52E48265}" destId="{051C7EE5-64C2-4B32-9CB4-6E697A8B079C}" srcOrd="2" destOrd="0" presId="urn:microsoft.com/office/officeart/2008/layout/HorizontalMultiLevelHierarchy"/>
    <dgm:cxn modelId="{C6D8A385-28C5-4385-97E3-640BF7D9807B}" type="presParOf" srcId="{051C7EE5-64C2-4B32-9CB4-6E697A8B079C}" destId="{BC550C4A-0520-4519-87CB-647D5B9D3481}" srcOrd="0" destOrd="0" presId="urn:microsoft.com/office/officeart/2008/layout/HorizontalMultiLevelHierarchy"/>
    <dgm:cxn modelId="{9135CC67-2869-4268-BC08-433D6BF3A15B}" type="presParOf" srcId="{B74E96B9-7929-453A-8253-F93A52E48265}" destId="{75DEBD15-D3B4-4ABE-B17A-25C3764140F0}" srcOrd="3" destOrd="0" presId="urn:microsoft.com/office/officeart/2008/layout/HorizontalMultiLevelHierarchy"/>
    <dgm:cxn modelId="{A3306479-30FE-4267-B521-4E0E016BD6DA}" type="presParOf" srcId="{75DEBD15-D3B4-4ABE-B17A-25C3764140F0}" destId="{8B6A1FEE-6309-4F91-8601-1AC9179B566D}" srcOrd="0" destOrd="0" presId="urn:microsoft.com/office/officeart/2008/layout/HorizontalMultiLevelHierarchy"/>
    <dgm:cxn modelId="{86BA57A2-0CFE-4B69-90A5-0F0454F440EF}" type="presParOf" srcId="{75DEBD15-D3B4-4ABE-B17A-25C3764140F0}" destId="{4005D192-E8A0-4C74-BEA9-536ED8C0B21F}" srcOrd="1" destOrd="0" presId="urn:microsoft.com/office/officeart/2008/layout/HorizontalMultiLevelHierarchy"/>
    <dgm:cxn modelId="{C59D0D70-AE16-474F-9669-3FE92CF9DA0F}" type="presParOf" srcId="{15760790-9539-44A9-A52D-58AB584996E5}" destId="{FA624BE1-9ACC-4E7D-9F6D-BDD9E6D78BF6}" srcOrd="6" destOrd="0" presId="urn:microsoft.com/office/officeart/2008/layout/HorizontalMultiLevelHierarchy"/>
    <dgm:cxn modelId="{F68CD11F-17A6-4F0B-81A0-C148B1516F04}" type="presParOf" srcId="{FA624BE1-9ACC-4E7D-9F6D-BDD9E6D78BF6}" destId="{B1DAB71E-6E0D-4893-9248-FF2AC3D62576}" srcOrd="0" destOrd="0" presId="urn:microsoft.com/office/officeart/2008/layout/HorizontalMultiLevelHierarchy"/>
    <dgm:cxn modelId="{0BAECC2D-E32F-401D-ABDD-7DF0A1C102F3}" type="presParOf" srcId="{15760790-9539-44A9-A52D-58AB584996E5}" destId="{39B18842-E86C-4A21-9358-DDBD88C9AE12}" srcOrd="7" destOrd="0" presId="urn:microsoft.com/office/officeart/2008/layout/HorizontalMultiLevelHierarchy"/>
    <dgm:cxn modelId="{8CD01ED6-D520-42A1-8919-37554B30D939}" type="presParOf" srcId="{39B18842-E86C-4A21-9358-DDBD88C9AE12}" destId="{BEDCAB73-F473-4593-A1D1-34DA9B04C965}" srcOrd="0" destOrd="0" presId="urn:microsoft.com/office/officeart/2008/layout/HorizontalMultiLevelHierarchy"/>
    <dgm:cxn modelId="{407E8C42-48BA-4B17-A46D-E455A11A43DE}" type="presParOf" srcId="{39B18842-E86C-4A21-9358-DDBD88C9AE12}" destId="{EC061381-D743-43E7-A907-6CB83D1DEB83}" srcOrd="1" destOrd="0" presId="urn:microsoft.com/office/officeart/2008/layout/HorizontalMultiLevelHierarchy"/>
    <dgm:cxn modelId="{04BF623F-64DD-4837-ADCC-4CEBA351D15B}" type="presParOf" srcId="{EC061381-D743-43E7-A907-6CB83D1DEB83}" destId="{35D85E89-8219-4EAD-B131-FFB670BDF21E}" srcOrd="0" destOrd="0" presId="urn:microsoft.com/office/officeart/2008/layout/HorizontalMultiLevelHierarchy"/>
    <dgm:cxn modelId="{9CDA1F1A-389F-40E2-B1F2-BB66E9B6DB39}" type="presParOf" srcId="{35D85E89-8219-4EAD-B131-FFB670BDF21E}" destId="{D6E620D2-D3BC-436E-AE97-2C6EFEAF5E1D}" srcOrd="0" destOrd="0" presId="urn:microsoft.com/office/officeart/2008/layout/HorizontalMultiLevelHierarchy"/>
    <dgm:cxn modelId="{24640B5E-42D9-4352-89C8-7D7F57D33190}" type="presParOf" srcId="{EC061381-D743-43E7-A907-6CB83D1DEB83}" destId="{DD932453-77D2-4F1D-8BAC-83FF7117FDFB}" srcOrd="1" destOrd="0" presId="urn:microsoft.com/office/officeart/2008/layout/HorizontalMultiLevelHierarchy"/>
    <dgm:cxn modelId="{BA1A6772-1E7D-424C-85BB-584273315A26}" type="presParOf" srcId="{DD932453-77D2-4F1D-8BAC-83FF7117FDFB}" destId="{B933AC5F-4C04-4E26-B56E-83A35B7B75A0}" srcOrd="0" destOrd="0" presId="urn:microsoft.com/office/officeart/2008/layout/HorizontalMultiLevelHierarchy"/>
    <dgm:cxn modelId="{B6F9CB4D-8B35-4077-AF2D-88E691797CC7}" type="presParOf" srcId="{DD932453-77D2-4F1D-8BAC-83FF7117FDFB}" destId="{B48A1382-39CB-4CB5-8C31-E2F289ECD9DD}" srcOrd="1" destOrd="0" presId="urn:microsoft.com/office/officeart/2008/layout/HorizontalMultiLevelHierarchy"/>
    <dgm:cxn modelId="{68AA23B5-2468-425B-A13E-23E1384F648D}" type="presParOf" srcId="{EC061381-D743-43E7-A907-6CB83D1DEB83}" destId="{D039A37C-16E1-46DE-83F2-FE1AFA19E6B5}" srcOrd="2" destOrd="0" presId="urn:microsoft.com/office/officeart/2008/layout/HorizontalMultiLevelHierarchy"/>
    <dgm:cxn modelId="{6BA68B87-04A1-45AC-BD14-AD189261938F}" type="presParOf" srcId="{D039A37C-16E1-46DE-83F2-FE1AFA19E6B5}" destId="{FD0A644D-9AE4-4AD3-9D44-01D9B0D1AEF9}" srcOrd="0" destOrd="0" presId="urn:microsoft.com/office/officeart/2008/layout/HorizontalMultiLevelHierarchy"/>
    <dgm:cxn modelId="{13179016-30D6-4C37-BAF8-7B4F7F3279CC}" type="presParOf" srcId="{EC061381-D743-43E7-A907-6CB83D1DEB83}" destId="{7628759A-0DAD-434A-9BAA-5996934D1C13}" srcOrd="3" destOrd="0" presId="urn:microsoft.com/office/officeart/2008/layout/HorizontalMultiLevelHierarchy"/>
    <dgm:cxn modelId="{BF4EBC9D-40A0-494C-BA8D-2F8F2A55B526}" type="presParOf" srcId="{7628759A-0DAD-434A-9BAA-5996934D1C13}" destId="{C96BA59C-3D83-4DC3-B99D-FEFB4E6D77F1}" srcOrd="0" destOrd="0" presId="urn:microsoft.com/office/officeart/2008/layout/HorizontalMultiLevelHierarchy"/>
    <dgm:cxn modelId="{FF141507-BE3F-43A0-9CB9-024D546F8A09}" type="presParOf" srcId="{7628759A-0DAD-434A-9BAA-5996934D1C13}" destId="{20E64F1D-B60B-4A91-81D4-735CC5B3AF86}" srcOrd="1" destOrd="0" presId="urn:microsoft.com/office/officeart/2008/layout/HorizontalMultiLevelHierarchy"/>
    <dgm:cxn modelId="{5661DC44-360D-497B-ADDB-146AF82BF483}" type="presParOf" srcId="{EC061381-D743-43E7-A907-6CB83D1DEB83}" destId="{6A1F7B97-5B80-483A-A0C1-E0085B4BB7F9}" srcOrd="4" destOrd="0" presId="urn:microsoft.com/office/officeart/2008/layout/HorizontalMultiLevelHierarchy"/>
    <dgm:cxn modelId="{C3F5CA37-2FC9-497A-BCBE-E2227C306F64}" type="presParOf" srcId="{6A1F7B97-5B80-483A-A0C1-E0085B4BB7F9}" destId="{FE96766D-0860-4D60-82D6-404DDCCC36A1}" srcOrd="0" destOrd="0" presId="urn:microsoft.com/office/officeart/2008/layout/HorizontalMultiLevelHierarchy"/>
    <dgm:cxn modelId="{50354B51-AA9C-4810-AC1A-95D075D9BF3E}" type="presParOf" srcId="{EC061381-D743-43E7-A907-6CB83D1DEB83}" destId="{24669121-45D7-4645-AD60-D92D776EB829}" srcOrd="5" destOrd="0" presId="urn:microsoft.com/office/officeart/2008/layout/HorizontalMultiLevelHierarchy"/>
    <dgm:cxn modelId="{39C0802D-6E84-4615-8225-74374E5AF6D6}" type="presParOf" srcId="{24669121-45D7-4645-AD60-D92D776EB829}" destId="{73E2F408-D084-4DE5-AFF5-72C7E2B981C0}" srcOrd="0" destOrd="0" presId="urn:microsoft.com/office/officeart/2008/layout/HorizontalMultiLevelHierarchy"/>
    <dgm:cxn modelId="{1EA19598-E487-422A-9036-8B7CEA7BB6E4}" type="presParOf" srcId="{24669121-45D7-4645-AD60-D92D776EB829}" destId="{CCB0D4D3-F9E9-4375-8C70-A1F5C21AB415}" srcOrd="1" destOrd="0" presId="urn:microsoft.com/office/officeart/2008/layout/HorizontalMultiLevelHierarchy"/>
    <dgm:cxn modelId="{1B8E84F8-E234-46C9-B9B9-9C5B43CED6C2}" type="presParOf" srcId="{EC061381-D743-43E7-A907-6CB83D1DEB83}" destId="{5E6DA394-939F-4A95-8F6F-3209A3895CB8}" srcOrd="6" destOrd="0" presId="urn:microsoft.com/office/officeart/2008/layout/HorizontalMultiLevelHierarchy"/>
    <dgm:cxn modelId="{77AB31D1-6DAF-4A2D-BA50-7AEE46BA9FA9}" type="presParOf" srcId="{5E6DA394-939F-4A95-8F6F-3209A3895CB8}" destId="{03784CEB-724F-450D-AE6D-EBA3A5A10CF8}" srcOrd="0" destOrd="0" presId="urn:microsoft.com/office/officeart/2008/layout/HorizontalMultiLevelHierarchy"/>
    <dgm:cxn modelId="{49107381-39EF-4DA1-8215-841E427B465A}" type="presParOf" srcId="{EC061381-D743-43E7-A907-6CB83D1DEB83}" destId="{782BC274-BE1B-4775-9EB8-CC3AC883E186}" srcOrd="7" destOrd="0" presId="urn:microsoft.com/office/officeart/2008/layout/HorizontalMultiLevelHierarchy"/>
    <dgm:cxn modelId="{40273234-2C64-479B-B2EB-43681351CCB3}" type="presParOf" srcId="{782BC274-BE1B-4775-9EB8-CC3AC883E186}" destId="{60E800C2-3ACD-4894-B2D1-02C51C896C2D}" srcOrd="0" destOrd="0" presId="urn:microsoft.com/office/officeart/2008/layout/HorizontalMultiLevelHierarchy"/>
    <dgm:cxn modelId="{7B4B1594-C9A8-4A26-8767-8ACE91AF1098}" type="presParOf" srcId="{782BC274-BE1B-4775-9EB8-CC3AC883E186}" destId="{11CF5C61-43BE-43D6-9928-B1766E286DF7}" srcOrd="1" destOrd="0" presId="urn:microsoft.com/office/officeart/2008/layout/HorizontalMultiLevelHierarchy"/>
    <dgm:cxn modelId="{0D2DB757-B52B-4AA2-B5A3-D9F9F0AFE278}" type="presParOf" srcId="{EC061381-D743-43E7-A907-6CB83D1DEB83}" destId="{E7448DA2-ABEA-4A21-9757-53D581D7F3FD}" srcOrd="8" destOrd="0" presId="urn:microsoft.com/office/officeart/2008/layout/HorizontalMultiLevelHierarchy"/>
    <dgm:cxn modelId="{77EA767D-1D73-4319-9EA2-4A38D1D1BD1C}" type="presParOf" srcId="{E7448DA2-ABEA-4A21-9757-53D581D7F3FD}" destId="{E3D0D3B2-09CA-4905-A15A-B5077E79086E}" srcOrd="0" destOrd="0" presId="urn:microsoft.com/office/officeart/2008/layout/HorizontalMultiLevelHierarchy"/>
    <dgm:cxn modelId="{7E7E8A84-CD57-428A-8874-1A06AF072524}" type="presParOf" srcId="{EC061381-D743-43E7-A907-6CB83D1DEB83}" destId="{1A5AA4F0-CBA6-4DC1-BA95-294FA49D68E6}" srcOrd="9" destOrd="0" presId="urn:microsoft.com/office/officeart/2008/layout/HorizontalMultiLevelHierarchy"/>
    <dgm:cxn modelId="{42849FCD-8FB5-41B6-B82C-D5A6A2600B10}" type="presParOf" srcId="{1A5AA4F0-CBA6-4DC1-BA95-294FA49D68E6}" destId="{F79FB1EC-FF45-40C7-BCB6-021087AEF7A4}" srcOrd="0" destOrd="0" presId="urn:microsoft.com/office/officeart/2008/layout/HorizontalMultiLevelHierarchy"/>
    <dgm:cxn modelId="{9419C0AF-FBC5-4F9B-AA70-6F6F4ED5EF1F}" type="presParOf" srcId="{1A5AA4F0-CBA6-4DC1-BA95-294FA49D68E6}" destId="{D8836E39-B4A4-4487-81A7-7BAB37E5BE9D}" srcOrd="1" destOrd="0" presId="urn:microsoft.com/office/officeart/2008/layout/HorizontalMultiLevelHierarchy"/>
    <dgm:cxn modelId="{90D8E079-E1D0-4328-A063-3A7B318C5876}" type="presParOf" srcId="{15760790-9539-44A9-A52D-58AB584996E5}" destId="{606C6F1E-498E-4DDB-A186-9DA9B6E34A4F}" srcOrd="8" destOrd="0" presId="urn:microsoft.com/office/officeart/2008/layout/HorizontalMultiLevelHierarchy"/>
    <dgm:cxn modelId="{3153A259-60B9-47FA-89B3-F1AC8F1429C3}" type="presParOf" srcId="{606C6F1E-498E-4DDB-A186-9DA9B6E34A4F}" destId="{B9FDD0DE-38DF-4097-A839-7CA529B0134A}" srcOrd="0" destOrd="0" presId="urn:microsoft.com/office/officeart/2008/layout/HorizontalMultiLevelHierarchy"/>
    <dgm:cxn modelId="{E9981C07-DCC2-4F5F-857D-BABE3B8B788E}" type="presParOf" srcId="{15760790-9539-44A9-A52D-58AB584996E5}" destId="{A8D97131-C10E-4466-8300-288BC14793DB}" srcOrd="9" destOrd="0" presId="urn:microsoft.com/office/officeart/2008/layout/HorizontalMultiLevelHierarchy"/>
    <dgm:cxn modelId="{EAC73625-64A5-482C-8E4D-26B62CBA0595}" type="presParOf" srcId="{A8D97131-C10E-4466-8300-288BC14793DB}" destId="{2B29F018-F637-4258-A9C2-9FD5539BC75D}" srcOrd="0" destOrd="0" presId="urn:microsoft.com/office/officeart/2008/layout/HorizontalMultiLevelHierarchy"/>
    <dgm:cxn modelId="{FE825A2B-10CC-4193-8C11-018D6BF789F5}" type="presParOf" srcId="{A8D97131-C10E-4466-8300-288BC14793DB}" destId="{3B7213A4-4365-42A4-9122-AFC227A98DB7}" srcOrd="1" destOrd="0" presId="urn:microsoft.com/office/officeart/2008/layout/HorizontalMultiLevelHierarchy"/>
    <dgm:cxn modelId="{D56D32DB-D366-43C8-BF2E-E00E2BC4425C}" type="presParOf" srcId="{3B7213A4-4365-42A4-9122-AFC227A98DB7}" destId="{48B72B3E-C983-4274-B2B2-70D16748E2BB}" srcOrd="0" destOrd="0" presId="urn:microsoft.com/office/officeart/2008/layout/HorizontalMultiLevelHierarchy"/>
    <dgm:cxn modelId="{A50F25B3-140C-4D82-A56E-89209343B832}" type="presParOf" srcId="{48B72B3E-C983-4274-B2B2-70D16748E2BB}" destId="{81224C5B-9665-4FC8-9EFA-FD6288EDEDB5}" srcOrd="0" destOrd="0" presId="urn:microsoft.com/office/officeart/2008/layout/HorizontalMultiLevelHierarchy"/>
    <dgm:cxn modelId="{FA960313-E359-4A5F-886A-7E274CA09315}" type="presParOf" srcId="{3B7213A4-4365-42A4-9122-AFC227A98DB7}" destId="{FDA53FD6-70AF-4B23-BE89-AFBE2A9E107D}" srcOrd="1" destOrd="0" presId="urn:microsoft.com/office/officeart/2008/layout/HorizontalMultiLevelHierarchy"/>
    <dgm:cxn modelId="{D0D379AE-DC1F-4D53-9687-8D720F4206FA}" type="presParOf" srcId="{FDA53FD6-70AF-4B23-BE89-AFBE2A9E107D}" destId="{C0937D04-21A0-43F6-85AC-6D62800094D9}" srcOrd="0" destOrd="0" presId="urn:microsoft.com/office/officeart/2008/layout/HorizontalMultiLevelHierarchy"/>
    <dgm:cxn modelId="{DD5E2191-989A-498F-8E69-FD1FBAC531BB}" type="presParOf" srcId="{FDA53FD6-70AF-4B23-BE89-AFBE2A9E107D}" destId="{02709203-B40D-4D7B-ADE7-8E2697C0EBAF}" srcOrd="1" destOrd="0" presId="urn:microsoft.com/office/officeart/2008/layout/HorizontalMultiLevelHierarchy"/>
    <dgm:cxn modelId="{FA599EB5-ED5A-4781-9BFF-A908565F331F}" type="presParOf" srcId="{3B7213A4-4365-42A4-9122-AFC227A98DB7}" destId="{31955690-7179-40C4-9E8A-5D70DFC377E7}" srcOrd="2" destOrd="0" presId="urn:microsoft.com/office/officeart/2008/layout/HorizontalMultiLevelHierarchy"/>
    <dgm:cxn modelId="{BFA5DA2A-03BA-4592-AD2D-4C90AF17EC27}" type="presParOf" srcId="{31955690-7179-40C4-9E8A-5D70DFC377E7}" destId="{8743B348-BD29-45B2-B1D1-8C789BE77813}" srcOrd="0" destOrd="0" presId="urn:microsoft.com/office/officeart/2008/layout/HorizontalMultiLevelHierarchy"/>
    <dgm:cxn modelId="{B8E19270-A064-4D1B-8275-143A7F95A9E4}" type="presParOf" srcId="{3B7213A4-4365-42A4-9122-AFC227A98DB7}" destId="{8056C56B-24EF-4185-9275-0569200A728F}" srcOrd="3" destOrd="0" presId="urn:microsoft.com/office/officeart/2008/layout/HorizontalMultiLevelHierarchy"/>
    <dgm:cxn modelId="{C5499F58-7A97-48D0-BB76-C1CB2AE23787}" type="presParOf" srcId="{8056C56B-24EF-4185-9275-0569200A728F}" destId="{88E111A6-EFA1-4544-AFA8-6F1120FCE148}" srcOrd="0" destOrd="0" presId="urn:microsoft.com/office/officeart/2008/layout/HorizontalMultiLevelHierarchy"/>
    <dgm:cxn modelId="{7ABAD1F5-0ECC-4DA3-A028-58C2DF17F4A2}" type="presParOf" srcId="{8056C56B-24EF-4185-9275-0569200A728F}" destId="{00FB6E01-EABA-4DC0-BA31-3D5276C65B3B}" srcOrd="1" destOrd="0" presId="urn:microsoft.com/office/officeart/2008/layout/HorizontalMultiLevelHierarchy"/>
    <dgm:cxn modelId="{6E5B82DA-7892-4FD9-AEBB-9E06DCC7442C}" type="presParOf" srcId="{3B7213A4-4365-42A4-9122-AFC227A98DB7}" destId="{4BC74C6A-A727-4FD8-8A8B-C55AF6E4ED33}" srcOrd="4" destOrd="0" presId="urn:microsoft.com/office/officeart/2008/layout/HorizontalMultiLevelHierarchy"/>
    <dgm:cxn modelId="{2CEC813B-22FE-4204-AC8D-032157858158}" type="presParOf" srcId="{4BC74C6A-A727-4FD8-8A8B-C55AF6E4ED33}" destId="{597564EC-E121-4C4E-B452-BC74BFF5A043}" srcOrd="0" destOrd="0" presId="urn:microsoft.com/office/officeart/2008/layout/HorizontalMultiLevelHierarchy"/>
    <dgm:cxn modelId="{EC839A88-D4D1-4742-BCCD-B51BBB5937EA}" type="presParOf" srcId="{3B7213A4-4365-42A4-9122-AFC227A98DB7}" destId="{99B3741D-06AC-448D-820F-32049ACC5E96}" srcOrd="5" destOrd="0" presId="urn:microsoft.com/office/officeart/2008/layout/HorizontalMultiLevelHierarchy"/>
    <dgm:cxn modelId="{2D794F0D-AAE9-4D50-8966-8EDACFD0E647}" type="presParOf" srcId="{99B3741D-06AC-448D-820F-32049ACC5E96}" destId="{B3A16A8D-BDEA-44E5-A062-78715E4B15B6}" srcOrd="0" destOrd="0" presId="urn:microsoft.com/office/officeart/2008/layout/HorizontalMultiLevelHierarchy"/>
    <dgm:cxn modelId="{888330B9-7FA9-4A52-95A8-42AFC9F93D5F}" type="presParOf" srcId="{99B3741D-06AC-448D-820F-32049ACC5E96}" destId="{C1A2CB94-7383-45D5-878E-4DF19BF33A3A}" srcOrd="1" destOrd="0" presId="urn:microsoft.com/office/officeart/2008/layout/HorizontalMultiLevelHierarchy"/>
    <dgm:cxn modelId="{F8C5290A-9DA7-4092-8BD4-B3B208B48E0B}" type="presParOf" srcId="{3B7213A4-4365-42A4-9122-AFC227A98DB7}" destId="{64F2D9ED-EB2C-4E20-890A-87B6433763BD}" srcOrd="6" destOrd="0" presId="urn:microsoft.com/office/officeart/2008/layout/HorizontalMultiLevelHierarchy"/>
    <dgm:cxn modelId="{FD119360-1D35-4DA8-820D-99ABA6FABFA2}" type="presParOf" srcId="{64F2D9ED-EB2C-4E20-890A-87B6433763BD}" destId="{F1F41947-56D6-4C31-BC5C-EA88A158B7D9}" srcOrd="0" destOrd="0" presId="urn:microsoft.com/office/officeart/2008/layout/HorizontalMultiLevelHierarchy"/>
    <dgm:cxn modelId="{25547B89-0262-44C3-95C5-9F605918E7B0}" type="presParOf" srcId="{3B7213A4-4365-42A4-9122-AFC227A98DB7}" destId="{2316CC16-F9B5-4BB3-876F-D05B745B546A}" srcOrd="7" destOrd="0" presId="urn:microsoft.com/office/officeart/2008/layout/HorizontalMultiLevelHierarchy"/>
    <dgm:cxn modelId="{8BB434C9-3A91-48C6-BD7A-5A442CC29698}" type="presParOf" srcId="{2316CC16-F9B5-4BB3-876F-D05B745B546A}" destId="{3A573B39-4F88-4D8B-A12B-B314D5D8B0ED}" srcOrd="0" destOrd="0" presId="urn:microsoft.com/office/officeart/2008/layout/HorizontalMultiLevelHierarchy"/>
    <dgm:cxn modelId="{D5C27C09-F034-4AA4-9CFA-2FFAE300EAA5}" type="presParOf" srcId="{2316CC16-F9B5-4BB3-876F-D05B745B546A}" destId="{0C536D60-2CE3-4C5A-A031-704DBD62AE8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Uso</a:t>
          </a:r>
          <a:endParaRPr lang="es-EC" dirty="0">
            <a:solidFill>
              <a:schemeClr val="bg1"/>
            </a:solidFill>
          </a:endParaRP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Seguros V / Asistencia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07CF0387-B6A7-46F6-8D80-6515DE1A07FD}">
      <dgm:prSet phldrT="[Texto]" phldr="0"/>
      <dgm:spPr>
        <a:gradFill rotWithShape="0">
          <a:gsLst>
            <a:gs pos="96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EC" dirty="0">
              <a:solidFill>
                <a:schemeClr val="bg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ED807E35-B5D3-4BCB-9B29-5888EC2127F1}">
      <dgm:prSet phldrT="[Texto]" phldr="0"/>
      <dgm:spPr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EC" dirty="0">
              <a:solidFill>
                <a:schemeClr val="bg1"/>
              </a:solidFill>
            </a:rPr>
            <a:t>Crédito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43C2C9CE-FB6B-4922-B62F-24129D0D74FE}">
      <dgm:prSet phldrT="[Texto]" phldr="0"/>
      <dgm:spPr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EC" dirty="0">
              <a:solidFill>
                <a:schemeClr val="bg1"/>
              </a:solidFill>
            </a:rPr>
            <a:t>Póliza</a:t>
          </a:r>
        </a:p>
      </dgm:t>
    </dgm:pt>
    <dgm:pt modelId="{062E7DA8-0F4D-4255-95A1-57CEFA146D1D}" type="par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182848E-C2F4-4CEA-ACAA-6EAAFCE1EE4B}" type="sib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B2DB83ED-41AF-4BCB-925B-2B612D563F67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Ahorro Meta</a:t>
          </a:r>
        </a:p>
      </dgm:t>
    </dgm:pt>
    <dgm:pt modelId="{D61E1BDC-FFB4-4FDA-9F8F-A2D38A22FC13}" type="par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5BE9560-3EDF-4CB5-9220-16F25EFEC07F}" type="sib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3A13E15-030F-42B2-A010-CCBD43D5DA6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Banca Virtual / Banca Virtual Empresa</a:t>
          </a:r>
        </a:p>
      </dgm:t>
    </dgm:pt>
    <dgm:pt modelId="{1BFF9B2F-01F0-4194-8B16-72C7004F37AD}" type="par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9858371F-9E0A-4784-A4B7-F1D338663087}" type="sibTrans" cxnId="{58F0F8C2-D226-42E1-9AA8-217CF130F388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DE09034-1577-4615-AE7A-187B4C369A9A}">
      <dgm:prSet phldrT="[Texto]" phldr="0"/>
      <dgm:spPr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s-EC" dirty="0">
              <a:solidFill>
                <a:schemeClr val="bg1"/>
              </a:solidFill>
            </a:rPr>
            <a:t>Hipotecario</a:t>
          </a:r>
        </a:p>
      </dgm:t>
    </dgm:pt>
    <dgm:pt modelId="{950148CB-A4C6-463D-AF37-AF261141D0EB}" type="par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F13E3D2-1026-4758-91E6-17B3CBDCA8B8}" type="sib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CC30B53-80CF-495C-9E37-AE840D0A54E9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1 deposito + 1 transferencia (</a:t>
          </a:r>
          <a:r>
            <a:rPr lang="es-EC" baseline="0" dirty="0" err="1">
              <a:solidFill>
                <a:srgbClr val="150F41"/>
              </a:solidFill>
            </a:rPr>
            <a:t>últ</a:t>
          </a:r>
          <a:r>
            <a:rPr lang="es-EC" baseline="0" dirty="0">
              <a:solidFill>
                <a:srgbClr val="150F41"/>
              </a:solidFill>
            </a:rPr>
            <a:t> mes)</a:t>
          </a:r>
        </a:p>
      </dgm:t>
    </dgm:pt>
    <dgm:pt modelId="{2194B898-C327-4D4E-88DA-2F67F1A8A247}" type="parTrans" cxnId="{B18DEC67-0299-4388-98EF-CC615B86A57B}">
      <dgm:prSet/>
      <dgm:spPr/>
      <dgm:t>
        <a:bodyPr/>
        <a:lstStyle/>
        <a:p>
          <a:endParaRPr lang="es-EC"/>
        </a:p>
      </dgm:t>
    </dgm:pt>
    <dgm:pt modelId="{E6CB6BCC-2022-4E26-8590-C6A9B6610F55}" type="sibTrans" cxnId="{B18DEC67-0299-4388-98EF-CC615B86A57B}">
      <dgm:prSet/>
      <dgm:spPr/>
      <dgm:t>
        <a:bodyPr/>
        <a:lstStyle/>
        <a:p>
          <a:endParaRPr lang="es-EC"/>
        </a:p>
      </dgm:t>
    </dgm:pt>
    <dgm:pt modelId="{6583610E-1A7C-4E10-B2E8-E0C19D00B9A0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consumo recurrente – consumo (</a:t>
          </a:r>
          <a:r>
            <a:rPr lang="es-EC" baseline="0" dirty="0" err="1">
              <a:solidFill>
                <a:srgbClr val="150F41"/>
              </a:solidFill>
            </a:rPr>
            <a:t>últ</a:t>
          </a:r>
          <a:r>
            <a:rPr lang="es-EC" baseline="0" dirty="0">
              <a:solidFill>
                <a:srgbClr val="150F41"/>
              </a:solidFill>
            </a:rPr>
            <a:t> mes)</a:t>
          </a:r>
        </a:p>
      </dgm:t>
    </dgm:pt>
    <dgm:pt modelId="{B7683DED-10F4-4090-8D51-0CEAF7134D98}" type="parTrans" cxnId="{11812D2D-B1B3-45D5-A90D-17B62C27706E}">
      <dgm:prSet/>
      <dgm:spPr/>
      <dgm:t>
        <a:bodyPr/>
        <a:lstStyle/>
        <a:p>
          <a:endParaRPr lang="es-EC"/>
        </a:p>
      </dgm:t>
    </dgm:pt>
    <dgm:pt modelId="{667C098B-61D3-422E-A1FF-07987E7694DE}" type="sibTrans" cxnId="{11812D2D-B1B3-45D5-A90D-17B62C27706E}">
      <dgm:prSet/>
      <dgm:spPr/>
      <dgm:t>
        <a:bodyPr/>
        <a:lstStyle/>
        <a:p>
          <a:endParaRPr lang="es-EC"/>
        </a:p>
      </dgm:t>
    </dgm:pt>
    <dgm:pt modelId="{D24F37B4-0AF7-4F6F-ABF8-8A9141F9BE16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Saldo en Meta</a:t>
          </a:r>
        </a:p>
      </dgm:t>
    </dgm:pt>
    <dgm:pt modelId="{6CC69F66-5D34-423E-AF5E-53AB5F7CFF70}" type="parTrans" cxnId="{68DC6492-5C10-4F1E-A8D5-DF911FF2F10A}">
      <dgm:prSet/>
      <dgm:spPr/>
      <dgm:t>
        <a:bodyPr/>
        <a:lstStyle/>
        <a:p>
          <a:endParaRPr lang="es-EC"/>
        </a:p>
      </dgm:t>
    </dgm:pt>
    <dgm:pt modelId="{A6A15A12-A559-43CD-8975-B137DC458BB2}" type="sibTrans" cxnId="{68DC6492-5C10-4F1E-A8D5-DF911FF2F10A}">
      <dgm:prSet/>
      <dgm:spPr/>
      <dgm:t>
        <a:bodyPr/>
        <a:lstStyle/>
        <a:p>
          <a:endParaRPr lang="es-EC"/>
        </a:p>
      </dgm:t>
    </dgm:pt>
    <dgm:pt modelId="{B48D0B44-3110-4378-976A-B95BE2D92E56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7504140D-134C-4BA2-B28E-EE6998E30577}" type="parTrans" cxnId="{629499C5-E278-4881-818E-7314B6A9983D}">
      <dgm:prSet/>
      <dgm:spPr/>
      <dgm:t>
        <a:bodyPr/>
        <a:lstStyle/>
        <a:p>
          <a:endParaRPr lang="es-EC"/>
        </a:p>
      </dgm:t>
    </dgm:pt>
    <dgm:pt modelId="{E4E64A70-C914-4971-866C-CBF9CF78163D}" type="sibTrans" cxnId="{629499C5-E278-4881-818E-7314B6A9983D}">
      <dgm:prSet/>
      <dgm:spPr/>
      <dgm:t>
        <a:bodyPr/>
        <a:lstStyle/>
        <a:p>
          <a:endParaRPr lang="es-EC"/>
        </a:p>
      </dgm:t>
    </dgm:pt>
    <dgm:pt modelId="{948D3F28-4669-4EC4-923F-385FD3758F7A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9E50D789-F443-4F87-AABF-21B895119F63}" type="parTrans" cxnId="{EA34843C-EBCE-450E-9D09-82719DF160E4}">
      <dgm:prSet/>
      <dgm:spPr/>
      <dgm:t>
        <a:bodyPr/>
        <a:lstStyle/>
        <a:p>
          <a:endParaRPr lang="es-EC"/>
        </a:p>
      </dgm:t>
    </dgm:pt>
    <dgm:pt modelId="{B7E079C7-AD44-426C-8A80-C0CA0F1B966F}" type="sibTrans" cxnId="{EA34843C-EBCE-450E-9D09-82719DF160E4}">
      <dgm:prSet/>
      <dgm:spPr/>
      <dgm:t>
        <a:bodyPr/>
        <a:lstStyle/>
        <a:p>
          <a:endParaRPr lang="es-EC"/>
        </a:p>
      </dgm:t>
    </dgm:pt>
    <dgm:pt modelId="{9897D2E6-F94B-448B-8BE6-3285E665D56C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C9F7F83B-5B4E-4FAB-A909-C8D85E4AE524}" type="parTrans" cxnId="{D4DC6D06-967A-44CD-9269-82429B138CAF}">
      <dgm:prSet/>
      <dgm:spPr/>
      <dgm:t>
        <a:bodyPr/>
        <a:lstStyle/>
        <a:p>
          <a:endParaRPr lang="es-EC"/>
        </a:p>
      </dgm:t>
    </dgm:pt>
    <dgm:pt modelId="{1991202F-E28A-4D96-AA0C-25EC813BE1CA}" type="sibTrans" cxnId="{D4DC6D06-967A-44CD-9269-82429B138CAF}">
      <dgm:prSet/>
      <dgm:spPr/>
      <dgm:t>
        <a:bodyPr/>
        <a:lstStyle/>
        <a:p>
          <a:endParaRPr lang="es-EC"/>
        </a:p>
      </dgm:t>
    </dgm:pt>
    <dgm:pt modelId="{4074F581-04AF-4A88-A2B9-58FB6E5254C1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Tener Producto</a:t>
          </a:r>
        </a:p>
      </dgm:t>
    </dgm:pt>
    <dgm:pt modelId="{D2456FFE-F36C-467B-9DE2-B796DD2BB734}" type="parTrans" cxnId="{9495F7D6-AEC6-4E6F-A220-F7125D08A37C}">
      <dgm:prSet/>
      <dgm:spPr/>
      <dgm:t>
        <a:bodyPr/>
        <a:lstStyle/>
        <a:p>
          <a:endParaRPr lang="es-EC"/>
        </a:p>
      </dgm:t>
    </dgm:pt>
    <dgm:pt modelId="{5694B169-6083-4CE6-ADB0-3AD806D47EA4}" type="sibTrans" cxnId="{9495F7D6-AEC6-4E6F-A220-F7125D08A37C}">
      <dgm:prSet/>
      <dgm:spPr/>
      <dgm:t>
        <a:bodyPr/>
        <a:lstStyle/>
        <a:p>
          <a:endParaRPr lang="es-EC"/>
        </a:p>
      </dgm:t>
    </dgm:pt>
    <dgm:pt modelId="{B6140F67-7907-4206-B3F2-799B6774088D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Cliente Digital</a:t>
          </a:r>
        </a:p>
      </dgm:t>
    </dgm:pt>
    <dgm:pt modelId="{5BED75B8-F9CB-4F93-9113-8E17F4221FB1}" type="parTrans" cxnId="{3C2CE814-C70A-4E0D-B8EA-155DA9CB1568}">
      <dgm:prSet/>
      <dgm:spPr/>
      <dgm:t>
        <a:bodyPr/>
        <a:lstStyle/>
        <a:p>
          <a:endParaRPr lang="es-EC"/>
        </a:p>
      </dgm:t>
    </dgm:pt>
    <dgm:pt modelId="{F8A2730F-FEBE-4E6B-A076-8B916F9F43D7}" type="sibTrans" cxnId="{3C2CE814-C70A-4E0D-B8EA-155DA9CB1568}">
      <dgm:prSet/>
      <dgm:spPr/>
      <dgm:t>
        <a:bodyPr/>
        <a:lstStyle/>
        <a:p>
          <a:endParaRPr lang="es-EC"/>
        </a:p>
      </dgm:t>
    </dgm:pt>
    <dgm:pt modelId="{B64052CB-BE3E-428B-A360-07E8C24CCC0C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5F7CA2C7-BF1C-4D92-89BB-913C3FE228D5}" type="parTrans" cxnId="{6AB0E6D3-2D72-49CB-922F-F7DDFB3412B7}">
      <dgm:prSet/>
      <dgm:spPr/>
      <dgm:t>
        <a:bodyPr/>
        <a:lstStyle/>
        <a:p>
          <a:endParaRPr lang="es-EC"/>
        </a:p>
      </dgm:t>
    </dgm:pt>
    <dgm:pt modelId="{CE60FCFB-AB6D-4ED9-A6F3-913846F31EFC}" type="sibTrans" cxnId="{6AB0E6D3-2D72-49CB-922F-F7DDFB3412B7}">
      <dgm:prSet/>
      <dgm:spPr/>
      <dgm:t>
        <a:bodyPr/>
        <a:lstStyle/>
        <a:p>
          <a:endParaRPr lang="es-EC"/>
        </a:p>
      </dgm:t>
    </dgm:pt>
    <dgm:pt modelId="{6C2C6C0D-F038-48BF-A77A-0396757F631F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B6D3E7F0-AD88-4060-8B97-6B68D288808B}" type="parTrans" cxnId="{CC976535-82A9-4292-9E6F-E474CC0D4846}">
      <dgm:prSet/>
      <dgm:spPr/>
      <dgm:t>
        <a:bodyPr/>
        <a:lstStyle/>
        <a:p>
          <a:endParaRPr lang="es-EC"/>
        </a:p>
      </dgm:t>
    </dgm:pt>
    <dgm:pt modelId="{C0936F94-6589-4112-96E6-7D66E05D931C}" type="sibTrans" cxnId="{CC976535-82A9-4292-9E6F-E474CC0D4846}">
      <dgm:prSet/>
      <dgm:spPr/>
      <dgm:t>
        <a:bodyPr/>
        <a:lstStyle/>
        <a:p>
          <a:endParaRPr lang="es-EC"/>
        </a:p>
      </dgm:t>
    </dgm:pt>
    <dgm:pt modelId="{4C600106-8F02-465B-A4CD-0CBA6ED6368D}">
      <dgm:prSet phldrT="[Texto]" phldr="0"/>
      <dgm:spPr/>
      <dgm:t>
        <a:bodyPr/>
        <a:lstStyle/>
        <a:p>
          <a:r>
            <a:rPr lang="es-EC" baseline="0" dirty="0">
              <a:solidFill>
                <a:srgbClr val="150F41"/>
              </a:solidFill>
            </a:rPr>
            <a:t>Débito (</a:t>
          </a:r>
          <a:r>
            <a:rPr lang="es-EC" baseline="0" dirty="0" err="1">
              <a:solidFill>
                <a:srgbClr val="150F41"/>
              </a:solidFill>
            </a:rPr>
            <a:t>últ</a:t>
          </a:r>
          <a:r>
            <a:rPr lang="es-EC" baseline="0" dirty="0">
              <a:solidFill>
                <a:srgbClr val="150F41"/>
              </a:solidFill>
            </a:rPr>
            <a:t> mes)</a:t>
          </a:r>
        </a:p>
      </dgm:t>
    </dgm:pt>
    <dgm:pt modelId="{F216DE7E-3334-4222-95FA-227277899B84}" type="parTrans" cxnId="{DB72C72A-0153-4D0A-B301-09AE4EBA8D00}">
      <dgm:prSet/>
      <dgm:spPr/>
      <dgm:t>
        <a:bodyPr/>
        <a:lstStyle/>
        <a:p>
          <a:endParaRPr lang="es-EC"/>
        </a:p>
      </dgm:t>
    </dgm:pt>
    <dgm:pt modelId="{AC990C1A-D79F-4FD3-A66D-317E3B0924A6}" type="sibTrans" cxnId="{DB72C72A-0153-4D0A-B301-09AE4EBA8D00}">
      <dgm:prSet/>
      <dgm:spPr/>
      <dgm:t>
        <a:bodyPr/>
        <a:lstStyle/>
        <a:p>
          <a:endParaRPr lang="es-EC"/>
        </a:p>
      </dgm:t>
    </dgm:pt>
    <dgm:pt modelId="{EE2C145F-630A-43D4-9DBF-44F891674202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1</a:t>
          </a:r>
        </a:p>
      </dgm:t>
    </dgm:pt>
    <dgm:pt modelId="{ACEB4D7F-AA28-40ED-93F7-336EFDA6045B}" type="parTrans" cxnId="{4C16059C-7D3B-444D-ABA9-60EC9F2D5CD3}">
      <dgm:prSet/>
      <dgm:spPr/>
      <dgm:t>
        <a:bodyPr/>
        <a:lstStyle/>
        <a:p>
          <a:endParaRPr lang="es-EC"/>
        </a:p>
      </dgm:t>
    </dgm:pt>
    <dgm:pt modelId="{8BC291A3-05A4-4FF9-BCAD-D00951AEA457}" type="sibTrans" cxnId="{4C16059C-7D3B-444D-ABA9-60EC9F2D5CD3}">
      <dgm:prSet/>
      <dgm:spPr/>
      <dgm:t>
        <a:bodyPr/>
        <a:lstStyle/>
        <a:p>
          <a:endParaRPr lang="es-EC"/>
        </a:p>
      </dgm:t>
    </dgm:pt>
    <dgm:pt modelId="{1D9A273D-1FBC-4DF9-9327-BA236040218D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0F307B27-365F-4572-9BEA-9980CAE2B7E2}" type="parTrans" cxnId="{75280D1D-76A5-4CDC-87AA-0738FDEC180B}">
      <dgm:prSet/>
      <dgm:spPr/>
      <dgm:t>
        <a:bodyPr/>
        <a:lstStyle/>
        <a:p>
          <a:endParaRPr lang="es-EC"/>
        </a:p>
      </dgm:t>
    </dgm:pt>
    <dgm:pt modelId="{D18D3C83-A8F8-4B0F-BBF7-AC3C021C1A87}" type="sibTrans" cxnId="{75280D1D-76A5-4CDC-87AA-0738FDEC180B}">
      <dgm:prSet/>
      <dgm:spPr/>
      <dgm:t>
        <a:bodyPr/>
        <a:lstStyle/>
        <a:p>
          <a:endParaRPr lang="es-EC"/>
        </a:p>
      </dgm:t>
    </dgm:pt>
    <dgm:pt modelId="{B14A0311-5726-4475-9E53-85C836AFC92C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42357B54-A9CE-4816-924C-DF487F79B752}" type="parTrans" cxnId="{B4D8B9DE-DF9B-4124-9934-B01FAF883BBE}">
      <dgm:prSet/>
      <dgm:spPr/>
      <dgm:t>
        <a:bodyPr/>
        <a:lstStyle/>
        <a:p>
          <a:endParaRPr lang="es-EC"/>
        </a:p>
      </dgm:t>
    </dgm:pt>
    <dgm:pt modelId="{D7D8E9BB-9A19-4692-8484-01876E384CB8}" type="sibTrans" cxnId="{B4D8B9DE-DF9B-4124-9934-B01FAF883BBE}">
      <dgm:prSet/>
      <dgm:spPr/>
      <dgm:t>
        <a:bodyPr/>
        <a:lstStyle/>
        <a:p>
          <a:endParaRPr lang="es-EC"/>
        </a:p>
      </dgm:t>
    </dgm:pt>
    <dgm:pt modelId="{4B8BF121-62A4-42D6-8D44-3CD0F5A21956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CA7C5D69-D6FC-4892-9597-36D34D7B757B}" type="parTrans" cxnId="{934F2523-3EDD-4856-8F1E-32AE6EEDE0CE}">
      <dgm:prSet/>
      <dgm:spPr/>
      <dgm:t>
        <a:bodyPr/>
        <a:lstStyle/>
        <a:p>
          <a:endParaRPr lang="es-EC"/>
        </a:p>
      </dgm:t>
    </dgm:pt>
    <dgm:pt modelId="{0B2F41B0-D65D-4399-A01C-2330905C7F0D}" type="sibTrans" cxnId="{934F2523-3EDD-4856-8F1E-32AE6EEDE0CE}">
      <dgm:prSet/>
      <dgm:spPr/>
      <dgm:t>
        <a:bodyPr/>
        <a:lstStyle/>
        <a:p>
          <a:endParaRPr lang="es-EC"/>
        </a:p>
      </dgm:t>
    </dgm:pt>
    <dgm:pt modelId="{8227352B-B68B-42C2-86D3-836F3AECFF93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95289957-C481-46A5-9961-6F007BB5639B}" type="parTrans" cxnId="{3A5EDFDB-4B7B-465C-B6F8-5BE63E03B313}">
      <dgm:prSet/>
      <dgm:spPr/>
      <dgm:t>
        <a:bodyPr/>
        <a:lstStyle/>
        <a:p>
          <a:endParaRPr lang="es-EC"/>
        </a:p>
      </dgm:t>
    </dgm:pt>
    <dgm:pt modelId="{14560264-AD83-4BCC-9AEA-6CB17DDC4BBE}" type="sibTrans" cxnId="{3A5EDFDB-4B7B-465C-B6F8-5BE63E03B313}">
      <dgm:prSet/>
      <dgm:spPr/>
      <dgm:t>
        <a:bodyPr/>
        <a:lstStyle/>
        <a:p>
          <a:endParaRPr lang="es-EC"/>
        </a:p>
      </dgm:t>
    </dgm:pt>
    <dgm:pt modelId="{B7F23F51-714B-4CC5-B895-74511E2C08B0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F4766236-2E60-4496-BE2D-DDA0A2830C6F}" type="parTrans" cxnId="{0FE9BB40-8654-46A5-A93A-1DD2531F9228}">
      <dgm:prSet/>
      <dgm:spPr/>
      <dgm:t>
        <a:bodyPr/>
        <a:lstStyle/>
        <a:p>
          <a:endParaRPr lang="es-EC"/>
        </a:p>
      </dgm:t>
    </dgm:pt>
    <dgm:pt modelId="{2CBA1ACC-13CE-474A-9329-8ADE3D9C29ED}" type="sibTrans" cxnId="{0FE9BB40-8654-46A5-A93A-1DD2531F9228}">
      <dgm:prSet/>
      <dgm:spPr/>
      <dgm:t>
        <a:bodyPr/>
        <a:lstStyle/>
        <a:p>
          <a:endParaRPr lang="es-EC"/>
        </a:p>
      </dgm:t>
    </dgm:pt>
    <dgm:pt modelId="{42A41EC5-2025-4CD8-97FA-81FBABC0ADAE}">
      <dgm:prSet phldrT="[Texto]" phldr="0"/>
      <dgm:spPr/>
      <dgm:t>
        <a:bodyPr/>
        <a:lstStyle/>
        <a:p>
          <a:r>
            <a:rPr lang="es-EC" dirty="0">
              <a:solidFill>
                <a:srgbClr val="150F41"/>
              </a:solidFill>
            </a:rPr>
            <a:t>1</a:t>
          </a:r>
        </a:p>
      </dgm:t>
    </dgm:pt>
    <dgm:pt modelId="{A6FDB82A-259F-423A-8A53-30F7942AB2B3}" type="parTrans" cxnId="{FDF1B41C-26FB-4E26-B4DE-3CD07C59CCB6}">
      <dgm:prSet/>
      <dgm:spPr/>
      <dgm:t>
        <a:bodyPr/>
        <a:lstStyle/>
        <a:p>
          <a:endParaRPr lang="es-EC"/>
        </a:p>
      </dgm:t>
    </dgm:pt>
    <dgm:pt modelId="{9F0FC837-061F-49B1-A15E-EAFB301FF3B7}" type="sibTrans" cxnId="{FDF1B41C-26FB-4E26-B4DE-3CD07C59CCB6}">
      <dgm:prSet/>
      <dgm:spPr/>
      <dgm:t>
        <a:bodyPr/>
        <a:lstStyle/>
        <a:p>
          <a:endParaRPr lang="es-EC"/>
        </a:p>
      </dgm:t>
    </dgm:pt>
    <dgm:pt modelId="{B7E54385-8BC1-46FF-8E14-00F1B0661F6D}">
      <dgm:prSet phldrT="[Texto]" phldr="0"/>
      <dgm:spPr/>
      <dgm:t>
        <a:bodyPr/>
        <a:lstStyle/>
        <a:p>
          <a:r>
            <a:rPr lang="es-EC" baseline="0" dirty="0">
              <a:solidFill>
                <a:schemeClr val="bg1"/>
              </a:solidFill>
            </a:rPr>
            <a:t>Nómina</a:t>
          </a:r>
        </a:p>
      </dgm:t>
    </dgm:pt>
    <dgm:pt modelId="{16804AD2-2BD1-4CAB-A594-13FF7A771F87}" type="parTrans" cxnId="{2F1162AE-0933-41D7-8963-810DA3FC340E}">
      <dgm:prSet/>
      <dgm:spPr/>
      <dgm:t>
        <a:bodyPr/>
        <a:lstStyle/>
        <a:p>
          <a:endParaRPr lang="es-EC"/>
        </a:p>
      </dgm:t>
    </dgm:pt>
    <dgm:pt modelId="{9D704ADC-5B61-4EEF-BAD7-1BB88549BBE4}" type="sibTrans" cxnId="{2F1162AE-0933-41D7-8963-810DA3FC340E}">
      <dgm:prSet/>
      <dgm:spPr/>
      <dgm:t>
        <a:bodyPr/>
        <a:lstStyle/>
        <a:p>
          <a:endParaRPr lang="es-EC"/>
        </a:p>
      </dgm:t>
    </dgm:pt>
    <dgm:pt modelId="{D65AB02F-F0A3-46D7-B932-7864B7047F56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Tener Producto</a:t>
          </a:r>
          <a:endParaRPr lang="es-EC" dirty="0">
            <a:solidFill>
              <a:srgbClr val="150F41"/>
            </a:solidFill>
          </a:endParaRPr>
        </a:p>
      </dgm:t>
    </dgm:pt>
    <dgm:pt modelId="{7B421B0F-55A0-43E3-AAB4-7F7453CC308D}" type="parTrans" cxnId="{2B702970-F3AB-4C88-A4BF-C682AA38264F}">
      <dgm:prSet/>
      <dgm:spPr/>
      <dgm:t>
        <a:bodyPr/>
        <a:lstStyle/>
        <a:p>
          <a:endParaRPr lang="es-EC"/>
        </a:p>
      </dgm:t>
    </dgm:pt>
    <dgm:pt modelId="{195073AE-D293-42C7-948C-750FA9FCE90B}" type="sibTrans" cxnId="{2B702970-F3AB-4C88-A4BF-C682AA38264F}">
      <dgm:prSet/>
      <dgm:spPr/>
      <dgm:t>
        <a:bodyPr/>
        <a:lstStyle/>
        <a:p>
          <a:endParaRPr lang="es-EC"/>
        </a:p>
      </dgm:t>
    </dgm:pt>
    <dgm:pt modelId="{DFCECDA1-F5DE-4D2E-B165-821A13D53181}">
      <dgm:prSet phldrT="[Texto]" phldr="0"/>
      <dgm:spPr/>
      <dgm:t>
        <a:bodyPr/>
        <a:lstStyle/>
        <a:p>
          <a:r>
            <a:rPr lang="es-EC">
              <a:solidFill>
                <a:srgbClr val="150F41"/>
              </a:solidFill>
            </a:rPr>
            <a:t>1</a:t>
          </a:r>
          <a:endParaRPr lang="es-EC" dirty="0">
            <a:solidFill>
              <a:srgbClr val="150F41"/>
            </a:solidFill>
          </a:endParaRPr>
        </a:p>
      </dgm:t>
    </dgm:pt>
    <dgm:pt modelId="{7D955B6F-F42D-4BD2-9D6E-CB680270C029}" type="parTrans" cxnId="{25B5E12C-3671-4FED-BA9A-28FB09331F4A}">
      <dgm:prSet/>
      <dgm:spPr/>
      <dgm:t>
        <a:bodyPr/>
        <a:lstStyle/>
        <a:p>
          <a:endParaRPr lang="es-EC"/>
        </a:p>
      </dgm:t>
    </dgm:pt>
    <dgm:pt modelId="{233A2DDF-4C40-4B1C-8BF2-15D4778F5870}" type="sibTrans" cxnId="{25B5E12C-3671-4FED-BA9A-28FB09331F4A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10"/>
      <dgm:spPr/>
    </dgm:pt>
    <dgm:pt modelId="{81E432F6-3EF7-4549-811C-B578FA37B5ED}" type="pres">
      <dgm:prSet presAssocID="{DC92EE81-E160-409C-8D57-13731F9F37AC}" presName="connTx" presStyleLbl="parChTrans1D2" presStyleIdx="0" presStyleCnt="10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10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3F3348B2-04C2-46F8-8EB7-421170EC45A5}" type="pres">
      <dgm:prSet presAssocID="{2194B898-C327-4D4E-88DA-2F67F1A8A247}" presName="conn2-1" presStyleLbl="parChTrans1D3" presStyleIdx="0" presStyleCnt="10"/>
      <dgm:spPr/>
    </dgm:pt>
    <dgm:pt modelId="{0C90F4FC-85D3-4791-86E5-D9986B869FC4}" type="pres">
      <dgm:prSet presAssocID="{2194B898-C327-4D4E-88DA-2F67F1A8A247}" presName="connTx" presStyleLbl="parChTrans1D3" presStyleIdx="0" presStyleCnt="10"/>
      <dgm:spPr/>
    </dgm:pt>
    <dgm:pt modelId="{B94510B3-BBC4-4774-8283-7091DF1C7CF7}" type="pres">
      <dgm:prSet presAssocID="{FCC30B53-80CF-495C-9E37-AE840D0A54E9}" presName="root2" presStyleCnt="0"/>
      <dgm:spPr/>
    </dgm:pt>
    <dgm:pt modelId="{0D1B3F7F-30ED-4F6C-931F-D0F75EB516EC}" type="pres">
      <dgm:prSet presAssocID="{FCC30B53-80CF-495C-9E37-AE840D0A54E9}" presName="LevelTwoTextNode" presStyleLbl="node3" presStyleIdx="0" presStyleCnt="10">
        <dgm:presLayoutVars>
          <dgm:chPref val="3"/>
        </dgm:presLayoutVars>
      </dgm:prSet>
      <dgm:spPr/>
    </dgm:pt>
    <dgm:pt modelId="{D9250867-03C7-4A5E-AC1C-B73262C6F20F}" type="pres">
      <dgm:prSet presAssocID="{FCC30B53-80CF-495C-9E37-AE840D0A54E9}" presName="level3hierChild" presStyleCnt="0"/>
      <dgm:spPr/>
    </dgm:pt>
    <dgm:pt modelId="{A127D93A-C082-4168-98F1-0A3741E23D2D}" type="pres">
      <dgm:prSet presAssocID="{5F7CA2C7-BF1C-4D92-89BB-913C3FE228D5}" presName="conn2-1" presStyleLbl="parChTrans1D4" presStyleIdx="0" presStyleCnt="10"/>
      <dgm:spPr/>
    </dgm:pt>
    <dgm:pt modelId="{7588EB7B-8CD0-4D95-A555-6D9BAA0DAB7D}" type="pres">
      <dgm:prSet presAssocID="{5F7CA2C7-BF1C-4D92-89BB-913C3FE228D5}" presName="connTx" presStyleLbl="parChTrans1D4" presStyleIdx="0" presStyleCnt="10"/>
      <dgm:spPr/>
    </dgm:pt>
    <dgm:pt modelId="{42D1C9A8-B1E9-46B1-9851-8F605CD35EB7}" type="pres">
      <dgm:prSet presAssocID="{B64052CB-BE3E-428B-A360-07E8C24CCC0C}" presName="root2" presStyleCnt="0"/>
      <dgm:spPr/>
    </dgm:pt>
    <dgm:pt modelId="{0B6CCB4A-7225-4330-8D7C-CAD770CEC914}" type="pres">
      <dgm:prSet presAssocID="{B64052CB-BE3E-428B-A360-07E8C24CCC0C}" presName="LevelTwoTextNode" presStyleLbl="node4" presStyleIdx="0" presStyleCnt="10" custScaleX="48217">
        <dgm:presLayoutVars>
          <dgm:chPref val="3"/>
        </dgm:presLayoutVars>
      </dgm:prSet>
      <dgm:spPr/>
    </dgm:pt>
    <dgm:pt modelId="{6AEA6B9D-B290-471D-A07D-D3A27FE028C8}" type="pres">
      <dgm:prSet presAssocID="{B64052CB-BE3E-428B-A360-07E8C24CCC0C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10"/>
      <dgm:spPr/>
    </dgm:pt>
    <dgm:pt modelId="{37CD627C-8293-4029-B114-AA7B7535644E}" type="pres">
      <dgm:prSet presAssocID="{1EAAA8DD-4A75-4985-B423-64C84D4EE993}" presName="connTx" presStyleLbl="parChTrans1D2" presStyleIdx="1" presStyleCnt="10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10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5E4E42DD-3DC5-4B9C-A797-9F0465C2C0C2}" type="pres">
      <dgm:prSet presAssocID="{B7683DED-10F4-4090-8D51-0CEAF7134D98}" presName="conn2-1" presStyleLbl="parChTrans1D3" presStyleIdx="1" presStyleCnt="10"/>
      <dgm:spPr/>
    </dgm:pt>
    <dgm:pt modelId="{D8B29C5C-0816-4F81-865B-7EB6704402BF}" type="pres">
      <dgm:prSet presAssocID="{B7683DED-10F4-4090-8D51-0CEAF7134D98}" presName="connTx" presStyleLbl="parChTrans1D3" presStyleIdx="1" presStyleCnt="10"/>
      <dgm:spPr/>
    </dgm:pt>
    <dgm:pt modelId="{9021E3EC-0051-4559-A960-AB02ED1D8C43}" type="pres">
      <dgm:prSet presAssocID="{6583610E-1A7C-4E10-B2E8-E0C19D00B9A0}" presName="root2" presStyleCnt="0"/>
      <dgm:spPr/>
    </dgm:pt>
    <dgm:pt modelId="{6F6144C2-8CC6-4AA7-AF21-168289CF647E}" type="pres">
      <dgm:prSet presAssocID="{6583610E-1A7C-4E10-B2E8-E0C19D00B9A0}" presName="LevelTwoTextNode" presStyleLbl="node3" presStyleIdx="1" presStyleCnt="10">
        <dgm:presLayoutVars>
          <dgm:chPref val="3"/>
        </dgm:presLayoutVars>
      </dgm:prSet>
      <dgm:spPr/>
    </dgm:pt>
    <dgm:pt modelId="{DBCBC2FA-183D-4AC0-BA7A-238300C608E2}" type="pres">
      <dgm:prSet presAssocID="{6583610E-1A7C-4E10-B2E8-E0C19D00B9A0}" presName="level3hierChild" presStyleCnt="0"/>
      <dgm:spPr/>
    </dgm:pt>
    <dgm:pt modelId="{E66A7893-53DE-4C20-97F3-42A6AE3BBEA4}" type="pres">
      <dgm:prSet presAssocID="{B6D3E7F0-AD88-4060-8B97-6B68D288808B}" presName="conn2-1" presStyleLbl="parChTrans1D4" presStyleIdx="1" presStyleCnt="10"/>
      <dgm:spPr/>
    </dgm:pt>
    <dgm:pt modelId="{CCFCC316-DBF4-40CD-AB29-B3F58DFFD053}" type="pres">
      <dgm:prSet presAssocID="{B6D3E7F0-AD88-4060-8B97-6B68D288808B}" presName="connTx" presStyleLbl="parChTrans1D4" presStyleIdx="1" presStyleCnt="10"/>
      <dgm:spPr/>
    </dgm:pt>
    <dgm:pt modelId="{0EE56E90-DAD1-421C-8338-2EF21C3A506E}" type="pres">
      <dgm:prSet presAssocID="{6C2C6C0D-F038-48BF-A77A-0396757F631F}" presName="root2" presStyleCnt="0"/>
      <dgm:spPr/>
    </dgm:pt>
    <dgm:pt modelId="{B4C17056-AF94-4420-AB8F-2D52248DC182}" type="pres">
      <dgm:prSet presAssocID="{6C2C6C0D-F038-48BF-A77A-0396757F631F}" presName="LevelTwoTextNode" presStyleLbl="node4" presStyleIdx="1" presStyleCnt="10" custScaleX="48217">
        <dgm:presLayoutVars>
          <dgm:chPref val="3"/>
        </dgm:presLayoutVars>
      </dgm:prSet>
      <dgm:spPr/>
    </dgm:pt>
    <dgm:pt modelId="{1AA6312F-4947-40C0-B2BE-707601400B52}" type="pres">
      <dgm:prSet presAssocID="{6C2C6C0D-F038-48BF-A77A-0396757F631F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10"/>
      <dgm:spPr/>
    </dgm:pt>
    <dgm:pt modelId="{CE810C7E-C3EF-4168-95BF-2980E8095076}" type="pres">
      <dgm:prSet presAssocID="{6A43294B-A1CB-4D6F-B453-0FF0E5776867}" presName="connTx" presStyleLbl="parChTrans1D2" presStyleIdx="2" presStyleCnt="10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10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0B2C3DEE-29F0-4A70-9C19-F3A6568122D1}" type="pres">
      <dgm:prSet presAssocID="{F216DE7E-3334-4222-95FA-227277899B84}" presName="conn2-1" presStyleLbl="parChTrans1D3" presStyleIdx="2" presStyleCnt="10"/>
      <dgm:spPr/>
    </dgm:pt>
    <dgm:pt modelId="{D0460D2A-98B4-4457-AD5C-1B61D4B2581C}" type="pres">
      <dgm:prSet presAssocID="{F216DE7E-3334-4222-95FA-227277899B84}" presName="connTx" presStyleLbl="parChTrans1D3" presStyleIdx="2" presStyleCnt="10"/>
      <dgm:spPr/>
    </dgm:pt>
    <dgm:pt modelId="{D5A49201-80A1-4D17-8C96-50565380FDD4}" type="pres">
      <dgm:prSet presAssocID="{4C600106-8F02-465B-A4CD-0CBA6ED6368D}" presName="root2" presStyleCnt="0"/>
      <dgm:spPr/>
    </dgm:pt>
    <dgm:pt modelId="{7BB34EAD-A9D4-4433-82FB-8D85B83831B2}" type="pres">
      <dgm:prSet presAssocID="{4C600106-8F02-465B-A4CD-0CBA6ED6368D}" presName="LevelTwoTextNode" presStyleLbl="node3" presStyleIdx="2" presStyleCnt="10">
        <dgm:presLayoutVars>
          <dgm:chPref val="3"/>
        </dgm:presLayoutVars>
      </dgm:prSet>
      <dgm:spPr/>
    </dgm:pt>
    <dgm:pt modelId="{BD786D60-D357-49D5-AEEF-D726E602D51C}" type="pres">
      <dgm:prSet presAssocID="{4C600106-8F02-465B-A4CD-0CBA6ED6368D}" presName="level3hierChild" presStyleCnt="0"/>
      <dgm:spPr/>
    </dgm:pt>
    <dgm:pt modelId="{60DB86B8-AB26-4AE4-820F-80100E439A3D}" type="pres">
      <dgm:prSet presAssocID="{ACEB4D7F-AA28-40ED-93F7-336EFDA6045B}" presName="conn2-1" presStyleLbl="parChTrans1D4" presStyleIdx="2" presStyleCnt="10"/>
      <dgm:spPr/>
    </dgm:pt>
    <dgm:pt modelId="{486C6242-DD8D-402E-9699-C0DC4B6AA9AB}" type="pres">
      <dgm:prSet presAssocID="{ACEB4D7F-AA28-40ED-93F7-336EFDA6045B}" presName="connTx" presStyleLbl="parChTrans1D4" presStyleIdx="2" presStyleCnt="10"/>
      <dgm:spPr/>
    </dgm:pt>
    <dgm:pt modelId="{5942E6F4-853E-410C-B6A9-A07556C861DE}" type="pres">
      <dgm:prSet presAssocID="{EE2C145F-630A-43D4-9DBF-44F891674202}" presName="root2" presStyleCnt="0"/>
      <dgm:spPr/>
    </dgm:pt>
    <dgm:pt modelId="{B2BD390E-5AA1-48EE-BC8C-249D037084F5}" type="pres">
      <dgm:prSet presAssocID="{EE2C145F-630A-43D4-9DBF-44F891674202}" presName="LevelTwoTextNode" presStyleLbl="node4" presStyleIdx="2" presStyleCnt="10" custScaleX="48217">
        <dgm:presLayoutVars>
          <dgm:chPref val="3"/>
        </dgm:presLayoutVars>
      </dgm:prSet>
      <dgm:spPr/>
    </dgm:pt>
    <dgm:pt modelId="{7A9DDC9E-4939-4AE9-B028-7ACCBBF8AFB7}" type="pres">
      <dgm:prSet presAssocID="{EE2C145F-630A-43D4-9DBF-44F891674202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10"/>
      <dgm:spPr/>
    </dgm:pt>
    <dgm:pt modelId="{B1DAB71E-6E0D-4893-9248-FF2AC3D62576}" type="pres">
      <dgm:prSet presAssocID="{8BE22E42-DB0A-4790-87BD-8B0CEA94CA04}" presName="connTx" presStyleLbl="parChTrans1D2" presStyleIdx="3" presStyleCnt="10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10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1025C237-A869-49AD-9337-1D7407CAC99C}" type="pres">
      <dgm:prSet presAssocID="{C9F7F83B-5B4E-4FAB-A909-C8D85E4AE524}" presName="conn2-1" presStyleLbl="parChTrans1D3" presStyleIdx="3" presStyleCnt="10"/>
      <dgm:spPr/>
    </dgm:pt>
    <dgm:pt modelId="{68136AC4-BDD7-4777-A2D7-6110A212B42A}" type="pres">
      <dgm:prSet presAssocID="{C9F7F83B-5B4E-4FAB-A909-C8D85E4AE524}" presName="connTx" presStyleLbl="parChTrans1D3" presStyleIdx="3" presStyleCnt="10"/>
      <dgm:spPr/>
    </dgm:pt>
    <dgm:pt modelId="{80A61EC3-92FE-4EE6-9E70-BD5267F31811}" type="pres">
      <dgm:prSet presAssocID="{9897D2E6-F94B-448B-8BE6-3285E665D56C}" presName="root2" presStyleCnt="0"/>
      <dgm:spPr/>
    </dgm:pt>
    <dgm:pt modelId="{0BA20883-AC06-46A2-BDB2-084685A86392}" type="pres">
      <dgm:prSet presAssocID="{9897D2E6-F94B-448B-8BE6-3285E665D56C}" presName="LevelTwoTextNode" presStyleLbl="node3" presStyleIdx="3" presStyleCnt="10">
        <dgm:presLayoutVars>
          <dgm:chPref val="3"/>
        </dgm:presLayoutVars>
      </dgm:prSet>
      <dgm:spPr/>
    </dgm:pt>
    <dgm:pt modelId="{7D044068-356B-488A-9310-E9F4C93B5059}" type="pres">
      <dgm:prSet presAssocID="{9897D2E6-F94B-448B-8BE6-3285E665D56C}" presName="level3hierChild" presStyleCnt="0"/>
      <dgm:spPr/>
    </dgm:pt>
    <dgm:pt modelId="{E3EB1B03-3487-40DA-947F-CE0DCBC1024C}" type="pres">
      <dgm:prSet presAssocID="{0F307B27-365F-4572-9BEA-9980CAE2B7E2}" presName="conn2-1" presStyleLbl="parChTrans1D4" presStyleIdx="3" presStyleCnt="10"/>
      <dgm:spPr/>
    </dgm:pt>
    <dgm:pt modelId="{AB6BADEB-E717-4F4C-8BB1-05E739A15FD2}" type="pres">
      <dgm:prSet presAssocID="{0F307B27-365F-4572-9BEA-9980CAE2B7E2}" presName="connTx" presStyleLbl="parChTrans1D4" presStyleIdx="3" presStyleCnt="10"/>
      <dgm:spPr/>
    </dgm:pt>
    <dgm:pt modelId="{966F375D-DB9F-46A4-8167-E294611ED68F}" type="pres">
      <dgm:prSet presAssocID="{1D9A273D-1FBC-4DF9-9327-BA236040218D}" presName="root2" presStyleCnt="0"/>
      <dgm:spPr/>
    </dgm:pt>
    <dgm:pt modelId="{FBC4DB25-4C66-409B-8343-CDA5C3416EF5}" type="pres">
      <dgm:prSet presAssocID="{1D9A273D-1FBC-4DF9-9327-BA236040218D}" presName="LevelTwoTextNode" presStyleLbl="node4" presStyleIdx="3" presStyleCnt="10" custScaleX="48217">
        <dgm:presLayoutVars>
          <dgm:chPref val="3"/>
        </dgm:presLayoutVars>
      </dgm:prSet>
      <dgm:spPr/>
    </dgm:pt>
    <dgm:pt modelId="{7AFBB4E0-5F87-45C3-8E39-4C985447C8BA}" type="pres">
      <dgm:prSet presAssocID="{1D9A273D-1FBC-4DF9-9327-BA236040218D}" presName="level3hierChild" presStyleCnt="0"/>
      <dgm:spPr/>
    </dgm:pt>
    <dgm:pt modelId="{FE9BAB8F-E46F-4F0B-9F5C-E8662C1E6217}" type="pres">
      <dgm:prSet presAssocID="{062E7DA8-0F4D-4255-95A1-57CEFA146D1D}" presName="conn2-1" presStyleLbl="parChTrans1D2" presStyleIdx="4" presStyleCnt="10"/>
      <dgm:spPr/>
    </dgm:pt>
    <dgm:pt modelId="{BF41CCA9-4415-4941-A18B-00E2CD618542}" type="pres">
      <dgm:prSet presAssocID="{062E7DA8-0F4D-4255-95A1-57CEFA146D1D}" presName="connTx" presStyleLbl="parChTrans1D2" presStyleIdx="4" presStyleCnt="10"/>
      <dgm:spPr/>
    </dgm:pt>
    <dgm:pt modelId="{793784E1-95B3-48EF-A4BD-64F431A89F0C}" type="pres">
      <dgm:prSet presAssocID="{43C2C9CE-FB6B-4922-B62F-24129D0D74FE}" presName="root2" presStyleCnt="0"/>
      <dgm:spPr/>
    </dgm:pt>
    <dgm:pt modelId="{DAE82DBF-0D60-41F0-896E-3650DCF6B75A}" type="pres">
      <dgm:prSet presAssocID="{43C2C9CE-FB6B-4922-B62F-24129D0D74FE}" presName="LevelTwoTextNode" presStyleLbl="node2" presStyleIdx="4" presStyleCnt="10">
        <dgm:presLayoutVars>
          <dgm:chPref val="3"/>
        </dgm:presLayoutVars>
      </dgm:prSet>
      <dgm:spPr/>
    </dgm:pt>
    <dgm:pt modelId="{886F5094-6F41-45A7-A523-4206CD241528}" type="pres">
      <dgm:prSet presAssocID="{43C2C9CE-FB6B-4922-B62F-24129D0D74FE}" presName="level3hierChild" presStyleCnt="0"/>
      <dgm:spPr/>
    </dgm:pt>
    <dgm:pt modelId="{6E352E3A-D0F9-481B-A998-5B020A8C76CE}" type="pres">
      <dgm:prSet presAssocID="{D2456FFE-F36C-467B-9DE2-B796DD2BB734}" presName="conn2-1" presStyleLbl="parChTrans1D3" presStyleIdx="4" presStyleCnt="10"/>
      <dgm:spPr/>
    </dgm:pt>
    <dgm:pt modelId="{528AD2A8-E3A7-4DC2-821F-0125D89457A2}" type="pres">
      <dgm:prSet presAssocID="{D2456FFE-F36C-467B-9DE2-B796DD2BB734}" presName="connTx" presStyleLbl="parChTrans1D3" presStyleIdx="4" presStyleCnt="10"/>
      <dgm:spPr/>
    </dgm:pt>
    <dgm:pt modelId="{2BC4C651-4E5E-4935-A698-2E6D6FFB085B}" type="pres">
      <dgm:prSet presAssocID="{4074F581-04AF-4A88-A2B9-58FB6E5254C1}" presName="root2" presStyleCnt="0"/>
      <dgm:spPr/>
    </dgm:pt>
    <dgm:pt modelId="{A84F1D51-BB5A-4796-9230-3A120D891569}" type="pres">
      <dgm:prSet presAssocID="{4074F581-04AF-4A88-A2B9-58FB6E5254C1}" presName="LevelTwoTextNode" presStyleLbl="node3" presStyleIdx="4" presStyleCnt="10">
        <dgm:presLayoutVars>
          <dgm:chPref val="3"/>
        </dgm:presLayoutVars>
      </dgm:prSet>
      <dgm:spPr/>
    </dgm:pt>
    <dgm:pt modelId="{D285AB33-C789-49C6-B677-6A053047F1B5}" type="pres">
      <dgm:prSet presAssocID="{4074F581-04AF-4A88-A2B9-58FB6E5254C1}" presName="level3hierChild" presStyleCnt="0"/>
      <dgm:spPr/>
    </dgm:pt>
    <dgm:pt modelId="{FE941F1F-20CA-4C55-B397-5F4B1C4D50F1}" type="pres">
      <dgm:prSet presAssocID="{42357B54-A9CE-4816-924C-DF487F79B752}" presName="conn2-1" presStyleLbl="parChTrans1D4" presStyleIdx="4" presStyleCnt="10"/>
      <dgm:spPr/>
    </dgm:pt>
    <dgm:pt modelId="{FF359B89-0B39-4CE3-93E2-CD1A931C3CEA}" type="pres">
      <dgm:prSet presAssocID="{42357B54-A9CE-4816-924C-DF487F79B752}" presName="connTx" presStyleLbl="parChTrans1D4" presStyleIdx="4" presStyleCnt="10"/>
      <dgm:spPr/>
    </dgm:pt>
    <dgm:pt modelId="{44CF7D89-EE5D-4055-8FBA-F70B7343411E}" type="pres">
      <dgm:prSet presAssocID="{B14A0311-5726-4475-9E53-85C836AFC92C}" presName="root2" presStyleCnt="0"/>
      <dgm:spPr/>
    </dgm:pt>
    <dgm:pt modelId="{A3CE5435-1141-42DD-980C-414E23182890}" type="pres">
      <dgm:prSet presAssocID="{B14A0311-5726-4475-9E53-85C836AFC92C}" presName="LevelTwoTextNode" presStyleLbl="node4" presStyleIdx="4" presStyleCnt="10" custScaleX="48217">
        <dgm:presLayoutVars>
          <dgm:chPref val="3"/>
        </dgm:presLayoutVars>
      </dgm:prSet>
      <dgm:spPr/>
    </dgm:pt>
    <dgm:pt modelId="{0613B88B-6C5F-4837-B3B7-2E2843919BBC}" type="pres">
      <dgm:prSet presAssocID="{B14A0311-5726-4475-9E53-85C836AFC92C}" presName="level3hierChild" presStyleCnt="0"/>
      <dgm:spPr/>
    </dgm:pt>
    <dgm:pt modelId="{F7C38909-BE07-464E-834D-BDCFBA258100}" type="pres">
      <dgm:prSet presAssocID="{D61E1BDC-FFB4-4FDA-9F8F-A2D38A22FC13}" presName="conn2-1" presStyleLbl="parChTrans1D2" presStyleIdx="5" presStyleCnt="10"/>
      <dgm:spPr/>
    </dgm:pt>
    <dgm:pt modelId="{2D59348E-CC92-4EDA-8DAB-F0153DE00DFE}" type="pres">
      <dgm:prSet presAssocID="{D61E1BDC-FFB4-4FDA-9F8F-A2D38A22FC13}" presName="connTx" presStyleLbl="parChTrans1D2" presStyleIdx="5" presStyleCnt="10"/>
      <dgm:spPr/>
    </dgm:pt>
    <dgm:pt modelId="{09E3E5F7-6710-42A6-8755-1B392952BE7A}" type="pres">
      <dgm:prSet presAssocID="{B2DB83ED-41AF-4BCB-925B-2B612D563F67}" presName="root2" presStyleCnt="0"/>
      <dgm:spPr/>
    </dgm:pt>
    <dgm:pt modelId="{FDF91A2A-2A66-4C6C-A86A-CDF4326DA8EE}" type="pres">
      <dgm:prSet presAssocID="{B2DB83ED-41AF-4BCB-925B-2B612D563F67}" presName="LevelTwoTextNode" presStyleLbl="node2" presStyleIdx="5" presStyleCnt="10">
        <dgm:presLayoutVars>
          <dgm:chPref val="3"/>
        </dgm:presLayoutVars>
      </dgm:prSet>
      <dgm:spPr/>
    </dgm:pt>
    <dgm:pt modelId="{CF943F71-00A5-4A37-9AA2-340A74FF6AAC}" type="pres">
      <dgm:prSet presAssocID="{B2DB83ED-41AF-4BCB-925B-2B612D563F67}" presName="level3hierChild" presStyleCnt="0"/>
      <dgm:spPr/>
    </dgm:pt>
    <dgm:pt modelId="{4D78C0FD-C85D-44AE-95F1-5625C530C688}" type="pres">
      <dgm:prSet presAssocID="{6CC69F66-5D34-423E-AF5E-53AB5F7CFF70}" presName="conn2-1" presStyleLbl="parChTrans1D3" presStyleIdx="5" presStyleCnt="10"/>
      <dgm:spPr/>
    </dgm:pt>
    <dgm:pt modelId="{FCB80174-977E-4FDC-A16B-7D1437C183F2}" type="pres">
      <dgm:prSet presAssocID="{6CC69F66-5D34-423E-AF5E-53AB5F7CFF70}" presName="connTx" presStyleLbl="parChTrans1D3" presStyleIdx="5" presStyleCnt="10"/>
      <dgm:spPr/>
    </dgm:pt>
    <dgm:pt modelId="{F99645D6-B775-44B3-BD68-DE35BE73F39D}" type="pres">
      <dgm:prSet presAssocID="{D24F37B4-0AF7-4F6F-ABF8-8A9141F9BE16}" presName="root2" presStyleCnt="0"/>
      <dgm:spPr/>
    </dgm:pt>
    <dgm:pt modelId="{39579ECC-5A3F-4DBE-B681-3E450FCC0508}" type="pres">
      <dgm:prSet presAssocID="{D24F37B4-0AF7-4F6F-ABF8-8A9141F9BE16}" presName="LevelTwoTextNode" presStyleLbl="node3" presStyleIdx="5" presStyleCnt="10">
        <dgm:presLayoutVars>
          <dgm:chPref val="3"/>
        </dgm:presLayoutVars>
      </dgm:prSet>
      <dgm:spPr/>
    </dgm:pt>
    <dgm:pt modelId="{78FD9C01-7CBE-48E1-A65D-369494ADF49C}" type="pres">
      <dgm:prSet presAssocID="{D24F37B4-0AF7-4F6F-ABF8-8A9141F9BE16}" presName="level3hierChild" presStyleCnt="0"/>
      <dgm:spPr/>
    </dgm:pt>
    <dgm:pt modelId="{7B24AA88-93EC-4ACD-A3A2-F98FFA8C9C81}" type="pres">
      <dgm:prSet presAssocID="{CA7C5D69-D6FC-4892-9597-36D34D7B757B}" presName="conn2-1" presStyleLbl="parChTrans1D4" presStyleIdx="5" presStyleCnt="10"/>
      <dgm:spPr/>
    </dgm:pt>
    <dgm:pt modelId="{8356AC79-2EF4-49C1-9BE8-D778171D8DF5}" type="pres">
      <dgm:prSet presAssocID="{CA7C5D69-D6FC-4892-9597-36D34D7B757B}" presName="connTx" presStyleLbl="parChTrans1D4" presStyleIdx="5" presStyleCnt="10"/>
      <dgm:spPr/>
    </dgm:pt>
    <dgm:pt modelId="{B884D676-ADA4-4875-AA6D-A4A162F85EBB}" type="pres">
      <dgm:prSet presAssocID="{4B8BF121-62A4-42D6-8D44-3CD0F5A21956}" presName="root2" presStyleCnt="0"/>
      <dgm:spPr/>
    </dgm:pt>
    <dgm:pt modelId="{6C0DA723-208C-456B-8DC0-14BE49161222}" type="pres">
      <dgm:prSet presAssocID="{4B8BF121-62A4-42D6-8D44-3CD0F5A21956}" presName="LevelTwoTextNode" presStyleLbl="node4" presStyleIdx="5" presStyleCnt="10" custScaleX="48217">
        <dgm:presLayoutVars>
          <dgm:chPref val="3"/>
        </dgm:presLayoutVars>
      </dgm:prSet>
      <dgm:spPr/>
    </dgm:pt>
    <dgm:pt modelId="{F326B291-A370-49E2-93C5-92A41CE46CFA}" type="pres">
      <dgm:prSet presAssocID="{4B8BF121-62A4-42D6-8D44-3CD0F5A21956}" presName="level3hierChild" presStyleCnt="0"/>
      <dgm:spPr/>
    </dgm:pt>
    <dgm:pt modelId="{EA21B7AA-9486-4067-B349-50CE4D95F9B9}" type="pres">
      <dgm:prSet presAssocID="{950148CB-A4C6-463D-AF37-AF261141D0EB}" presName="conn2-1" presStyleLbl="parChTrans1D2" presStyleIdx="6" presStyleCnt="10"/>
      <dgm:spPr/>
    </dgm:pt>
    <dgm:pt modelId="{46C640A8-4221-49EA-B21F-B4D90F5A805F}" type="pres">
      <dgm:prSet presAssocID="{950148CB-A4C6-463D-AF37-AF261141D0EB}" presName="connTx" presStyleLbl="parChTrans1D2" presStyleIdx="6" presStyleCnt="10"/>
      <dgm:spPr/>
    </dgm:pt>
    <dgm:pt modelId="{CBEFB087-3B44-44CC-8A65-30A263DE3FA7}" type="pres">
      <dgm:prSet presAssocID="{DDE09034-1577-4615-AE7A-187B4C369A9A}" presName="root2" presStyleCnt="0"/>
      <dgm:spPr/>
    </dgm:pt>
    <dgm:pt modelId="{C3BAA938-E657-4B3A-9C99-A24D140B8CBB}" type="pres">
      <dgm:prSet presAssocID="{DDE09034-1577-4615-AE7A-187B4C369A9A}" presName="LevelTwoTextNode" presStyleLbl="node2" presStyleIdx="6" presStyleCnt="10">
        <dgm:presLayoutVars>
          <dgm:chPref val="3"/>
        </dgm:presLayoutVars>
      </dgm:prSet>
      <dgm:spPr/>
    </dgm:pt>
    <dgm:pt modelId="{803DB0ED-84B8-46AD-A2BD-DD3B28A4BD05}" type="pres">
      <dgm:prSet presAssocID="{DDE09034-1577-4615-AE7A-187B4C369A9A}" presName="level3hierChild" presStyleCnt="0"/>
      <dgm:spPr/>
    </dgm:pt>
    <dgm:pt modelId="{41991A70-5495-4DA6-ADF1-52AE3035041A}" type="pres">
      <dgm:prSet presAssocID="{7504140D-134C-4BA2-B28E-EE6998E30577}" presName="conn2-1" presStyleLbl="parChTrans1D3" presStyleIdx="6" presStyleCnt="10"/>
      <dgm:spPr/>
    </dgm:pt>
    <dgm:pt modelId="{A4C1AF91-0772-401F-B452-1B9FB50D902D}" type="pres">
      <dgm:prSet presAssocID="{7504140D-134C-4BA2-B28E-EE6998E30577}" presName="connTx" presStyleLbl="parChTrans1D3" presStyleIdx="6" presStyleCnt="10"/>
      <dgm:spPr/>
    </dgm:pt>
    <dgm:pt modelId="{D8182051-9983-4D39-A737-C2D0E2312C8F}" type="pres">
      <dgm:prSet presAssocID="{B48D0B44-3110-4378-976A-B95BE2D92E56}" presName="root2" presStyleCnt="0"/>
      <dgm:spPr/>
    </dgm:pt>
    <dgm:pt modelId="{22F4890B-3AF7-42E3-9465-6D51CBFE7F22}" type="pres">
      <dgm:prSet presAssocID="{B48D0B44-3110-4378-976A-B95BE2D92E56}" presName="LevelTwoTextNode" presStyleLbl="node3" presStyleIdx="6" presStyleCnt="10">
        <dgm:presLayoutVars>
          <dgm:chPref val="3"/>
        </dgm:presLayoutVars>
      </dgm:prSet>
      <dgm:spPr/>
    </dgm:pt>
    <dgm:pt modelId="{51829F90-596D-41C5-80D9-EDF56A3C12EA}" type="pres">
      <dgm:prSet presAssocID="{B48D0B44-3110-4378-976A-B95BE2D92E56}" presName="level3hierChild" presStyleCnt="0"/>
      <dgm:spPr/>
    </dgm:pt>
    <dgm:pt modelId="{73FD337A-6A62-440C-AAA2-FFC3EC6938DE}" type="pres">
      <dgm:prSet presAssocID="{95289957-C481-46A5-9961-6F007BB5639B}" presName="conn2-1" presStyleLbl="parChTrans1D4" presStyleIdx="6" presStyleCnt="10"/>
      <dgm:spPr/>
    </dgm:pt>
    <dgm:pt modelId="{294E2E05-8EB0-4855-9461-40F75FEB5DB8}" type="pres">
      <dgm:prSet presAssocID="{95289957-C481-46A5-9961-6F007BB5639B}" presName="connTx" presStyleLbl="parChTrans1D4" presStyleIdx="6" presStyleCnt="10"/>
      <dgm:spPr/>
    </dgm:pt>
    <dgm:pt modelId="{67E9512F-B5FF-493F-9463-B36C4CAFC81D}" type="pres">
      <dgm:prSet presAssocID="{8227352B-B68B-42C2-86D3-836F3AECFF93}" presName="root2" presStyleCnt="0"/>
      <dgm:spPr/>
    </dgm:pt>
    <dgm:pt modelId="{F9485734-481E-4A53-B2D5-97F403D795A0}" type="pres">
      <dgm:prSet presAssocID="{8227352B-B68B-42C2-86D3-836F3AECFF93}" presName="LevelTwoTextNode" presStyleLbl="node4" presStyleIdx="6" presStyleCnt="10" custScaleX="48217">
        <dgm:presLayoutVars>
          <dgm:chPref val="3"/>
        </dgm:presLayoutVars>
      </dgm:prSet>
      <dgm:spPr/>
    </dgm:pt>
    <dgm:pt modelId="{1F1CB7FB-0429-4AE0-A35C-D0ED6DAF4C16}" type="pres">
      <dgm:prSet presAssocID="{8227352B-B68B-42C2-86D3-836F3AECFF93}" presName="level3hierChild" presStyleCnt="0"/>
      <dgm:spPr/>
    </dgm:pt>
    <dgm:pt modelId="{E7448DA2-ABEA-4A21-9757-53D581D7F3FD}" type="pres">
      <dgm:prSet presAssocID="{402FF5D2-6E69-442B-87ED-AF119AB98C9A}" presName="conn2-1" presStyleLbl="parChTrans1D2" presStyleIdx="7" presStyleCnt="10"/>
      <dgm:spPr/>
    </dgm:pt>
    <dgm:pt modelId="{E3D0D3B2-09CA-4905-A15A-B5077E79086E}" type="pres">
      <dgm:prSet presAssocID="{402FF5D2-6E69-442B-87ED-AF119AB98C9A}" presName="connTx" presStyleLbl="parChTrans1D2" presStyleIdx="7" presStyleCnt="10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2" presStyleIdx="7" presStyleCnt="10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FEF38621-C909-48CF-B14E-859997849F5A}" type="pres">
      <dgm:prSet presAssocID="{9E50D789-F443-4F87-AABF-21B895119F63}" presName="conn2-1" presStyleLbl="parChTrans1D3" presStyleIdx="7" presStyleCnt="10"/>
      <dgm:spPr/>
    </dgm:pt>
    <dgm:pt modelId="{62B32946-0555-4CA6-A676-F8368863D843}" type="pres">
      <dgm:prSet presAssocID="{9E50D789-F443-4F87-AABF-21B895119F63}" presName="connTx" presStyleLbl="parChTrans1D3" presStyleIdx="7" presStyleCnt="10"/>
      <dgm:spPr/>
    </dgm:pt>
    <dgm:pt modelId="{AA409969-18B7-48FE-95F1-8F1A19799B0B}" type="pres">
      <dgm:prSet presAssocID="{948D3F28-4669-4EC4-923F-385FD3758F7A}" presName="root2" presStyleCnt="0"/>
      <dgm:spPr/>
    </dgm:pt>
    <dgm:pt modelId="{A6BD61BC-4141-400E-ACB2-D57F9AF06952}" type="pres">
      <dgm:prSet presAssocID="{948D3F28-4669-4EC4-923F-385FD3758F7A}" presName="LevelTwoTextNode" presStyleLbl="node3" presStyleIdx="7" presStyleCnt="10">
        <dgm:presLayoutVars>
          <dgm:chPref val="3"/>
        </dgm:presLayoutVars>
      </dgm:prSet>
      <dgm:spPr/>
    </dgm:pt>
    <dgm:pt modelId="{EFA03ACC-9B27-49AD-A779-76953488942D}" type="pres">
      <dgm:prSet presAssocID="{948D3F28-4669-4EC4-923F-385FD3758F7A}" presName="level3hierChild" presStyleCnt="0"/>
      <dgm:spPr/>
    </dgm:pt>
    <dgm:pt modelId="{31F36AA4-DD88-458F-818F-4B4E19268883}" type="pres">
      <dgm:prSet presAssocID="{F4766236-2E60-4496-BE2D-DDA0A2830C6F}" presName="conn2-1" presStyleLbl="parChTrans1D4" presStyleIdx="7" presStyleCnt="10"/>
      <dgm:spPr/>
    </dgm:pt>
    <dgm:pt modelId="{FED8EC24-646E-4BC6-9059-80111B5EF84C}" type="pres">
      <dgm:prSet presAssocID="{F4766236-2E60-4496-BE2D-DDA0A2830C6F}" presName="connTx" presStyleLbl="parChTrans1D4" presStyleIdx="7" presStyleCnt="10"/>
      <dgm:spPr/>
    </dgm:pt>
    <dgm:pt modelId="{9F8ED2AF-ED2D-4E73-86F3-28276EBA94C9}" type="pres">
      <dgm:prSet presAssocID="{B7F23F51-714B-4CC5-B895-74511E2C08B0}" presName="root2" presStyleCnt="0"/>
      <dgm:spPr/>
    </dgm:pt>
    <dgm:pt modelId="{62CD0928-6BCA-4D3E-A0AE-B8409B2849FD}" type="pres">
      <dgm:prSet presAssocID="{B7F23F51-714B-4CC5-B895-74511E2C08B0}" presName="LevelTwoTextNode" presStyleLbl="node4" presStyleIdx="7" presStyleCnt="10" custScaleX="48217">
        <dgm:presLayoutVars>
          <dgm:chPref val="3"/>
        </dgm:presLayoutVars>
      </dgm:prSet>
      <dgm:spPr/>
    </dgm:pt>
    <dgm:pt modelId="{2DCF32DA-CA76-4910-9EE2-F923E6533571}" type="pres">
      <dgm:prSet presAssocID="{B7F23F51-714B-4CC5-B895-74511E2C08B0}" presName="level3hierChild" presStyleCnt="0"/>
      <dgm:spPr/>
    </dgm:pt>
    <dgm:pt modelId="{88664CCB-9214-4D82-86B3-EFDDCFEAF4FB}" type="pres">
      <dgm:prSet presAssocID="{1BFF9B2F-01F0-4194-8B16-72C7004F37AD}" presName="conn2-1" presStyleLbl="parChTrans1D2" presStyleIdx="8" presStyleCnt="10"/>
      <dgm:spPr/>
    </dgm:pt>
    <dgm:pt modelId="{EE83F653-B2FA-4D4B-85D3-D5575E7023AC}" type="pres">
      <dgm:prSet presAssocID="{1BFF9B2F-01F0-4194-8B16-72C7004F37AD}" presName="connTx" presStyleLbl="parChTrans1D2" presStyleIdx="8" presStyleCnt="10"/>
      <dgm:spPr/>
    </dgm:pt>
    <dgm:pt modelId="{9F7A3BE1-8606-43FD-B7EE-7A3DFB935645}" type="pres">
      <dgm:prSet presAssocID="{63A13E15-030F-42B2-A010-CCBD43D5DA68}" presName="root2" presStyleCnt="0"/>
      <dgm:spPr/>
    </dgm:pt>
    <dgm:pt modelId="{93341C07-B5F1-4CC7-BB14-0920D0E784AE}" type="pres">
      <dgm:prSet presAssocID="{63A13E15-030F-42B2-A010-CCBD43D5DA68}" presName="LevelTwoTextNode" presStyleLbl="node2" presStyleIdx="8" presStyleCnt="10">
        <dgm:presLayoutVars>
          <dgm:chPref val="3"/>
        </dgm:presLayoutVars>
      </dgm:prSet>
      <dgm:spPr/>
    </dgm:pt>
    <dgm:pt modelId="{6D0F1497-A2DD-48C8-9967-E8CCD380CFE3}" type="pres">
      <dgm:prSet presAssocID="{63A13E15-030F-42B2-A010-CCBD43D5DA68}" presName="level3hierChild" presStyleCnt="0"/>
      <dgm:spPr/>
    </dgm:pt>
    <dgm:pt modelId="{2AEE0977-4A75-4059-821D-B21488B2EDD3}" type="pres">
      <dgm:prSet presAssocID="{5BED75B8-F9CB-4F93-9113-8E17F4221FB1}" presName="conn2-1" presStyleLbl="parChTrans1D3" presStyleIdx="8" presStyleCnt="10"/>
      <dgm:spPr/>
    </dgm:pt>
    <dgm:pt modelId="{4AB34F3F-5530-4B4A-AD3D-E7353D81C3E6}" type="pres">
      <dgm:prSet presAssocID="{5BED75B8-F9CB-4F93-9113-8E17F4221FB1}" presName="connTx" presStyleLbl="parChTrans1D3" presStyleIdx="8" presStyleCnt="10"/>
      <dgm:spPr/>
    </dgm:pt>
    <dgm:pt modelId="{3902BB5D-4B78-4067-B6D6-C2E2A0BD19FA}" type="pres">
      <dgm:prSet presAssocID="{B6140F67-7907-4206-B3F2-799B6774088D}" presName="root2" presStyleCnt="0"/>
      <dgm:spPr/>
    </dgm:pt>
    <dgm:pt modelId="{3A5EF45C-5D59-4585-B71A-DF482DAE80EE}" type="pres">
      <dgm:prSet presAssocID="{B6140F67-7907-4206-B3F2-799B6774088D}" presName="LevelTwoTextNode" presStyleLbl="node3" presStyleIdx="8" presStyleCnt="10">
        <dgm:presLayoutVars>
          <dgm:chPref val="3"/>
        </dgm:presLayoutVars>
      </dgm:prSet>
      <dgm:spPr/>
    </dgm:pt>
    <dgm:pt modelId="{5C7EA8AE-0C6F-4A6E-8165-E1C62B608C9A}" type="pres">
      <dgm:prSet presAssocID="{B6140F67-7907-4206-B3F2-799B6774088D}" presName="level3hierChild" presStyleCnt="0"/>
      <dgm:spPr/>
    </dgm:pt>
    <dgm:pt modelId="{5C95B02D-F837-46A9-85F9-5F6D834B3855}" type="pres">
      <dgm:prSet presAssocID="{A6FDB82A-259F-423A-8A53-30F7942AB2B3}" presName="conn2-1" presStyleLbl="parChTrans1D4" presStyleIdx="8" presStyleCnt="10"/>
      <dgm:spPr/>
    </dgm:pt>
    <dgm:pt modelId="{8885D25F-0ABF-4D46-84B4-00F0133DAEEC}" type="pres">
      <dgm:prSet presAssocID="{A6FDB82A-259F-423A-8A53-30F7942AB2B3}" presName="connTx" presStyleLbl="parChTrans1D4" presStyleIdx="8" presStyleCnt="10"/>
      <dgm:spPr/>
    </dgm:pt>
    <dgm:pt modelId="{0FB46B19-C355-435C-8133-89C2E19DF246}" type="pres">
      <dgm:prSet presAssocID="{42A41EC5-2025-4CD8-97FA-81FBABC0ADAE}" presName="root2" presStyleCnt="0"/>
      <dgm:spPr/>
    </dgm:pt>
    <dgm:pt modelId="{AC7A7488-4047-4261-AB4A-0880674A7AEE}" type="pres">
      <dgm:prSet presAssocID="{42A41EC5-2025-4CD8-97FA-81FBABC0ADAE}" presName="LevelTwoTextNode" presStyleLbl="node4" presStyleIdx="8" presStyleCnt="10" custScaleX="48217">
        <dgm:presLayoutVars>
          <dgm:chPref val="3"/>
        </dgm:presLayoutVars>
      </dgm:prSet>
      <dgm:spPr/>
    </dgm:pt>
    <dgm:pt modelId="{8BA6894D-F20F-4C08-A080-855FF671A8A8}" type="pres">
      <dgm:prSet presAssocID="{42A41EC5-2025-4CD8-97FA-81FBABC0ADAE}" presName="level3hierChild" presStyleCnt="0"/>
      <dgm:spPr/>
    </dgm:pt>
    <dgm:pt modelId="{B54A146A-C397-4393-8761-FDBFA51A4112}" type="pres">
      <dgm:prSet presAssocID="{16804AD2-2BD1-4CAB-A594-13FF7A771F87}" presName="conn2-1" presStyleLbl="parChTrans1D2" presStyleIdx="9" presStyleCnt="10"/>
      <dgm:spPr/>
    </dgm:pt>
    <dgm:pt modelId="{DAA9B2DB-77F3-4C78-9BD9-862C8A248540}" type="pres">
      <dgm:prSet presAssocID="{16804AD2-2BD1-4CAB-A594-13FF7A771F87}" presName="connTx" presStyleLbl="parChTrans1D2" presStyleIdx="9" presStyleCnt="10"/>
      <dgm:spPr/>
    </dgm:pt>
    <dgm:pt modelId="{91B65F22-E8C6-4E92-BAE3-8EF52EB9AACD}" type="pres">
      <dgm:prSet presAssocID="{B7E54385-8BC1-46FF-8E14-00F1B0661F6D}" presName="root2" presStyleCnt="0"/>
      <dgm:spPr/>
    </dgm:pt>
    <dgm:pt modelId="{75224694-FEBD-44E2-8AFD-7986A3DACA1B}" type="pres">
      <dgm:prSet presAssocID="{B7E54385-8BC1-46FF-8E14-00F1B0661F6D}" presName="LevelTwoTextNode" presStyleLbl="node2" presStyleIdx="9" presStyleCnt="10">
        <dgm:presLayoutVars>
          <dgm:chPref val="3"/>
        </dgm:presLayoutVars>
      </dgm:prSet>
      <dgm:spPr/>
    </dgm:pt>
    <dgm:pt modelId="{8F932B06-8D24-48C2-986E-85A98DF2BF49}" type="pres">
      <dgm:prSet presAssocID="{B7E54385-8BC1-46FF-8E14-00F1B0661F6D}" presName="level3hierChild" presStyleCnt="0"/>
      <dgm:spPr/>
    </dgm:pt>
    <dgm:pt modelId="{747CBD9F-0F68-4B8F-BAF3-AEE6DB596339}" type="pres">
      <dgm:prSet presAssocID="{7B421B0F-55A0-43E3-AAB4-7F7453CC308D}" presName="conn2-1" presStyleLbl="parChTrans1D3" presStyleIdx="9" presStyleCnt="10"/>
      <dgm:spPr/>
    </dgm:pt>
    <dgm:pt modelId="{22109A78-C266-456E-A8A3-606D11D0C223}" type="pres">
      <dgm:prSet presAssocID="{7B421B0F-55A0-43E3-AAB4-7F7453CC308D}" presName="connTx" presStyleLbl="parChTrans1D3" presStyleIdx="9" presStyleCnt="10"/>
      <dgm:spPr/>
    </dgm:pt>
    <dgm:pt modelId="{69874150-BD58-47A0-B921-20BA67853E91}" type="pres">
      <dgm:prSet presAssocID="{D65AB02F-F0A3-46D7-B932-7864B7047F56}" presName="root2" presStyleCnt="0"/>
      <dgm:spPr/>
    </dgm:pt>
    <dgm:pt modelId="{D89E6211-9339-4E00-83E1-A64D8A24E0D9}" type="pres">
      <dgm:prSet presAssocID="{D65AB02F-F0A3-46D7-B932-7864B7047F56}" presName="LevelTwoTextNode" presStyleLbl="node3" presStyleIdx="9" presStyleCnt="10">
        <dgm:presLayoutVars>
          <dgm:chPref val="3"/>
        </dgm:presLayoutVars>
      </dgm:prSet>
      <dgm:spPr/>
    </dgm:pt>
    <dgm:pt modelId="{97082421-5CCD-47E9-A5FD-287524F9D066}" type="pres">
      <dgm:prSet presAssocID="{D65AB02F-F0A3-46D7-B932-7864B7047F56}" presName="level3hierChild" presStyleCnt="0"/>
      <dgm:spPr/>
    </dgm:pt>
    <dgm:pt modelId="{11BD399B-B673-4ADD-B2C7-191B70275F26}" type="pres">
      <dgm:prSet presAssocID="{7D955B6F-F42D-4BD2-9D6E-CB680270C029}" presName="conn2-1" presStyleLbl="parChTrans1D4" presStyleIdx="9" presStyleCnt="10"/>
      <dgm:spPr/>
    </dgm:pt>
    <dgm:pt modelId="{2980A471-699E-4437-8082-CA996D1BA17A}" type="pres">
      <dgm:prSet presAssocID="{7D955B6F-F42D-4BD2-9D6E-CB680270C029}" presName="connTx" presStyleLbl="parChTrans1D4" presStyleIdx="9" presStyleCnt="10"/>
      <dgm:spPr/>
    </dgm:pt>
    <dgm:pt modelId="{5837B947-59D4-4AEA-B59F-5DDF2AB873CF}" type="pres">
      <dgm:prSet presAssocID="{DFCECDA1-F5DE-4D2E-B165-821A13D53181}" presName="root2" presStyleCnt="0"/>
      <dgm:spPr/>
    </dgm:pt>
    <dgm:pt modelId="{456F0F22-75ED-457F-8E88-1EB5484B99EB}" type="pres">
      <dgm:prSet presAssocID="{DFCECDA1-F5DE-4D2E-B165-821A13D53181}" presName="LevelTwoTextNode" presStyleLbl="node4" presStyleIdx="9" presStyleCnt="10" custScaleX="47604">
        <dgm:presLayoutVars>
          <dgm:chPref val="3"/>
        </dgm:presLayoutVars>
      </dgm:prSet>
      <dgm:spPr/>
    </dgm:pt>
    <dgm:pt modelId="{184C6EBA-8BD1-4908-96D8-B7C2DEDE91C4}" type="pres">
      <dgm:prSet presAssocID="{DFCECDA1-F5DE-4D2E-B165-821A13D53181}" presName="level3hierChild" presStyleCnt="0"/>
      <dgm:spPr/>
    </dgm:pt>
  </dgm:ptLst>
  <dgm:cxnLst>
    <dgm:cxn modelId="{22D04C02-25CD-43D4-90B9-6248B556A1AE}" type="presOf" srcId="{CA7C5D69-D6FC-4892-9597-36D34D7B757B}" destId="{7B24AA88-93EC-4ACD-A3A2-F98FFA8C9C81}" srcOrd="0" destOrd="0" presId="urn:microsoft.com/office/officeart/2008/layout/HorizontalMultiLevelHierarchy"/>
    <dgm:cxn modelId="{6AE78902-1C9B-43EC-9943-6DDD28DF04AF}" type="presOf" srcId="{8DCCF5A1-F5D2-48CE-BA98-5C85D6801254}" destId="{32ACC1F6-D5B9-4CEA-991A-2E04658BD206}" srcOrd="0" destOrd="0" presId="urn:microsoft.com/office/officeart/2008/layout/HorizontalMultiLevelHierarchy"/>
    <dgm:cxn modelId="{A8E09C02-671D-4CF4-A61A-A56A0B473527}" type="presOf" srcId="{D61E1BDC-FFB4-4FDA-9F8F-A2D38A22FC13}" destId="{F7C38909-BE07-464E-834D-BDCFBA258100}" srcOrd="0" destOrd="0" presId="urn:microsoft.com/office/officeart/2008/layout/HorizontalMultiLevelHierarchy"/>
    <dgm:cxn modelId="{899AE004-6F58-478C-BE2F-947832F2A7B5}" type="presOf" srcId="{2194B898-C327-4D4E-88DA-2F67F1A8A247}" destId="{3F3348B2-04C2-46F8-8EB7-421170EC45A5}" srcOrd="0" destOrd="0" presId="urn:microsoft.com/office/officeart/2008/layout/HorizontalMultiLevelHierarchy"/>
    <dgm:cxn modelId="{8DEEAC05-5C05-4D16-8CB1-883749B2EC24}" type="presOf" srcId="{D2456FFE-F36C-467B-9DE2-B796DD2BB734}" destId="{6E352E3A-D0F9-481B-A998-5B020A8C76CE}" srcOrd="0" destOrd="0" presId="urn:microsoft.com/office/officeart/2008/layout/HorizontalMultiLevelHierarchy"/>
    <dgm:cxn modelId="{D4DC6D06-967A-44CD-9269-82429B138CAF}" srcId="{ED807E35-B5D3-4BCB-9B29-5888EC2127F1}" destId="{9897D2E6-F94B-448B-8BE6-3285E665D56C}" srcOrd="0" destOrd="0" parTransId="{C9F7F83B-5B4E-4FAB-A909-C8D85E4AE524}" sibTransId="{1991202F-E28A-4D96-AA0C-25EC813BE1CA}"/>
    <dgm:cxn modelId="{73C9C206-207C-4636-8C78-43F1C823F59B}" type="presOf" srcId="{6583610E-1A7C-4E10-B2E8-E0C19D00B9A0}" destId="{6F6144C2-8CC6-4AA7-AF21-168289CF647E}" srcOrd="0" destOrd="0" presId="urn:microsoft.com/office/officeart/2008/layout/HorizontalMultiLevelHierarchy"/>
    <dgm:cxn modelId="{E0F3720A-1CCC-4D19-B13D-BE807232DEFA}" type="presOf" srcId="{8BE22E42-DB0A-4790-87BD-8B0CEA94CA04}" destId="{B1DAB71E-6E0D-4893-9248-FF2AC3D62576}" srcOrd="1" destOrd="0" presId="urn:microsoft.com/office/officeart/2008/layout/HorizontalMultiLevelHierarchy"/>
    <dgm:cxn modelId="{348AFB0A-9BF6-4672-AB7F-283A6551FC7C}" srcId="{F8A4306D-2EA6-4060-9C81-584FC924A72D}" destId="{07CF0387-B6A7-46F6-8D80-6515DE1A07FD}" srcOrd="7" destOrd="0" parTransId="{402FF5D2-6E69-442B-87ED-AF119AB98C9A}" sibTransId="{FD08B8F3-3B0B-4311-A42C-F673A29231EB}"/>
    <dgm:cxn modelId="{A6B0060D-E84B-4E1D-8CEE-B1FAC323329F}" type="presOf" srcId="{CA7C5D69-D6FC-4892-9597-36D34D7B757B}" destId="{8356AC79-2EF4-49C1-9BE8-D778171D8DF5}" srcOrd="1" destOrd="0" presId="urn:microsoft.com/office/officeart/2008/layout/HorizontalMultiLevelHierarchy"/>
    <dgm:cxn modelId="{D9D74E0E-F867-4365-8B23-590E4B169E3F}" type="presOf" srcId="{B14A0311-5726-4475-9E53-85C836AFC92C}" destId="{A3CE5435-1141-42DD-980C-414E23182890}" srcOrd="0" destOrd="0" presId="urn:microsoft.com/office/officeart/2008/layout/HorizontalMultiLevelHierarchy"/>
    <dgm:cxn modelId="{A319280F-0427-40DF-A98A-05E17EE42AF5}" type="presOf" srcId="{9E50D789-F443-4F87-AABF-21B895119F63}" destId="{FEF38621-C909-48CF-B14E-859997849F5A}" srcOrd="0" destOrd="0" presId="urn:microsoft.com/office/officeart/2008/layout/HorizontalMultiLevelHierarchy"/>
    <dgm:cxn modelId="{C27F290F-707C-45AB-A55E-44EE069242E7}" type="presOf" srcId="{F216DE7E-3334-4222-95FA-227277899B84}" destId="{D0460D2A-98B4-4457-AD5C-1B61D4B2581C}" srcOrd="1" destOrd="0" presId="urn:microsoft.com/office/officeart/2008/layout/HorizontalMultiLevelHierarchy"/>
    <dgm:cxn modelId="{2510310F-959B-4490-810F-91168A8A8215}" type="presOf" srcId="{63A13E15-030F-42B2-A010-CCBD43D5DA68}" destId="{93341C07-B5F1-4CC7-BB14-0920D0E784AE}" srcOrd="0" destOrd="0" presId="urn:microsoft.com/office/officeart/2008/layout/HorizontalMultiLevelHierarchy"/>
    <dgm:cxn modelId="{3C2CE814-C70A-4E0D-B8EA-155DA9CB1568}" srcId="{63A13E15-030F-42B2-A010-CCBD43D5DA68}" destId="{B6140F67-7907-4206-B3F2-799B6774088D}" srcOrd="0" destOrd="0" parTransId="{5BED75B8-F9CB-4F93-9113-8E17F4221FB1}" sibTransId="{F8A2730F-FEBE-4E6B-A076-8B916F9F43D7}"/>
    <dgm:cxn modelId="{25BC0018-D845-4DA4-82DB-FEA50CEA7A8F}" type="presOf" srcId="{6CC69F66-5D34-423E-AF5E-53AB5F7CFF70}" destId="{FCB80174-977E-4FDC-A16B-7D1437C183F2}" srcOrd="1" destOrd="0" presId="urn:microsoft.com/office/officeart/2008/layout/HorizontalMultiLevelHierarchy"/>
    <dgm:cxn modelId="{4AE8AA18-C351-4D53-9F1F-7149F0D4C3E1}" type="presOf" srcId="{7D955B6F-F42D-4BD2-9D6E-CB680270C029}" destId="{11BD399B-B673-4ADD-B2C7-191B70275F26}" srcOrd="0" destOrd="0" presId="urn:microsoft.com/office/officeart/2008/layout/HorizontalMultiLevelHierarchy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FDF1B41C-26FB-4E26-B4DE-3CD07C59CCB6}" srcId="{B6140F67-7907-4206-B3F2-799B6774088D}" destId="{42A41EC5-2025-4CD8-97FA-81FBABC0ADAE}" srcOrd="0" destOrd="0" parTransId="{A6FDB82A-259F-423A-8A53-30F7942AB2B3}" sibTransId="{9F0FC837-061F-49B1-A15E-EAFB301FF3B7}"/>
    <dgm:cxn modelId="{75280D1D-76A5-4CDC-87AA-0738FDEC180B}" srcId="{9897D2E6-F94B-448B-8BE6-3285E665D56C}" destId="{1D9A273D-1FBC-4DF9-9327-BA236040218D}" srcOrd="0" destOrd="0" parTransId="{0F307B27-365F-4572-9BEA-9980CAE2B7E2}" sibTransId="{D18D3C83-A8F8-4B0F-BBF7-AC3C021C1A87}"/>
    <dgm:cxn modelId="{F8EBFD20-C73B-4EF0-B2CB-FD0E66DA3C6D}" type="presOf" srcId="{6CC69F66-5D34-423E-AF5E-53AB5F7CFF70}" destId="{4D78C0FD-C85D-44AE-95F1-5625C530C688}" srcOrd="0" destOrd="0" presId="urn:microsoft.com/office/officeart/2008/layout/HorizontalMultiLevelHierarchy"/>
    <dgm:cxn modelId="{934F2523-3EDD-4856-8F1E-32AE6EEDE0CE}" srcId="{D24F37B4-0AF7-4F6F-ABF8-8A9141F9BE16}" destId="{4B8BF121-62A4-42D6-8D44-3CD0F5A21956}" srcOrd="0" destOrd="0" parTransId="{CA7C5D69-D6FC-4892-9597-36D34D7B757B}" sibTransId="{0B2F41B0-D65D-4399-A01C-2330905C7F0D}"/>
    <dgm:cxn modelId="{4A96D523-45AA-4ABB-8657-1EAE97E9E14B}" type="presOf" srcId="{EE2C145F-630A-43D4-9DBF-44F891674202}" destId="{B2BD390E-5AA1-48EE-BC8C-249D037084F5}" srcOrd="0" destOrd="0" presId="urn:microsoft.com/office/officeart/2008/layout/HorizontalMultiLevelHierarchy"/>
    <dgm:cxn modelId="{E648EC23-B95C-4EDC-BFD2-1E491C835AE0}" type="presOf" srcId="{B7F23F51-714B-4CC5-B895-74511E2C08B0}" destId="{62CD0928-6BCA-4D3E-A0AE-B8409B2849FD}" srcOrd="0" destOrd="0" presId="urn:microsoft.com/office/officeart/2008/layout/HorizontalMultiLevelHierarchy"/>
    <dgm:cxn modelId="{DB72C72A-0153-4D0A-B301-09AE4EBA8D00}" srcId="{8DCCF5A1-F5D2-48CE-BA98-5C85D6801254}" destId="{4C600106-8F02-465B-A4CD-0CBA6ED6368D}" srcOrd="0" destOrd="0" parTransId="{F216DE7E-3334-4222-95FA-227277899B84}" sibTransId="{AC990C1A-D79F-4FD3-A66D-317E3B0924A6}"/>
    <dgm:cxn modelId="{25B5E12C-3671-4FED-BA9A-28FB09331F4A}" srcId="{D65AB02F-F0A3-46D7-B932-7864B7047F56}" destId="{DFCECDA1-F5DE-4D2E-B165-821A13D53181}" srcOrd="0" destOrd="0" parTransId="{7D955B6F-F42D-4BD2-9D6E-CB680270C029}" sibTransId="{233A2DDF-4C40-4B1C-8BF2-15D4778F5870}"/>
    <dgm:cxn modelId="{11812D2D-B1B3-45D5-A90D-17B62C27706E}" srcId="{26A7866C-CE89-4BAB-B6B8-421B68991845}" destId="{6583610E-1A7C-4E10-B2E8-E0C19D00B9A0}" srcOrd="0" destOrd="0" parTransId="{B7683DED-10F4-4090-8D51-0CEAF7134D98}" sibTransId="{667C098B-61D3-422E-A1FF-07987E7694DE}"/>
    <dgm:cxn modelId="{E352E12D-F110-49B1-8F8B-2F04126B6382}" type="presOf" srcId="{ACEB4D7F-AA28-40ED-93F7-336EFDA6045B}" destId="{60DB86B8-AB26-4AE4-820F-80100E439A3D}" srcOrd="0" destOrd="0" presId="urn:microsoft.com/office/officeart/2008/layout/HorizontalMultiLevelHierarchy"/>
    <dgm:cxn modelId="{09CD7A31-BF00-419E-B869-4F9E59819A52}" type="presOf" srcId="{8BE22E42-DB0A-4790-87BD-8B0CEA94CA04}" destId="{FA624BE1-9ACC-4E7D-9F6D-BDD9E6D78BF6}" srcOrd="0" destOrd="0" presId="urn:microsoft.com/office/officeart/2008/layout/HorizontalMultiLevelHierarchy"/>
    <dgm:cxn modelId="{CC976535-82A9-4292-9E6F-E474CC0D4846}" srcId="{6583610E-1A7C-4E10-B2E8-E0C19D00B9A0}" destId="{6C2C6C0D-F038-48BF-A77A-0396757F631F}" srcOrd="0" destOrd="0" parTransId="{B6D3E7F0-AD88-4060-8B97-6B68D288808B}" sibTransId="{C0936F94-6589-4112-96E6-7D66E05D931C}"/>
    <dgm:cxn modelId="{131E2837-372E-4A79-94D4-F1FBC198DEE6}" type="presOf" srcId="{7B421B0F-55A0-43E3-AAB4-7F7453CC308D}" destId="{747CBD9F-0F68-4B8F-BAF3-AEE6DB596339}" srcOrd="0" destOrd="0" presId="urn:microsoft.com/office/officeart/2008/layout/HorizontalMultiLevelHierarchy"/>
    <dgm:cxn modelId="{807FC837-71E4-4AE7-913E-51A9812AFDCA}" type="presOf" srcId="{8227352B-B68B-42C2-86D3-836F3AECFF93}" destId="{F9485734-481E-4A53-B2D5-97F403D795A0}" srcOrd="0" destOrd="0" presId="urn:microsoft.com/office/officeart/2008/layout/HorizontalMultiLevelHierarchy"/>
    <dgm:cxn modelId="{DA443F39-7638-4785-A6E1-F6D1B1599E7B}" type="presOf" srcId="{5BED75B8-F9CB-4F93-9113-8E17F4221FB1}" destId="{4AB34F3F-5530-4B4A-AD3D-E7353D81C3E6}" srcOrd="1" destOrd="0" presId="urn:microsoft.com/office/officeart/2008/layout/HorizontalMultiLevelHierarchy"/>
    <dgm:cxn modelId="{08FC9539-9F72-4930-AD2B-CA7BE805CB84}" type="presOf" srcId="{DFCECDA1-F5DE-4D2E-B165-821A13D53181}" destId="{456F0F22-75ED-457F-8E88-1EB5484B99EB}" srcOrd="0" destOrd="0" presId="urn:microsoft.com/office/officeart/2008/layout/HorizontalMultiLevelHierarchy"/>
    <dgm:cxn modelId="{2845123A-3920-47B1-A1F0-E5555AD756AF}" type="presOf" srcId="{B48D0B44-3110-4378-976A-B95BE2D92E56}" destId="{22F4890B-3AF7-42E3-9465-6D51CBFE7F22}" srcOrd="0" destOrd="0" presId="urn:microsoft.com/office/officeart/2008/layout/HorizontalMultiLevelHierarchy"/>
    <dgm:cxn modelId="{494CF23A-5040-40A8-8495-0EDC57AE6F2D}" type="presOf" srcId="{7D955B6F-F42D-4BD2-9D6E-CB680270C029}" destId="{2980A471-699E-4437-8082-CA996D1BA17A}" srcOrd="1" destOrd="0" presId="urn:microsoft.com/office/officeart/2008/layout/HorizontalMultiLevelHierarchy"/>
    <dgm:cxn modelId="{EA34843C-EBCE-450E-9D09-82719DF160E4}" srcId="{07CF0387-B6A7-46F6-8D80-6515DE1A07FD}" destId="{948D3F28-4669-4EC4-923F-385FD3758F7A}" srcOrd="0" destOrd="0" parTransId="{9E50D789-F443-4F87-AABF-21B895119F63}" sibTransId="{B7E079C7-AD44-426C-8A80-C0CA0F1B966F}"/>
    <dgm:cxn modelId="{5329813E-1D5A-494A-8D5D-891D7F4E6E56}" type="presOf" srcId="{1EAAA8DD-4A75-4985-B423-64C84D4EE993}" destId="{37CD627C-8293-4029-B114-AA7B7535644E}" srcOrd="1" destOrd="0" presId="urn:microsoft.com/office/officeart/2008/layout/HorizontalMultiLevelHierarchy"/>
    <dgm:cxn modelId="{21A2E43E-DCCE-42D5-98F0-39217ABBF7C6}" type="presOf" srcId="{D61E1BDC-FFB4-4FDA-9F8F-A2D38A22FC13}" destId="{2D59348E-CC92-4EDA-8DAB-F0153DE00DFE}" srcOrd="1" destOrd="0" presId="urn:microsoft.com/office/officeart/2008/layout/HorizontalMultiLevelHierarchy"/>
    <dgm:cxn modelId="{991C4240-1726-4959-BC40-EFAD4803F120}" type="presOf" srcId="{F8A4306D-2EA6-4060-9C81-584FC924A72D}" destId="{1A8C8775-11A9-4910-9DB9-4ADDC072442C}" srcOrd="0" destOrd="0" presId="urn:microsoft.com/office/officeart/2008/layout/HorizontalMultiLevelHierarchy"/>
    <dgm:cxn modelId="{0FE9BB40-8654-46A5-A93A-1DD2531F9228}" srcId="{948D3F28-4669-4EC4-923F-385FD3758F7A}" destId="{B7F23F51-714B-4CC5-B895-74511E2C08B0}" srcOrd="0" destOrd="0" parTransId="{F4766236-2E60-4496-BE2D-DDA0A2830C6F}" sibTransId="{2CBA1ACC-13CE-474A-9329-8ADE3D9C29ED}"/>
    <dgm:cxn modelId="{15CFC25F-F714-4A2F-AECB-347BFA9829C0}" type="presOf" srcId="{B2DB83ED-41AF-4BCB-925B-2B612D563F67}" destId="{FDF91A2A-2A66-4C6C-A86A-CDF4326DA8EE}" srcOrd="0" destOrd="0" presId="urn:microsoft.com/office/officeart/2008/layout/HorizontalMultiLevelHierarchy"/>
    <dgm:cxn modelId="{F5A86143-71AB-4068-AB10-67DFA5609761}" type="presOf" srcId="{950148CB-A4C6-463D-AF37-AF261141D0EB}" destId="{46C640A8-4221-49EA-B21F-B4D90F5A805F}" srcOrd="1" destOrd="0" presId="urn:microsoft.com/office/officeart/2008/layout/HorizontalMultiLevelHierarchy"/>
    <dgm:cxn modelId="{EB8CBB45-0681-4E0B-8784-9569E61246BC}" type="presOf" srcId="{F4766236-2E60-4496-BE2D-DDA0A2830C6F}" destId="{31F36AA4-DD88-458F-818F-4B4E19268883}" srcOrd="0" destOrd="0" presId="urn:microsoft.com/office/officeart/2008/layout/HorizontalMultiLevelHierarchy"/>
    <dgm:cxn modelId="{BD61E167-A2AD-4B17-B4DD-497291DAA514}" type="presOf" srcId="{950148CB-A4C6-463D-AF37-AF261141D0EB}" destId="{EA21B7AA-9486-4067-B349-50CE4D95F9B9}" srcOrd="0" destOrd="0" presId="urn:microsoft.com/office/officeart/2008/layout/HorizontalMultiLevelHierarchy"/>
    <dgm:cxn modelId="{B18DEC67-0299-4388-98EF-CC615B86A57B}" srcId="{D386F11A-1804-40C3-B4C6-97A93DDDA638}" destId="{FCC30B53-80CF-495C-9E37-AE840D0A54E9}" srcOrd="0" destOrd="0" parTransId="{2194B898-C327-4D4E-88DA-2F67F1A8A247}" sibTransId="{E6CB6BCC-2022-4E26-8590-C6A9B6610F55}"/>
    <dgm:cxn modelId="{FF6C7B69-D2C2-4CB6-AD2B-4565A6022050}" type="presOf" srcId="{42357B54-A9CE-4816-924C-DF487F79B752}" destId="{FE941F1F-20CA-4C55-B397-5F4B1C4D50F1}" srcOrd="0" destOrd="0" presId="urn:microsoft.com/office/officeart/2008/layout/HorizontalMultiLevelHierarchy"/>
    <dgm:cxn modelId="{1317FD6A-E801-47AB-95D2-381A058F8091}" type="presOf" srcId="{D65AB02F-F0A3-46D7-B932-7864B7047F56}" destId="{D89E6211-9339-4E00-83E1-A64D8A24E0D9}" srcOrd="0" destOrd="0" presId="urn:microsoft.com/office/officeart/2008/layout/HorizontalMultiLevelHierarchy"/>
    <dgm:cxn modelId="{4CAFD76B-1A84-48B6-A976-14A0A1B9652F}" type="presOf" srcId="{F216DE7E-3334-4222-95FA-227277899B84}" destId="{0B2C3DEE-29F0-4A70-9C19-F3A6568122D1}" srcOrd="0" destOrd="0" presId="urn:microsoft.com/office/officeart/2008/layout/HorizontalMultiLevelHierarchy"/>
    <dgm:cxn modelId="{F552366D-1AE6-461A-A825-48AB16BC9AAF}" type="presOf" srcId="{4B8BF121-62A4-42D6-8D44-3CD0F5A21956}" destId="{6C0DA723-208C-456B-8DC0-14BE49161222}" srcOrd="0" destOrd="0" presId="urn:microsoft.com/office/officeart/2008/layout/HorizontalMultiLevelHierarchy"/>
    <dgm:cxn modelId="{78DABA4E-94CD-4A76-837B-83BA564449F4}" type="presOf" srcId="{062E7DA8-0F4D-4255-95A1-57CEFA146D1D}" destId="{FE9BAB8F-E46F-4F0B-9F5C-E8662C1E6217}" srcOrd="0" destOrd="0" presId="urn:microsoft.com/office/officeart/2008/layout/HorizontalMultiLevelHierarchy"/>
    <dgm:cxn modelId="{A4A5016F-8EB5-4D34-97ED-EECA43990945}" type="presOf" srcId="{402FF5D2-6E69-442B-87ED-AF119AB98C9A}" destId="{E3D0D3B2-09CA-4905-A15A-B5077E79086E}" srcOrd="1" destOrd="0" presId="urn:microsoft.com/office/officeart/2008/layout/HorizontalMultiLevelHierarchy"/>
    <dgm:cxn modelId="{29CD5A6F-F4EA-4F75-87F3-0D8422B75A8D}" type="presOf" srcId="{6A43294B-A1CB-4D6F-B453-0FF0E5776867}" destId="{E43A60A7-9DDF-42B2-A812-4D4F0F75076B}" srcOrd="0" destOrd="0" presId="urn:microsoft.com/office/officeart/2008/layout/HorizontalMultiLevelHierarchy"/>
    <dgm:cxn modelId="{2B702970-F3AB-4C88-A4BF-C682AA38264F}" srcId="{B7E54385-8BC1-46FF-8E14-00F1B0661F6D}" destId="{D65AB02F-F0A3-46D7-B932-7864B7047F56}" srcOrd="0" destOrd="0" parTransId="{7B421B0F-55A0-43E3-AAB4-7F7453CC308D}" sibTransId="{195073AE-D293-42C7-948C-750FA9FCE90B}"/>
    <dgm:cxn modelId="{0E70C170-4D81-4FF9-9566-C91E8F95DC59}" type="presOf" srcId="{948D3F28-4669-4EC4-923F-385FD3758F7A}" destId="{A6BD61BC-4141-400E-ACB2-D57F9AF06952}" srcOrd="0" destOrd="0" presId="urn:microsoft.com/office/officeart/2008/layout/HorizontalMultiLevelHierarchy"/>
    <dgm:cxn modelId="{8E071053-5894-417F-A735-BCA4AF6EF028}" type="presOf" srcId="{6C2C6C0D-F038-48BF-A77A-0396757F631F}" destId="{B4C17056-AF94-4420-AB8F-2D52248DC182}" srcOrd="0" destOrd="0" presId="urn:microsoft.com/office/officeart/2008/layout/HorizontalMultiLevelHierarchy"/>
    <dgm:cxn modelId="{B6F98455-5A3D-4941-86E8-A1F688693F5E}" type="presOf" srcId="{6A43294B-A1CB-4D6F-B453-0FF0E5776867}" destId="{CE810C7E-C3EF-4168-95BF-2980E8095076}" srcOrd="1" destOrd="0" presId="urn:microsoft.com/office/officeart/2008/layout/HorizontalMultiLevelHierarchy"/>
    <dgm:cxn modelId="{9E540577-5698-4BFB-8F17-C6C6ED39632B}" type="presOf" srcId="{062E7DA8-0F4D-4255-95A1-57CEFA146D1D}" destId="{BF41CCA9-4415-4941-A18B-00E2CD618542}" srcOrd="1" destOrd="0" presId="urn:microsoft.com/office/officeart/2008/layout/HorizontalMultiLevelHierarchy"/>
    <dgm:cxn modelId="{AE237358-D77D-4D19-B789-89EE90CFE6DC}" type="presOf" srcId="{ED807E35-B5D3-4BCB-9B29-5888EC2127F1}" destId="{BEDCAB73-F473-4593-A1D1-34DA9B04C965}" srcOrd="0" destOrd="0" presId="urn:microsoft.com/office/officeart/2008/layout/HorizontalMultiLevelHierarchy"/>
    <dgm:cxn modelId="{1E4A9458-9D57-46A0-8A3D-DA02BEF21EFB}" type="presOf" srcId="{ACEB4D7F-AA28-40ED-93F7-336EFDA6045B}" destId="{486C6242-DD8D-402E-9699-C0DC4B6AA9AB}" srcOrd="1" destOrd="0" presId="urn:microsoft.com/office/officeart/2008/layout/HorizontalMultiLevelHierarchy"/>
    <dgm:cxn modelId="{F0AD175A-4A8F-4FA5-8BA8-FA37511C81B5}" type="presOf" srcId="{1BFF9B2F-01F0-4194-8B16-72C7004F37AD}" destId="{88664CCB-9214-4D82-86B3-EFDDCFEAF4FB}" srcOrd="0" destOrd="0" presId="urn:microsoft.com/office/officeart/2008/layout/HorizontalMultiLevelHierarchy"/>
    <dgm:cxn modelId="{99D12E7A-6014-430E-909B-061BF0F88179}" type="presOf" srcId="{16804AD2-2BD1-4CAB-A594-13FF7A771F87}" destId="{B54A146A-C397-4393-8761-FDBFA51A4112}" srcOrd="0" destOrd="0" presId="urn:microsoft.com/office/officeart/2008/layout/HorizontalMultiLevelHierarchy"/>
    <dgm:cxn modelId="{510FB87A-6F0D-4D62-8975-AC3E9E5BD8D5}" type="presOf" srcId="{16804AD2-2BD1-4CAB-A594-13FF7A771F87}" destId="{DAA9B2DB-77F3-4C78-9BD9-862C8A248540}" srcOrd="1" destOrd="0" presId="urn:microsoft.com/office/officeart/2008/layout/HorizontalMultiLevelHierarchy"/>
    <dgm:cxn modelId="{2370667D-6937-4D6B-8CB9-AA12259B6523}" type="presOf" srcId="{B6140F67-7907-4206-B3F2-799B6774088D}" destId="{3A5EF45C-5D59-4585-B71A-DF482DAE80EE}" srcOrd="0" destOrd="0" presId="urn:microsoft.com/office/officeart/2008/layout/HorizontalMultiLevelHierarchy"/>
    <dgm:cxn modelId="{004E6F7D-423A-4C1D-BEB9-5C94131F9E2C}" type="presOf" srcId="{B64052CB-BE3E-428B-A360-07E8C24CCC0C}" destId="{0B6CCB4A-7225-4330-8D7C-CAD770CEC914}" srcOrd="0" destOrd="0" presId="urn:microsoft.com/office/officeart/2008/layout/HorizontalMultiLevelHierarchy"/>
    <dgm:cxn modelId="{C61F8D7D-73CF-4709-9609-930DFB306AD9}" type="presOf" srcId="{0F307B27-365F-4572-9BEA-9980CAE2B7E2}" destId="{E3EB1B03-3487-40DA-947F-CE0DCBC1024C}" srcOrd="0" destOrd="0" presId="urn:microsoft.com/office/officeart/2008/layout/HorizontalMultiLevelHierarchy"/>
    <dgm:cxn modelId="{A6CC5881-129D-4112-BC4F-C5D4A924FF79}" type="presOf" srcId="{A6FDB82A-259F-423A-8A53-30F7942AB2B3}" destId="{5C95B02D-F837-46A9-85F9-5F6D834B3855}" srcOrd="0" destOrd="0" presId="urn:microsoft.com/office/officeart/2008/layout/HorizontalMultiLevelHierarchy"/>
    <dgm:cxn modelId="{CFFE1582-DA11-428B-B4DD-A91013E532E9}" type="presOf" srcId="{4C600106-8F02-465B-A4CD-0CBA6ED6368D}" destId="{7BB34EAD-A9D4-4433-82FB-8D85B83831B2}" srcOrd="0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9862A984-A641-45BD-BF2E-CA8A551884C9}" type="presOf" srcId="{42A41EC5-2025-4CD8-97FA-81FBABC0ADAE}" destId="{AC7A7488-4047-4261-AB4A-0880674A7AEE}" srcOrd="0" destOrd="0" presId="urn:microsoft.com/office/officeart/2008/layout/HorizontalMultiLevelHierarchy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CBC63B86-2368-4F99-A055-86D5D7F86104}" type="presOf" srcId="{7B421B0F-55A0-43E3-AAB4-7F7453CC308D}" destId="{22109A78-C266-456E-A8A3-606D11D0C223}" srcOrd="1" destOrd="0" presId="urn:microsoft.com/office/officeart/2008/layout/HorizontalMultiLevelHierarchy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4632D88A-6E2B-45DA-8A5F-FFD3FA0C9A32}" type="presOf" srcId="{5F7CA2C7-BF1C-4D92-89BB-913C3FE228D5}" destId="{A127D93A-C082-4168-98F1-0A3741E23D2D}" srcOrd="0" destOrd="0" presId="urn:microsoft.com/office/officeart/2008/layout/HorizontalMultiLevelHierarchy"/>
    <dgm:cxn modelId="{279C2392-CB97-4F7B-ADAC-E0F0BF309800}" type="presOf" srcId="{7504140D-134C-4BA2-B28E-EE6998E30577}" destId="{A4C1AF91-0772-401F-B452-1B9FB50D902D}" srcOrd="1" destOrd="0" presId="urn:microsoft.com/office/officeart/2008/layout/HorizontalMultiLevelHierarchy"/>
    <dgm:cxn modelId="{68DC6492-5C10-4F1E-A8D5-DF911FF2F10A}" srcId="{B2DB83ED-41AF-4BCB-925B-2B612D563F67}" destId="{D24F37B4-0AF7-4F6F-ABF8-8A9141F9BE16}" srcOrd="0" destOrd="0" parTransId="{6CC69F66-5D34-423E-AF5E-53AB5F7CFF70}" sibTransId="{A6A15A12-A559-43CD-8975-B137DC458BB2}"/>
    <dgm:cxn modelId="{8EE74E95-C630-4883-A844-160DDCDA2BAB}" type="presOf" srcId="{7504140D-134C-4BA2-B28E-EE6998E30577}" destId="{41991A70-5495-4DA6-ADF1-52AE3035041A}" srcOrd="0" destOrd="0" presId="urn:microsoft.com/office/officeart/2008/layout/HorizontalMultiLevelHierarchy"/>
    <dgm:cxn modelId="{6DA7379A-DBE2-41C4-854E-7A702D05CF86}" type="presOf" srcId="{26A7866C-CE89-4BAB-B6B8-421B68991845}" destId="{8F7C36BE-E589-4461-8F16-778807C0B166}" srcOrd="0" destOrd="0" presId="urn:microsoft.com/office/officeart/2008/layout/HorizontalMultiLevelHierarchy"/>
    <dgm:cxn modelId="{9C03EC9B-1AB5-4F10-939F-8212D19C8117}" type="presOf" srcId="{B7683DED-10F4-4090-8D51-0CEAF7134D98}" destId="{5E4E42DD-3DC5-4B9C-A797-9F0465C2C0C2}" srcOrd="0" destOrd="0" presId="urn:microsoft.com/office/officeart/2008/layout/HorizontalMultiLevelHierarchy"/>
    <dgm:cxn modelId="{4C16059C-7D3B-444D-ABA9-60EC9F2D5CD3}" srcId="{4C600106-8F02-465B-A4CD-0CBA6ED6368D}" destId="{EE2C145F-630A-43D4-9DBF-44F891674202}" srcOrd="0" destOrd="0" parTransId="{ACEB4D7F-AA28-40ED-93F7-336EFDA6045B}" sibTransId="{8BC291A3-05A4-4FF9-BCAD-D00951AEA457}"/>
    <dgm:cxn modelId="{014EBF9C-EC72-4AD7-88A5-1CA2835CCF5F}" type="presOf" srcId="{43C2C9CE-FB6B-4922-B62F-24129D0D74FE}" destId="{DAE82DBF-0D60-41F0-896E-3650DCF6B75A}" srcOrd="0" destOrd="0" presId="urn:microsoft.com/office/officeart/2008/layout/HorizontalMultiLevelHierarchy"/>
    <dgm:cxn modelId="{899B7F9E-74AA-4733-AE2A-95994AA61600}" type="presOf" srcId="{DC92EE81-E160-409C-8D57-13731F9F37AC}" destId="{92090F43-5B4E-4749-BCAA-CA724B1D4710}" srcOrd="0" destOrd="0" presId="urn:microsoft.com/office/officeart/2008/layout/HorizontalMultiLevelHierarchy"/>
    <dgm:cxn modelId="{B59F349F-E877-4B80-905E-3112BAAE5EDA}" type="presOf" srcId="{D386F11A-1804-40C3-B4C6-97A93DDDA638}" destId="{B2ADA6F2-50C6-4A88-AAA9-37F38027290A}" srcOrd="0" destOrd="0" presId="urn:microsoft.com/office/officeart/2008/layout/HorizontalMultiLevelHierarchy"/>
    <dgm:cxn modelId="{9B29C99F-C47C-47C0-9118-A6DC6B0E8D40}" type="presOf" srcId="{DC92EE81-E160-409C-8D57-13731F9F37AC}" destId="{81E432F6-3EF7-4549-811C-B578FA37B5ED}" srcOrd="1" destOrd="0" presId="urn:microsoft.com/office/officeart/2008/layout/HorizontalMultiLevelHierarchy"/>
    <dgm:cxn modelId="{39C50EA1-6E95-4699-8299-522087928322}" type="presOf" srcId="{B7683DED-10F4-4090-8D51-0CEAF7134D98}" destId="{D8B29C5C-0816-4F81-865B-7EB6704402BF}" srcOrd="1" destOrd="0" presId="urn:microsoft.com/office/officeart/2008/layout/HorizontalMultiLevelHierarchy"/>
    <dgm:cxn modelId="{869B28A1-5DEB-405B-8846-039CEC81B544}" type="presOf" srcId="{5BED75B8-F9CB-4F93-9113-8E17F4221FB1}" destId="{2AEE0977-4A75-4059-821D-B21488B2EDD3}" srcOrd="0" destOrd="0" presId="urn:microsoft.com/office/officeart/2008/layout/HorizontalMultiLevelHierarchy"/>
    <dgm:cxn modelId="{E70E59A1-A14B-40BF-A090-A96A40A07EB6}" type="presOf" srcId="{42357B54-A9CE-4816-924C-DF487F79B752}" destId="{FF359B89-0B39-4CE3-93E2-CD1A931C3CEA}" srcOrd="1" destOrd="0" presId="urn:microsoft.com/office/officeart/2008/layout/HorizontalMultiLevelHierarchy"/>
    <dgm:cxn modelId="{91711BA4-E754-4F73-81F4-E74E2EA94EB5}" type="presOf" srcId="{D2456FFE-F36C-467B-9DE2-B796DD2BB734}" destId="{528AD2A8-E3A7-4DC2-821F-0125D89457A2}" srcOrd="1" destOrd="0" presId="urn:microsoft.com/office/officeart/2008/layout/HorizontalMultiLevelHierarchy"/>
    <dgm:cxn modelId="{BE9416A8-413B-465C-ADFD-FD742DEADD73}" type="presOf" srcId="{D24F37B4-0AF7-4F6F-ABF8-8A9141F9BE16}" destId="{39579ECC-5A3F-4DBE-B681-3E450FCC0508}" srcOrd="0" destOrd="0" presId="urn:microsoft.com/office/officeart/2008/layout/HorizontalMultiLevelHierarchy"/>
    <dgm:cxn modelId="{FB1C7FAD-69F1-4137-9870-9EE568171A54}" type="presOf" srcId="{F4766236-2E60-4496-BE2D-DDA0A2830C6F}" destId="{FED8EC24-646E-4BC6-9059-80111B5EF84C}" srcOrd="1" destOrd="0" presId="urn:microsoft.com/office/officeart/2008/layout/HorizontalMultiLevelHierarchy"/>
    <dgm:cxn modelId="{2F1162AE-0933-41D7-8963-810DA3FC340E}" srcId="{F8A4306D-2EA6-4060-9C81-584FC924A72D}" destId="{B7E54385-8BC1-46FF-8E14-00F1B0661F6D}" srcOrd="9" destOrd="0" parTransId="{16804AD2-2BD1-4CAB-A594-13FF7A771F87}" sibTransId="{9D704ADC-5B61-4EEF-BAD7-1BB88549BBE4}"/>
    <dgm:cxn modelId="{413221B1-C1E0-48BB-901E-95C5E6D2D899}" srcId="{F8A4306D-2EA6-4060-9C81-584FC924A72D}" destId="{43C2C9CE-FB6B-4922-B62F-24129D0D74FE}" srcOrd="4" destOrd="0" parTransId="{062E7DA8-0F4D-4255-95A1-57CEFA146D1D}" sibTransId="{C182848E-C2F4-4CEA-ACAA-6EAAFCE1EE4B}"/>
    <dgm:cxn modelId="{A38B1CB2-D877-458D-93C9-EFBC82F3264C}" type="presOf" srcId="{07CF0387-B6A7-46F6-8D80-6515DE1A07FD}" destId="{F79FB1EC-FF45-40C7-BCB6-021087AEF7A4}" srcOrd="0" destOrd="0" presId="urn:microsoft.com/office/officeart/2008/layout/HorizontalMultiLevelHierarchy"/>
    <dgm:cxn modelId="{85712BB4-1950-49B5-86B5-3ACE915B3999}" type="presOf" srcId="{C9F7F83B-5B4E-4FAB-A909-C8D85E4AE524}" destId="{1025C237-A869-49AD-9337-1D7407CAC99C}" srcOrd="0" destOrd="0" presId="urn:microsoft.com/office/officeart/2008/layout/HorizontalMultiLevelHierarchy"/>
    <dgm:cxn modelId="{691C84B7-505C-47D0-AF87-9677DC48560B}" type="presOf" srcId="{4074F581-04AF-4A88-A2B9-58FB6E5254C1}" destId="{A84F1D51-BB5A-4796-9230-3A120D891569}" srcOrd="0" destOrd="0" presId="urn:microsoft.com/office/officeart/2008/layout/HorizontalMultiLevelHierarchy"/>
    <dgm:cxn modelId="{515890BF-E541-49CC-9AEF-A5D846DC9058}" type="presOf" srcId="{95289957-C481-46A5-9961-6F007BB5639B}" destId="{294E2E05-8EB0-4855-9461-40F75FEB5DB8}" srcOrd="1" destOrd="0" presId="urn:microsoft.com/office/officeart/2008/layout/HorizontalMultiLevelHierarchy"/>
    <dgm:cxn modelId="{120AC8C1-8E9E-46C1-9E81-F56B13A599DF}" type="presOf" srcId="{B7E54385-8BC1-46FF-8E14-00F1B0661F6D}" destId="{75224694-FEBD-44E2-8AFD-7986A3DACA1B}" srcOrd="0" destOrd="0" presId="urn:microsoft.com/office/officeart/2008/layout/HorizontalMultiLevelHierarchy"/>
    <dgm:cxn modelId="{58F0F8C2-D226-42E1-9AA8-217CF130F388}" srcId="{F8A4306D-2EA6-4060-9C81-584FC924A72D}" destId="{63A13E15-030F-42B2-A010-CCBD43D5DA68}" srcOrd="8" destOrd="0" parTransId="{1BFF9B2F-01F0-4194-8B16-72C7004F37AD}" sibTransId="{9858371F-9E0A-4784-A4B7-F1D338663087}"/>
    <dgm:cxn modelId="{FA9E09C3-89BD-405D-9D8D-C7A5AAA21837}" type="presOf" srcId="{B6D3E7F0-AD88-4060-8B97-6B68D288808B}" destId="{E66A7893-53DE-4C20-97F3-42A6AE3BBEA4}" srcOrd="0" destOrd="0" presId="urn:microsoft.com/office/officeart/2008/layout/HorizontalMultiLevelHierarchy"/>
    <dgm:cxn modelId="{BC9ABBC3-3788-4788-AB33-41FFE2D081F9}" type="presOf" srcId="{1D9A273D-1FBC-4DF9-9327-BA236040218D}" destId="{FBC4DB25-4C66-409B-8343-CDA5C3416EF5}" srcOrd="0" destOrd="0" presId="urn:microsoft.com/office/officeart/2008/layout/HorizontalMultiLevelHierarchy"/>
    <dgm:cxn modelId="{C8BE15C4-6A18-48D3-BE9A-86C6751EA265}" type="presOf" srcId="{95289957-C481-46A5-9961-6F007BB5639B}" destId="{73FD337A-6A62-440C-AAA2-FFC3EC6938DE}" srcOrd="0" destOrd="0" presId="urn:microsoft.com/office/officeart/2008/layout/HorizontalMultiLevelHierarchy"/>
    <dgm:cxn modelId="{629499C5-E278-4881-818E-7314B6A9983D}" srcId="{DDE09034-1577-4615-AE7A-187B4C369A9A}" destId="{B48D0B44-3110-4378-976A-B95BE2D92E56}" srcOrd="0" destOrd="0" parTransId="{7504140D-134C-4BA2-B28E-EE6998E30577}" sibTransId="{E4E64A70-C914-4971-866C-CBF9CF78163D}"/>
    <dgm:cxn modelId="{D886B6C7-3B99-42C9-A3D2-A0B121D21447}" type="presOf" srcId="{B6D3E7F0-AD88-4060-8B97-6B68D288808B}" destId="{CCFCC316-DBF4-40CD-AB29-B3F58DFFD053}" srcOrd="1" destOrd="0" presId="urn:microsoft.com/office/officeart/2008/layout/HorizontalMultiLevelHierarchy"/>
    <dgm:cxn modelId="{D14D6EC9-3CD1-4E0C-92D0-D8F097F173D6}" type="presOf" srcId="{DDE09034-1577-4615-AE7A-187B4C369A9A}" destId="{C3BAA938-E657-4B3A-9C99-A24D140B8CBB}" srcOrd="0" destOrd="0" presId="urn:microsoft.com/office/officeart/2008/layout/HorizontalMultiLevelHierarchy"/>
    <dgm:cxn modelId="{848271CC-45AB-404F-B8E4-E83A4CC2AD25}" type="presOf" srcId="{A6FDB82A-259F-423A-8A53-30F7942AB2B3}" destId="{8885D25F-0ABF-4D46-84B4-00F0133DAEEC}" srcOrd="1" destOrd="0" presId="urn:microsoft.com/office/officeart/2008/layout/HorizontalMultiLevelHierarchy"/>
    <dgm:cxn modelId="{568ACCD2-80AB-4BCF-B7EA-D59B9E0B3B63}" type="presOf" srcId="{1BFF9B2F-01F0-4194-8B16-72C7004F37AD}" destId="{EE83F653-B2FA-4D4B-85D3-D5575E7023AC}" srcOrd="1" destOrd="0" presId="urn:microsoft.com/office/officeart/2008/layout/HorizontalMultiLevelHierarchy"/>
    <dgm:cxn modelId="{6AB0E6D3-2D72-49CB-922F-F7DDFB3412B7}" srcId="{FCC30B53-80CF-495C-9E37-AE840D0A54E9}" destId="{B64052CB-BE3E-428B-A360-07E8C24CCC0C}" srcOrd="0" destOrd="0" parTransId="{5F7CA2C7-BF1C-4D92-89BB-913C3FE228D5}" sibTransId="{CE60FCFB-AB6D-4ED9-A6F3-913846F31EFC}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9495F7D6-AEC6-4E6F-A220-F7125D08A37C}" srcId="{43C2C9CE-FB6B-4922-B62F-24129D0D74FE}" destId="{4074F581-04AF-4A88-A2B9-58FB6E5254C1}" srcOrd="0" destOrd="0" parTransId="{D2456FFE-F36C-467B-9DE2-B796DD2BB734}" sibTransId="{5694B169-6083-4CE6-ADB0-3AD806D47EA4}"/>
    <dgm:cxn modelId="{54278CD8-4397-4099-8F50-EFE573D5200E}" srcId="{F8A4306D-2EA6-4060-9C81-584FC924A72D}" destId="{B2DB83ED-41AF-4BCB-925B-2B612D563F67}" srcOrd="5" destOrd="0" parTransId="{D61E1BDC-FFB4-4FDA-9F8F-A2D38A22FC13}" sibTransId="{C5BE9560-3EDF-4CB5-9220-16F25EFEC07F}"/>
    <dgm:cxn modelId="{3A5EDFDB-4B7B-465C-B6F8-5BE63E03B313}" srcId="{B48D0B44-3110-4378-976A-B95BE2D92E56}" destId="{8227352B-B68B-42C2-86D3-836F3AECFF93}" srcOrd="0" destOrd="0" parTransId="{95289957-C481-46A5-9961-6F007BB5639B}" sibTransId="{14560264-AD83-4BCC-9AEA-6CB17DDC4BBE}"/>
    <dgm:cxn modelId="{831D8BDC-6DF8-4E46-9CDF-CE705132D094}" type="presOf" srcId="{5F7CA2C7-BF1C-4D92-89BB-913C3FE228D5}" destId="{7588EB7B-8CD0-4D95-A555-6D9BAA0DAB7D}" srcOrd="1" destOrd="0" presId="urn:microsoft.com/office/officeart/2008/layout/HorizontalMultiLevelHierarchy"/>
    <dgm:cxn modelId="{750793DE-6452-4FC3-960F-28C5F06F53D0}" type="presOf" srcId="{C9F7F83B-5B4E-4FAB-A909-C8D85E4AE524}" destId="{68136AC4-BDD7-4777-A2D7-6110A212B42A}" srcOrd="1" destOrd="0" presId="urn:microsoft.com/office/officeart/2008/layout/HorizontalMultiLevelHierarchy"/>
    <dgm:cxn modelId="{62A3B4DE-5B53-4B1C-BF05-EDB58A1BC192}" type="presOf" srcId="{0F307B27-365F-4572-9BEA-9980CAE2B7E2}" destId="{AB6BADEB-E717-4F4C-8BB1-05E739A15FD2}" srcOrd="1" destOrd="0" presId="urn:microsoft.com/office/officeart/2008/layout/HorizontalMultiLevelHierarchy"/>
    <dgm:cxn modelId="{B4D8B9DE-DF9B-4124-9934-B01FAF883BBE}" srcId="{4074F581-04AF-4A88-A2B9-58FB6E5254C1}" destId="{B14A0311-5726-4475-9E53-85C836AFC92C}" srcOrd="0" destOrd="0" parTransId="{42357B54-A9CE-4816-924C-DF487F79B752}" sibTransId="{D7D8E9BB-9A19-4692-8484-01876E384CB8}"/>
    <dgm:cxn modelId="{74060ADF-125D-46FE-8E2F-EBC8EFE5E534}" type="presOf" srcId="{9897D2E6-F94B-448B-8BE6-3285E665D56C}" destId="{0BA20883-AC06-46A2-BDB2-084685A86392}" srcOrd="0" destOrd="0" presId="urn:microsoft.com/office/officeart/2008/layout/HorizontalMultiLevelHierarchy"/>
    <dgm:cxn modelId="{39FDD9EC-C628-4342-B41F-1A4CD57901EC}" type="presOf" srcId="{1EAAA8DD-4A75-4985-B423-64C84D4EE993}" destId="{F31F3F23-7C72-452A-ADC8-1CB2C7B14B46}" srcOrd="0" destOrd="0" presId="urn:microsoft.com/office/officeart/2008/layout/HorizontalMultiLevelHierarchy"/>
    <dgm:cxn modelId="{D3E56FEF-C9C6-497B-A2A7-ACBE56BF0408}" type="presOf" srcId="{402FF5D2-6E69-442B-87ED-AF119AB98C9A}" destId="{E7448DA2-ABEA-4A21-9757-53D581D7F3FD}" srcOrd="0" destOrd="0" presId="urn:microsoft.com/office/officeart/2008/layout/HorizontalMultiLevelHierarchy"/>
    <dgm:cxn modelId="{8FE733F0-EE98-41DA-BA41-EA33ABEB20A8}" type="presOf" srcId="{2194B898-C327-4D4E-88DA-2F67F1A8A247}" destId="{0C90F4FC-85D3-4791-86E5-D9986B869FC4}" srcOrd="1" destOrd="0" presId="urn:microsoft.com/office/officeart/2008/layout/HorizontalMultiLevelHierarchy"/>
    <dgm:cxn modelId="{90ACA8F1-75A4-4D9D-9A1A-4DE332DF7290}" srcId="{F8A4306D-2EA6-4060-9C81-584FC924A72D}" destId="{DDE09034-1577-4615-AE7A-187B4C369A9A}" srcOrd="6" destOrd="0" parTransId="{950148CB-A4C6-463D-AF37-AF261141D0EB}" sibTransId="{AF13E3D2-1026-4758-91E6-17B3CBDCA8B8}"/>
    <dgm:cxn modelId="{1B6C72F8-4EC3-4CB6-8F1C-05CC04DBF01D}" type="presOf" srcId="{9E50D789-F443-4F87-AABF-21B895119F63}" destId="{62B32946-0555-4CA6-A676-F8368863D843}" srcOrd="1" destOrd="0" presId="urn:microsoft.com/office/officeart/2008/layout/HorizontalMultiLevelHierarchy"/>
    <dgm:cxn modelId="{886CDFFA-29DF-405E-A1CD-7D7E57D3E731}" type="presOf" srcId="{FCC30B53-80CF-495C-9E37-AE840D0A54E9}" destId="{0D1B3F7F-30ED-4F6C-931F-D0F75EB516EC}" srcOrd="0" destOrd="0" presId="urn:microsoft.com/office/officeart/2008/layout/HorizontalMultiLevelHierarchy"/>
    <dgm:cxn modelId="{D5CA46A1-903F-483F-9FB3-B8F55A140BDE}" type="presParOf" srcId="{AB769FB9-81B7-4D88-8E0E-4605BD1B277C}" destId="{4EC09F46-69D8-4EC8-A3FD-B9943A6C53ED}" srcOrd="0" destOrd="0" presId="urn:microsoft.com/office/officeart/2008/layout/HorizontalMultiLevelHierarchy"/>
    <dgm:cxn modelId="{55026EF7-EC94-4585-8F1E-0BCDE99F8B50}" type="presParOf" srcId="{4EC09F46-69D8-4EC8-A3FD-B9943A6C53ED}" destId="{1A8C8775-11A9-4910-9DB9-4ADDC072442C}" srcOrd="0" destOrd="0" presId="urn:microsoft.com/office/officeart/2008/layout/HorizontalMultiLevelHierarchy"/>
    <dgm:cxn modelId="{06D069F6-70C5-401E-A3CB-288ADD528DEB}" type="presParOf" srcId="{4EC09F46-69D8-4EC8-A3FD-B9943A6C53ED}" destId="{15760790-9539-44A9-A52D-58AB584996E5}" srcOrd="1" destOrd="0" presId="urn:microsoft.com/office/officeart/2008/layout/HorizontalMultiLevelHierarchy"/>
    <dgm:cxn modelId="{D881C45D-0D23-4BD4-855E-6F5E0BD6C4C0}" type="presParOf" srcId="{15760790-9539-44A9-A52D-58AB584996E5}" destId="{92090F43-5B4E-4749-BCAA-CA724B1D4710}" srcOrd="0" destOrd="0" presId="urn:microsoft.com/office/officeart/2008/layout/HorizontalMultiLevelHierarchy"/>
    <dgm:cxn modelId="{DA69AD22-EE72-471A-9155-07FBBA24C145}" type="presParOf" srcId="{92090F43-5B4E-4749-BCAA-CA724B1D4710}" destId="{81E432F6-3EF7-4549-811C-B578FA37B5ED}" srcOrd="0" destOrd="0" presId="urn:microsoft.com/office/officeart/2008/layout/HorizontalMultiLevelHierarchy"/>
    <dgm:cxn modelId="{BE2E839D-EFBE-4AD4-86BE-F7FB5D675617}" type="presParOf" srcId="{15760790-9539-44A9-A52D-58AB584996E5}" destId="{72B2EE92-AB90-4A5C-9510-488C5A769220}" srcOrd="1" destOrd="0" presId="urn:microsoft.com/office/officeart/2008/layout/HorizontalMultiLevelHierarchy"/>
    <dgm:cxn modelId="{3F46EB63-0518-45F1-B4AA-030AB38AA8F0}" type="presParOf" srcId="{72B2EE92-AB90-4A5C-9510-488C5A769220}" destId="{B2ADA6F2-50C6-4A88-AAA9-37F38027290A}" srcOrd="0" destOrd="0" presId="urn:microsoft.com/office/officeart/2008/layout/HorizontalMultiLevelHierarchy"/>
    <dgm:cxn modelId="{659036B9-B094-4D76-A2BA-00016E7D7049}" type="presParOf" srcId="{72B2EE92-AB90-4A5C-9510-488C5A769220}" destId="{FCCA6175-AB58-4D81-9EEF-6F7407CF7161}" srcOrd="1" destOrd="0" presId="urn:microsoft.com/office/officeart/2008/layout/HorizontalMultiLevelHierarchy"/>
    <dgm:cxn modelId="{BCE9D864-DB68-4CD6-B946-C2635174E824}" type="presParOf" srcId="{FCCA6175-AB58-4D81-9EEF-6F7407CF7161}" destId="{3F3348B2-04C2-46F8-8EB7-421170EC45A5}" srcOrd="0" destOrd="0" presId="urn:microsoft.com/office/officeart/2008/layout/HorizontalMultiLevelHierarchy"/>
    <dgm:cxn modelId="{901435E4-93FD-4136-A69F-68FEBCC69461}" type="presParOf" srcId="{3F3348B2-04C2-46F8-8EB7-421170EC45A5}" destId="{0C90F4FC-85D3-4791-86E5-D9986B869FC4}" srcOrd="0" destOrd="0" presId="urn:microsoft.com/office/officeart/2008/layout/HorizontalMultiLevelHierarchy"/>
    <dgm:cxn modelId="{FB748082-D4AE-4013-A83B-FE44D3D7A05C}" type="presParOf" srcId="{FCCA6175-AB58-4D81-9EEF-6F7407CF7161}" destId="{B94510B3-BBC4-4774-8283-7091DF1C7CF7}" srcOrd="1" destOrd="0" presId="urn:microsoft.com/office/officeart/2008/layout/HorizontalMultiLevelHierarchy"/>
    <dgm:cxn modelId="{608A1723-EBDC-412A-9AF1-1C16FA3EE732}" type="presParOf" srcId="{B94510B3-BBC4-4774-8283-7091DF1C7CF7}" destId="{0D1B3F7F-30ED-4F6C-931F-D0F75EB516EC}" srcOrd="0" destOrd="0" presId="urn:microsoft.com/office/officeart/2008/layout/HorizontalMultiLevelHierarchy"/>
    <dgm:cxn modelId="{B140B093-2C41-4EF0-BA53-B1B7FB958787}" type="presParOf" srcId="{B94510B3-BBC4-4774-8283-7091DF1C7CF7}" destId="{D9250867-03C7-4A5E-AC1C-B73262C6F20F}" srcOrd="1" destOrd="0" presId="urn:microsoft.com/office/officeart/2008/layout/HorizontalMultiLevelHierarchy"/>
    <dgm:cxn modelId="{2C41893E-03DE-45F2-9D30-E93D51185AA4}" type="presParOf" srcId="{D9250867-03C7-4A5E-AC1C-B73262C6F20F}" destId="{A127D93A-C082-4168-98F1-0A3741E23D2D}" srcOrd="0" destOrd="0" presId="urn:microsoft.com/office/officeart/2008/layout/HorizontalMultiLevelHierarchy"/>
    <dgm:cxn modelId="{701AEF3A-9DD1-41EE-B492-15ADB1C360ED}" type="presParOf" srcId="{A127D93A-C082-4168-98F1-0A3741E23D2D}" destId="{7588EB7B-8CD0-4D95-A555-6D9BAA0DAB7D}" srcOrd="0" destOrd="0" presId="urn:microsoft.com/office/officeart/2008/layout/HorizontalMultiLevelHierarchy"/>
    <dgm:cxn modelId="{00432FE3-41C5-42CB-A6B5-822F40EE2145}" type="presParOf" srcId="{D9250867-03C7-4A5E-AC1C-B73262C6F20F}" destId="{42D1C9A8-B1E9-46B1-9851-8F605CD35EB7}" srcOrd="1" destOrd="0" presId="urn:microsoft.com/office/officeart/2008/layout/HorizontalMultiLevelHierarchy"/>
    <dgm:cxn modelId="{52249C42-8149-426A-8C39-7516E58ED3E1}" type="presParOf" srcId="{42D1C9A8-B1E9-46B1-9851-8F605CD35EB7}" destId="{0B6CCB4A-7225-4330-8D7C-CAD770CEC914}" srcOrd="0" destOrd="0" presId="urn:microsoft.com/office/officeart/2008/layout/HorizontalMultiLevelHierarchy"/>
    <dgm:cxn modelId="{FF3217A9-98DF-4478-AB6E-C35EE366546A}" type="presParOf" srcId="{42D1C9A8-B1E9-46B1-9851-8F605CD35EB7}" destId="{6AEA6B9D-B290-471D-A07D-D3A27FE028C8}" srcOrd="1" destOrd="0" presId="urn:microsoft.com/office/officeart/2008/layout/HorizontalMultiLevelHierarchy"/>
    <dgm:cxn modelId="{315FE748-BFA5-40C7-8FF3-1BD034CEAF4E}" type="presParOf" srcId="{15760790-9539-44A9-A52D-58AB584996E5}" destId="{F31F3F23-7C72-452A-ADC8-1CB2C7B14B46}" srcOrd="2" destOrd="0" presId="urn:microsoft.com/office/officeart/2008/layout/HorizontalMultiLevelHierarchy"/>
    <dgm:cxn modelId="{75E9B1BA-7268-44C7-9541-147172E8C3A5}" type="presParOf" srcId="{F31F3F23-7C72-452A-ADC8-1CB2C7B14B46}" destId="{37CD627C-8293-4029-B114-AA7B7535644E}" srcOrd="0" destOrd="0" presId="urn:microsoft.com/office/officeart/2008/layout/HorizontalMultiLevelHierarchy"/>
    <dgm:cxn modelId="{519D9312-0886-4CC9-8C1A-6F5A56BEB118}" type="presParOf" srcId="{15760790-9539-44A9-A52D-58AB584996E5}" destId="{81987734-CB8C-4533-9770-A4DA592EF4DF}" srcOrd="3" destOrd="0" presId="urn:microsoft.com/office/officeart/2008/layout/HorizontalMultiLevelHierarchy"/>
    <dgm:cxn modelId="{4B3D9678-FEDB-4326-AE70-27A5B4D98B9B}" type="presParOf" srcId="{81987734-CB8C-4533-9770-A4DA592EF4DF}" destId="{8F7C36BE-E589-4461-8F16-778807C0B166}" srcOrd="0" destOrd="0" presId="urn:microsoft.com/office/officeart/2008/layout/HorizontalMultiLevelHierarchy"/>
    <dgm:cxn modelId="{D84E6EC6-5500-4586-9CF0-7446C6F19A73}" type="presParOf" srcId="{81987734-CB8C-4533-9770-A4DA592EF4DF}" destId="{3820E890-198B-4C85-958B-050818C8959F}" srcOrd="1" destOrd="0" presId="urn:microsoft.com/office/officeart/2008/layout/HorizontalMultiLevelHierarchy"/>
    <dgm:cxn modelId="{9E59D9D7-AAFF-4A55-A2DF-CDD853311EBD}" type="presParOf" srcId="{3820E890-198B-4C85-958B-050818C8959F}" destId="{5E4E42DD-3DC5-4B9C-A797-9F0465C2C0C2}" srcOrd="0" destOrd="0" presId="urn:microsoft.com/office/officeart/2008/layout/HorizontalMultiLevelHierarchy"/>
    <dgm:cxn modelId="{47C81D5A-9303-4182-B8D2-D19DEE747FE2}" type="presParOf" srcId="{5E4E42DD-3DC5-4B9C-A797-9F0465C2C0C2}" destId="{D8B29C5C-0816-4F81-865B-7EB6704402BF}" srcOrd="0" destOrd="0" presId="urn:microsoft.com/office/officeart/2008/layout/HorizontalMultiLevelHierarchy"/>
    <dgm:cxn modelId="{312FBB70-315C-4250-BE52-2401DA3BE0D4}" type="presParOf" srcId="{3820E890-198B-4C85-958B-050818C8959F}" destId="{9021E3EC-0051-4559-A960-AB02ED1D8C43}" srcOrd="1" destOrd="0" presId="urn:microsoft.com/office/officeart/2008/layout/HorizontalMultiLevelHierarchy"/>
    <dgm:cxn modelId="{06089D01-A63E-4831-8F31-5629CACF4CBB}" type="presParOf" srcId="{9021E3EC-0051-4559-A960-AB02ED1D8C43}" destId="{6F6144C2-8CC6-4AA7-AF21-168289CF647E}" srcOrd="0" destOrd="0" presId="urn:microsoft.com/office/officeart/2008/layout/HorizontalMultiLevelHierarchy"/>
    <dgm:cxn modelId="{B357B9E5-0C21-468D-B653-2B651087521D}" type="presParOf" srcId="{9021E3EC-0051-4559-A960-AB02ED1D8C43}" destId="{DBCBC2FA-183D-4AC0-BA7A-238300C608E2}" srcOrd="1" destOrd="0" presId="urn:microsoft.com/office/officeart/2008/layout/HorizontalMultiLevelHierarchy"/>
    <dgm:cxn modelId="{39384634-0D47-4C56-BE9D-C3CB77966E05}" type="presParOf" srcId="{DBCBC2FA-183D-4AC0-BA7A-238300C608E2}" destId="{E66A7893-53DE-4C20-97F3-42A6AE3BBEA4}" srcOrd="0" destOrd="0" presId="urn:microsoft.com/office/officeart/2008/layout/HorizontalMultiLevelHierarchy"/>
    <dgm:cxn modelId="{48A2FBF7-4AF0-4A92-97B8-6D564EC6F70F}" type="presParOf" srcId="{E66A7893-53DE-4C20-97F3-42A6AE3BBEA4}" destId="{CCFCC316-DBF4-40CD-AB29-B3F58DFFD053}" srcOrd="0" destOrd="0" presId="urn:microsoft.com/office/officeart/2008/layout/HorizontalMultiLevelHierarchy"/>
    <dgm:cxn modelId="{F69C21FD-4002-4BF2-81B8-C67D2FEF64DB}" type="presParOf" srcId="{DBCBC2FA-183D-4AC0-BA7A-238300C608E2}" destId="{0EE56E90-DAD1-421C-8338-2EF21C3A506E}" srcOrd="1" destOrd="0" presId="urn:microsoft.com/office/officeart/2008/layout/HorizontalMultiLevelHierarchy"/>
    <dgm:cxn modelId="{287E0ACD-199D-42AD-A7A0-4A913DB708BD}" type="presParOf" srcId="{0EE56E90-DAD1-421C-8338-2EF21C3A506E}" destId="{B4C17056-AF94-4420-AB8F-2D52248DC182}" srcOrd="0" destOrd="0" presId="urn:microsoft.com/office/officeart/2008/layout/HorizontalMultiLevelHierarchy"/>
    <dgm:cxn modelId="{2DDFD960-1BF8-4462-97AD-53F8343E838B}" type="presParOf" srcId="{0EE56E90-DAD1-421C-8338-2EF21C3A506E}" destId="{1AA6312F-4947-40C0-B2BE-707601400B52}" srcOrd="1" destOrd="0" presId="urn:microsoft.com/office/officeart/2008/layout/HorizontalMultiLevelHierarchy"/>
    <dgm:cxn modelId="{1CCF99ED-BDEC-4033-A281-BAF312E6466F}" type="presParOf" srcId="{15760790-9539-44A9-A52D-58AB584996E5}" destId="{E43A60A7-9DDF-42B2-A812-4D4F0F75076B}" srcOrd="4" destOrd="0" presId="urn:microsoft.com/office/officeart/2008/layout/HorizontalMultiLevelHierarchy"/>
    <dgm:cxn modelId="{649E162F-9B60-42E1-8DA8-95947657D37D}" type="presParOf" srcId="{E43A60A7-9DDF-42B2-A812-4D4F0F75076B}" destId="{CE810C7E-C3EF-4168-95BF-2980E8095076}" srcOrd="0" destOrd="0" presId="urn:microsoft.com/office/officeart/2008/layout/HorizontalMultiLevelHierarchy"/>
    <dgm:cxn modelId="{9B12C4F9-18F7-49A8-8CFF-1EBB8F48E550}" type="presParOf" srcId="{15760790-9539-44A9-A52D-58AB584996E5}" destId="{2FDCB53E-1839-42F6-B7BD-BFFEEA57B5F0}" srcOrd="5" destOrd="0" presId="urn:microsoft.com/office/officeart/2008/layout/HorizontalMultiLevelHierarchy"/>
    <dgm:cxn modelId="{0D06FA60-DEEA-42EA-8A1B-8E69108B25A9}" type="presParOf" srcId="{2FDCB53E-1839-42F6-B7BD-BFFEEA57B5F0}" destId="{32ACC1F6-D5B9-4CEA-991A-2E04658BD206}" srcOrd="0" destOrd="0" presId="urn:microsoft.com/office/officeart/2008/layout/HorizontalMultiLevelHierarchy"/>
    <dgm:cxn modelId="{D0A253A6-C8BF-4579-9DFD-13B7BC5D9670}" type="presParOf" srcId="{2FDCB53E-1839-42F6-B7BD-BFFEEA57B5F0}" destId="{B74E96B9-7929-453A-8253-F93A52E48265}" srcOrd="1" destOrd="0" presId="urn:microsoft.com/office/officeart/2008/layout/HorizontalMultiLevelHierarchy"/>
    <dgm:cxn modelId="{D4C284C7-967D-4C3F-BE70-FBFEE91E11C8}" type="presParOf" srcId="{B74E96B9-7929-453A-8253-F93A52E48265}" destId="{0B2C3DEE-29F0-4A70-9C19-F3A6568122D1}" srcOrd="0" destOrd="0" presId="urn:microsoft.com/office/officeart/2008/layout/HorizontalMultiLevelHierarchy"/>
    <dgm:cxn modelId="{84600C86-E20D-4942-BB3E-43F2B02EAC5A}" type="presParOf" srcId="{0B2C3DEE-29F0-4A70-9C19-F3A6568122D1}" destId="{D0460D2A-98B4-4457-AD5C-1B61D4B2581C}" srcOrd="0" destOrd="0" presId="urn:microsoft.com/office/officeart/2008/layout/HorizontalMultiLevelHierarchy"/>
    <dgm:cxn modelId="{E4F0EFB1-EA1F-4656-8FD8-0BDBE8CA66A8}" type="presParOf" srcId="{B74E96B9-7929-453A-8253-F93A52E48265}" destId="{D5A49201-80A1-4D17-8C96-50565380FDD4}" srcOrd="1" destOrd="0" presId="urn:microsoft.com/office/officeart/2008/layout/HorizontalMultiLevelHierarchy"/>
    <dgm:cxn modelId="{0954F8A3-0ADF-4EAD-B93C-94D96A4FD18D}" type="presParOf" srcId="{D5A49201-80A1-4D17-8C96-50565380FDD4}" destId="{7BB34EAD-A9D4-4433-82FB-8D85B83831B2}" srcOrd="0" destOrd="0" presId="urn:microsoft.com/office/officeart/2008/layout/HorizontalMultiLevelHierarchy"/>
    <dgm:cxn modelId="{11C0DA12-C9D1-4E9F-A8BB-D603AD0F592B}" type="presParOf" srcId="{D5A49201-80A1-4D17-8C96-50565380FDD4}" destId="{BD786D60-D357-49D5-AEEF-D726E602D51C}" srcOrd="1" destOrd="0" presId="urn:microsoft.com/office/officeart/2008/layout/HorizontalMultiLevelHierarchy"/>
    <dgm:cxn modelId="{7C9A65A0-0031-4B19-99A9-2B7F6B9895C8}" type="presParOf" srcId="{BD786D60-D357-49D5-AEEF-D726E602D51C}" destId="{60DB86B8-AB26-4AE4-820F-80100E439A3D}" srcOrd="0" destOrd="0" presId="urn:microsoft.com/office/officeart/2008/layout/HorizontalMultiLevelHierarchy"/>
    <dgm:cxn modelId="{DECC2EB9-358C-47EB-BDDD-F5138D0373DD}" type="presParOf" srcId="{60DB86B8-AB26-4AE4-820F-80100E439A3D}" destId="{486C6242-DD8D-402E-9699-C0DC4B6AA9AB}" srcOrd="0" destOrd="0" presId="urn:microsoft.com/office/officeart/2008/layout/HorizontalMultiLevelHierarchy"/>
    <dgm:cxn modelId="{AE8DCDBF-68F4-4387-8565-CC7E5FB940C4}" type="presParOf" srcId="{BD786D60-D357-49D5-AEEF-D726E602D51C}" destId="{5942E6F4-853E-410C-B6A9-A07556C861DE}" srcOrd="1" destOrd="0" presId="urn:microsoft.com/office/officeart/2008/layout/HorizontalMultiLevelHierarchy"/>
    <dgm:cxn modelId="{4BB8A6D5-B613-4126-B1D9-86ED7036ADE3}" type="presParOf" srcId="{5942E6F4-853E-410C-B6A9-A07556C861DE}" destId="{B2BD390E-5AA1-48EE-BC8C-249D037084F5}" srcOrd="0" destOrd="0" presId="urn:microsoft.com/office/officeart/2008/layout/HorizontalMultiLevelHierarchy"/>
    <dgm:cxn modelId="{CD034E57-64CB-466E-9829-7E2B70F20755}" type="presParOf" srcId="{5942E6F4-853E-410C-B6A9-A07556C861DE}" destId="{7A9DDC9E-4939-4AE9-B028-7ACCBBF8AFB7}" srcOrd="1" destOrd="0" presId="urn:microsoft.com/office/officeart/2008/layout/HorizontalMultiLevelHierarchy"/>
    <dgm:cxn modelId="{ED436C51-68AB-4462-99F3-1C6A03C6DE3A}" type="presParOf" srcId="{15760790-9539-44A9-A52D-58AB584996E5}" destId="{FA624BE1-9ACC-4E7D-9F6D-BDD9E6D78BF6}" srcOrd="6" destOrd="0" presId="urn:microsoft.com/office/officeart/2008/layout/HorizontalMultiLevelHierarchy"/>
    <dgm:cxn modelId="{636F493F-0133-41F7-BA1C-4B26A15C1CFE}" type="presParOf" srcId="{FA624BE1-9ACC-4E7D-9F6D-BDD9E6D78BF6}" destId="{B1DAB71E-6E0D-4893-9248-FF2AC3D62576}" srcOrd="0" destOrd="0" presId="urn:microsoft.com/office/officeart/2008/layout/HorizontalMultiLevelHierarchy"/>
    <dgm:cxn modelId="{0BA7063D-051E-45CC-B56A-9735502235EE}" type="presParOf" srcId="{15760790-9539-44A9-A52D-58AB584996E5}" destId="{39B18842-E86C-4A21-9358-DDBD88C9AE12}" srcOrd="7" destOrd="0" presId="urn:microsoft.com/office/officeart/2008/layout/HorizontalMultiLevelHierarchy"/>
    <dgm:cxn modelId="{51C8171F-FA11-4D85-8FB6-F69601E4EDA9}" type="presParOf" srcId="{39B18842-E86C-4A21-9358-DDBD88C9AE12}" destId="{BEDCAB73-F473-4593-A1D1-34DA9B04C965}" srcOrd="0" destOrd="0" presId="urn:microsoft.com/office/officeart/2008/layout/HorizontalMultiLevelHierarchy"/>
    <dgm:cxn modelId="{723B6524-EC69-4D73-A2EE-D8F7E09D771D}" type="presParOf" srcId="{39B18842-E86C-4A21-9358-DDBD88C9AE12}" destId="{EC061381-D743-43E7-A907-6CB83D1DEB83}" srcOrd="1" destOrd="0" presId="urn:microsoft.com/office/officeart/2008/layout/HorizontalMultiLevelHierarchy"/>
    <dgm:cxn modelId="{39058D30-1296-45EA-91E5-16E6115F4E4A}" type="presParOf" srcId="{EC061381-D743-43E7-A907-6CB83D1DEB83}" destId="{1025C237-A869-49AD-9337-1D7407CAC99C}" srcOrd="0" destOrd="0" presId="urn:microsoft.com/office/officeart/2008/layout/HorizontalMultiLevelHierarchy"/>
    <dgm:cxn modelId="{641F7097-9E89-4683-A3E7-3E305F677635}" type="presParOf" srcId="{1025C237-A869-49AD-9337-1D7407CAC99C}" destId="{68136AC4-BDD7-4777-A2D7-6110A212B42A}" srcOrd="0" destOrd="0" presId="urn:microsoft.com/office/officeart/2008/layout/HorizontalMultiLevelHierarchy"/>
    <dgm:cxn modelId="{45C725FC-9EAE-4BE8-92B9-28858C66A489}" type="presParOf" srcId="{EC061381-D743-43E7-A907-6CB83D1DEB83}" destId="{80A61EC3-92FE-4EE6-9E70-BD5267F31811}" srcOrd="1" destOrd="0" presId="urn:microsoft.com/office/officeart/2008/layout/HorizontalMultiLevelHierarchy"/>
    <dgm:cxn modelId="{10AEE19B-E34D-47FE-88F4-D126F6097491}" type="presParOf" srcId="{80A61EC3-92FE-4EE6-9E70-BD5267F31811}" destId="{0BA20883-AC06-46A2-BDB2-084685A86392}" srcOrd="0" destOrd="0" presId="urn:microsoft.com/office/officeart/2008/layout/HorizontalMultiLevelHierarchy"/>
    <dgm:cxn modelId="{3BCFEFE5-1FBE-468E-B102-6D3500F477C8}" type="presParOf" srcId="{80A61EC3-92FE-4EE6-9E70-BD5267F31811}" destId="{7D044068-356B-488A-9310-E9F4C93B5059}" srcOrd="1" destOrd="0" presId="urn:microsoft.com/office/officeart/2008/layout/HorizontalMultiLevelHierarchy"/>
    <dgm:cxn modelId="{D43DC0B8-2D8B-427C-B525-5FDF6C083A7F}" type="presParOf" srcId="{7D044068-356B-488A-9310-E9F4C93B5059}" destId="{E3EB1B03-3487-40DA-947F-CE0DCBC1024C}" srcOrd="0" destOrd="0" presId="urn:microsoft.com/office/officeart/2008/layout/HorizontalMultiLevelHierarchy"/>
    <dgm:cxn modelId="{A6B817A3-993F-4525-B601-E4CEE746B765}" type="presParOf" srcId="{E3EB1B03-3487-40DA-947F-CE0DCBC1024C}" destId="{AB6BADEB-E717-4F4C-8BB1-05E739A15FD2}" srcOrd="0" destOrd="0" presId="urn:microsoft.com/office/officeart/2008/layout/HorizontalMultiLevelHierarchy"/>
    <dgm:cxn modelId="{B2747618-7822-4DC4-B902-124CC365431A}" type="presParOf" srcId="{7D044068-356B-488A-9310-E9F4C93B5059}" destId="{966F375D-DB9F-46A4-8167-E294611ED68F}" srcOrd="1" destOrd="0" presId="urn:microsoft.com/office/officeart/2008/layout/HorizontalMultiLevelHierarchy"/>
    <dgm:cxn modelId="{992684F6-1CB9-48A2-912A-6CA05DA5C517}" type="presParOf" srcId="{966F375D-DB9F-46A4-8167-E294611ED68F}" destId="{FBC4DB25-4C66-409B-8343-CDA5C3416EF5}" srcOrd="0" destOrd="0" presId="urn:microsoft.com/office/officeart/2008/layout/HorizontalMultiLevelHierarchy"/>
    <dgm:cxn modelId="{54067845-473B-4FD5-98A4-92951AB6154E}" type="presParOf" srcId="{966F375D-DB9F-46A4-8167-E294611ED68F}" destId="{7AFBB4E0-5F87-45C3-8E39-4C985447C8BA}" srcOrd="1" destOrd="0" presId="urn:microsoft.com/office/officeart/2008/layout/HorizontalMultiLevelHierarchy"/>
    <dgm:cxn modelId="{C4F1A7BA-4594-449B-978A-F13BABF7E0FF}" type="presParOf" srcId="{15760790-9539-44A9-A52D-58AB584996E5}" destId="{FE9BAB8F-E46F-4F0B-9F5C-E8662C1E6217}" srcOrd="8" destOrd="0" presId="urn:microsoft.com/office/officeart/2008/layout/HorizontalMultiLevelHierarchy"/>
    <dgm:cxn modelId="{ADF8B695-C7C3-465F-B760-E7A530B70432}" type="presParOf" srcId="{FE9BAB8F-E46F-4F0B-9F5C-E8662C1E6217}" destId="{BF41CCA9-4415-4941-A18B-00E2CD618542}" srcOrd="0" destOrd="0" presId="urn:microsoft.com/office/officeart/2008/layout/HorizontalMultiLevelHierarchy"/>
    <dgm:cxn modelId="{E10F4ED5-B93A-458D-AE9D-FB3FA86676AF}" type="presParOf" srcId="{15760790-9539-44A9-A52D-58AB584996E5}" destId="{793784E1-95B3-48EF-A4BD-64F431A89F0C}" srcOrd="9" destOrd="0" presId="urn:microsoft.com/office/officeart/2008/layout/HorizontalMultiLevelHierarchy"/>
    <dgm:cxn modelId="{45F2441D-917A-4035-B030-00396002125F}" type="presParOf" srcId="{793784E1-95B3-48EF-A4BD-64F431A89F0C}" destId="{DAE82DBF-0D60-41F0-896E-3650DCF6B75A}" srcOrd="0" destOrd="0" presId="urn:microsoft.com/office/officeart/2008/layout/HorizontalMultiLevelHierarchy"/>
    <dgm:cxn modelId="{A736A282-F0FE-4F00-AD4F-B2AC9F4DDF88}" type="presParOf" srcId="{793784E1-95B3-48EF-A4BD-64F431A89F0C}" destId="{886F5094-6F41-45A7-A523-4206CD241528}" srcOrd="1" destOrd="0" presId="urn:microsoft.com/office/officeart/2008/layout/HorizontalMultiLevelHierarchy"/>
    <dgm:cxn modelId="{04BAF670-30EA-4AE0-91AE-4C3DFE25C9B9}" type="presParOf" srcId="{886F5094-6F41-45A7-A523-4206CD241528}" destId="{6E352E3A-D0F9-481B-A998-5B020A8C76CE}" srcOrd="0" destOrd="0" presId="urn:microsoft.com/office/officeart/2008/layout/HorizontalMultiLevelHierarchy"/>
    <dgm:cxn modelId="{5953D6A2-81CC-4CE6-8330-E98C1B63CEAB}" type="presParOf" srcId="{6E352E3A-D0F9-481B-A998-5B020A8C76CE}" destId="{528AD2A8-E3A7-4DC2-821F-0125D89457A2}" srcOrd="0" destOrd="0" presId="urn:microsoft.com/office/officeart/2008/layout/HorizontalMultiLevelHierarchy"/>
    <dgm:cxn modelId="{507F64DB-DBCA-444B-9674-7592EAD12332}" type="presParOf" srcId="{886F5094-6F41-45A7-A523-4206CD241528}" destId="{2BC4C651-4E5E-4935-A698-2E6D6FFB085B}" srcOrd="1" destOrd="0" presId="urn:microsoft.com/office/officeart/2008/layout/HorizontalMultiLevelHierarchy"/>
    <dgm:cxn modelId="{3618F8A7-DC60-47B2-9B82-677EACD89D32}" type="presParOf" srcId="{2BC4C651-4E5E-4935-A698-2E6D6FFB085B}" destId="{A84F1D51-BB5A-4796-9230-3A120D891569}" srcOrd="0" destOrd="0" presId="urn:microsoft.com/office/officeart/2008/layout/HorizontalMultiLevelHierarchy"/>
    <dgm:cxn modelId="{17BAACC1-E78B-405C-A71C-686F649AE1BF}" type="presParOf" srcId="{2BC4C651-4E5E-4935-A698-2E6D6FFB085B}" destId="{D285AB33-C789-49C6-B677-6A053047F1B5}" srcOrd="1" destOrd="0" presId="urn:microsoft.com/office/officeart/2008/layout/HorizontalMultiLevelHierarchy"/>
    <dgm:cxn modelId="{4638F9DA-6DE0-4F5A-B115-3DA6651E8296}" type="presParOf" srcId="{D285AB33-C789-49C6-B677-6A053047F1B5}" destId="{FE941F1F-20CA-4C55-B397-5F4B1C4D50F1}" srcOrd="0" destOrd="0" presId="urn:microsoft.com/office/officeart/2008/layout/HorizontalMultiLevelHierarchy"/>
    <dgm:cxn modelId="{2B4CF071-9B2A-4CDF-8308-44AF0F134667}" type="presParOf" srcId="{FE941F1F-20CA-4C55-B397-5F4B1C4D50F1}" destId="{FF359B89-0B39-4CE3-93E2-CD1A931C3CEA}" srcOrd="0" destOrd="0" presId="urn:microsoft.com/office/officeart/2008/layout/HorizontalMultiLevelHierarchy"/>
    <dgm:cxn modelId="{852184AD-FED9-4740-911F-6EB0BAF1C24C}" type="presParOf" srcId="{D285AB33-C789-49C6-B677-6A053047F1B5}" destId="{44CF7D89-EE5D-4055-8FBA-F70B7343411E}" srcOrd="1" destOrd="0" presId="urn:microsoft.com/office/officeart/2008/layout/HorizontalMultiLevelHierarchy"/>
    <dgm:cxn modelId="{53163D75-4C1F-45E2-8282-C1F52C407883}" type="presParOf" srcId="{44CF7D89-EE5D-4055-8FBA-F70B7343411E}" destId="{A3CE5435-1141-42DD-980C-414E23182890}" srcOrd="0" destOrd="0" presId="urn:microsoft.com/office/officeart/2008/layout/HorizontalMultiLevelHierarchy"/>
    <dgm:cxn modelId="{6E0D1B31-1D78-4261-B51D-56DCE36C4809}" type="presParOf" srcId="{44CF7D89-EE5D-4055-8FBA-F70B7343411E}" destId="{0613B88B-6C5F-4837-B3B7-2E2843919BBC}" srcOrd="1" destOrd="0" presId="urn:microsoft.com/office/officeart/2008/layout/HorizontalMultiLevelHierarchy"/>
    <dgm:cxn modelId="{F33E328C-4E9B-40BF-BD53-0236F12F4B0F}" type="presParOf" srcId="{15760790-9539-44A9-A52D-58AB584996E5}" destId="{F7C38909-BE07-464E-834D-BDCFBA258100}" srcOrd="10" destOrd="0" presId="urn:microsoft.com/office/officeart/2008/layout/HorizontalMultiLevelHierarchy"/>
    <dgm:cxn modelId="{8B60EBE9-06F5-41EF-AC90-A4901478B85F}" type="presParOf" srcId="{F7C38909-BE07-464E-834D-BDCFBA258100}" destId="{2D59348E-CC92-4EDA-8DAB-F0153DE00DFE}" srcOrd="0" destOrd="0" presId="urn:microsoft.com/office/officeart/2008/layout/HorizontalMultiLevelHierarchy"/>
    <dgm:cxn modelId="{E04C2591-9AA3-4A4F-8B64-4CA15BB73132}" type="presParOf" srcId="{15760790-9539-44A9-A52D-58AB584996E5}" destId="{09E3E5F7-6710-42A6-8755-1B392952BE7A}" srcOrd="11" destOrd="0" presId="urn:microsoft.com/office/officeart/2008/layout/HorizontalMultiLevelHierarchy"/>
    <dgm:cxn modelId="{78BAF70E-4B91-40DF-9B00-5FDB5C330C8A}" type="presParOf" srcId="{09E3E5F7-6710-42A6-8755-1B392952BE7A}" destId="{FDF91A2A-2A66-4C6C-A86A-CDF4326DA8EE}" srcOrd="0" destOrd="0" presId="urn:microsoft.com/office/officeart/2008/layout/HorizontalMultiLevelHierarchy"/>
    <dgm:cxn modelId="{14EC16C2-24EC-4B78-B4C9-A9E20F122FB5}" type="presParOf" srcId="{09E3E5F7-6710-42A6-8755-1B392952BE7A}" destId="{CF943F71-00A5-4A37-9AA2-340A74FF6AAC}" srcOrd="1" destOrd="0" presId="urn:microsoft.com/office/officeart/2008/layout/HorizontalMultiLevelHierarchy"/>
    <dgm:cxn modelId="{A7460D7A-D9E9-4CE5-96A5-160F3F83D39F}" type="presParOf" srcId="{CF943F71-00A5-4A37-9AA2-340A74FF6AAC}" destId="{4D78C0FD-C85D-44AE-95F1-5625C530C688}" srcOrd="0" destOrd="0" presId="urn:microsoft.com/office/officeart/2008/layout/HorizontalMultiLevelHierarchy"/>
    <dgm:cxn modelId="{14ABC968-FC68-47F7-B57C-D58A2854E637}" type="presParOf" srcId="{4D78C0FD-C85D-44AE-95F1-5625C530C688}" destId="{FCB80174-977E-4FDC-A16B-7D1437C183F2}" srcOrd="0" destOrd="0" presId="urn:microsoft.com/office/officeart/2008/layout/HorizontalMultiLevelHierarchy"/>
    <dgm:cxn modelId="{418DFCE1-3E7B-4B83-B0A3-AF86230B9996}" type="presParOf" srcId="{CF943F71-00A5-4A37-9AA2-340A74FF6AAC}" destId="{F99645D6-B775-44B3-BD68-DE35BE73F39D}" srcOrd="1" destOrd="0" presId="urn:microsoft.com/office/officeart/2008/layout/HorizontalMultiLevelHierarchy"/>
    <dgm:cxn modelId="{B0314350-7CFF-4D10-AC35-040157E54358}" type="presParOf" srcId="{F99645D6-B775-44B3-BD68-DE35BE73F39D}" destId="{39579ECC-5A3F-4DBE-B681-3E450FCC0508}" srcOrd="0" destOrd="0" presId="urn:microsoft.com/office/officeart/2008/layout/HorizontalMultiLevelHierarchy"/>
    <dgm:cxn modelId="{797EDB57-E53A-4C5A-BD11-A6159604A2A8}" type="presParOf" srcId="{F99645D6-B775-44B3-BD68-DE35BE73F39D}" destId="{78FD9C01-7CBE-48E1-A65D-369494ADF49C}" srcOrd="1" destOrd="0" presId="urn:microsoft.com/office/officeart/2008/layout/HorizontalMultiLevelHierarchy"/>
    <dgm:cxn modelId="{4F6E0230-0574-4BF8-AAB9-C530C9079953}" type="presParOf" srcId="{78FD9C01-7CBE-48E1-A65D-369494ADF49C}" destId="{7B24AA88-93EC-4ACD-A3A2-F98FFA8C9C81}" srcOrd="0" destOrd="0" presId="urn:microsoft.com/office/officeart/2008/layout/HorizontalMultiLevelHierarchy"/>
    <dgm:cxn modelId="{00FD32FA-7A4B-442E-9B1E-82AED6DB8391}" type="presParOf" srcId="{7B24AA88-93EC-4ACD-A3A2-F98FFA8C9C81}" destId="{8356AC79-2EF4-49C1-9BE8-D778171D8DF5}" srcOrd="0" destOrd="0" presId="urn:microsoft.com/office/officeart/2008/layout/HorizontalMultiLevelHierarchy"/>
    <dgm:cxn modelId="{9EA8472D-DF3D-4689-A104-AA67117285C4}" type="presParOf" srcId="{78FD9C01-7CBE-48E1-A65D-369494ADF49C}" destId="{B884D676-ADA4-4875-AA6D-A4A162F85EBB}" srcOrd="1" destOrd="0" presId="urn:microsoft.com/office/officeart/2008/layout/HorizontalMultiLevelHierarchy"/>
    <dgm:cxn modelId="{2B90FEB4-0B20-4649-B3C5-48D17E7E745F}" type="presParOf" srcId="{B884D676-ADA4-4875-AA6D-A4A162F85EBB}" destId="{6C0DA723-208C-456B-8DC0-14BE49161222}" srcOrd="0" destOrd="0" presId="urn:microsoft.com/office/officeart/2008/layout/HorizontalMultiLevelHierarchy"/>
    <dgm:cxn modelId="{5B7C52D7-AC0F-46D8-81FA-52FDBF7EF585}" type="presParOf" srcId="{B884D676-ADA4-4875-AA6D-A4A162F85EBB}" destId="{F326B291-A370-49E2-93C5-92A41CE46CFA}" srcOrd="1" destOrd="0" presId="urn:microsoft.com/office/officeart/2008/layout/HorizontalMultiLevelHierarchy"/>
    <dgm:cxn modelId="{08674A2B-40AE-4E54-8ED0-0A5A6FA30343}" type="presParOf" srcId="{15760790-9539-44A9-A52D-58AB584996E5}" destId="{EA21B7AA-9486-4067-B349-50CE4D95F9B9}" srcOrd="12" destOrd="0" presId="urn:microsoft.com/office/officeart/2008/layout/HorizontalMultiLevelHierarchy"/>
    <dgm:cxn modelId="{2EEABE31-2CFD-419A-95CF-1ED88CA44610}" type="presParOf" srcId="{EA21B7AA-9486-4067-B349-50CE4D95F9B9}" destId="{46C640A8-4221-49EA-B21F-B4D90F5A805F}" srcOrd="0" destOrd="0" presId="urn:microsoft.com/office/officeart/2008/layout/HorizontalMultiLevelHierarchy"/>
    <dgm:cxn modelId="{6660BA5A-05EE-42D1-B270-D89A1F3DC91B}" type="presParOf" srcId="{15760790-9539-44A9-A52D-58AB584996E5}" destId="{CBEFB087-3B44-44CC-8A65-30A263DE3FA7}" srcOrd="13" destOrd="0" presId="urn:microsoft.com/office/officeart/2008/layout/HorizontalMultiLevelHierarchy"/>
    <dgm:cxn modelId="{778FB523-0F52-4F10-9FA6-527115EBFAE0}" type="presParOf" srcId="{CBEFB087-3B44-44CC-8A65-30A263DE3FA7}" destId="{C3BAA938-E657-4B3A-9C99-A24D140B8CBB}" srcOrd="0" destOrd="0" presId="urn:microsoft.com/office/officeart/2008/layout/HorizontalMultiLevelHierarchy"/>
    <dgm:cxn modelId="{811891B6-FD53-47C4-B96E-D2C254ACE088}" type="presParOf" srcId="{CBEFB087-3B44-44CC-8A65-30A263DE3FA7}" destId="{803DB0ED-84B8-46AD-A2BD-DD3B28A4BD05}" srcOrd="1" destOrd="0" presId="urn:microsoft.com/office/officeart/2008/layout/HorizontalMultiLevelHierarchy"/>
    <dgm:cxn modelId="{D35E181F-B6E5-402C-B9E6-200653459DAC}" type="presParOf" srcId="{803DB0ED-84B8-46AD-A2BD-DD3B28A4BD05}" destId="{41991A70-5495-4DA6-ADF1-52AE3035041A}" srcOrd="0" destOrd="0" presId="urn:microsoft.com/office/officeart/2008/layout/HorizontalMultiLevelHierarchy"/>
    <dgm:cxn modelId="{E08ABDC2-8B7A-4706-A33B-B0E5BB22B335}" type="presParOf" srcId="{41991A70-5495-4DA6-ADF1-52AE3035041A}" destId="{A4C1AF91-0772-401F-B452-1B9FB50D902D}" srcOrd="0" destOrd="0" presId="urn:microsoft.com/office/officeart/2008/layout/HorizontalMultiLevelHierarchy"/>
    <dgm:cxn modelId="{87495440-36A4-4B85-A9F0-BC28E16FF9D2}" type="presParOf" srcId="{803DB0ED-84B8-46AD-A2BD-DD3B28A4BD05}" destId="{D8182051-9983-4D39-A737-C2D0E2312C8F}" srcOrd="1" destOrd="0" presId="urn:microsoft.com/office/officeart/2008/layout/HorizontalMultiLevelHierarchy"/>
    <dgm:cxn modelId="{0EA771D1-E48E-4045-9FA2-8036A6739ED5}" type="presParOf" srcId="{D8182051-9983-4D39-A737-C2D0E2312C8F}" destId="{22F4890B-3AF7-42E3-9465-6D51CBFE7F22}" srcOrd="0" destOrd="0" presId="urn:microsoft.com/office/officeart/2008/layout/HorizontalMultiLevelHierarchy"/>
    <dgm:cxn modelId="{2406BC8C-1ADD-44FE-8984-45DD2135B0B6}" type="presParOf" srcId="{D8182051-9983-4D39-A737-C2D0E2312C8F}" destId="{51829F90-596D-41C5-80D9-EDF56A3C12EA}" srcOrd="1" destOrd="0" presId="urn:microsoft.com/office/officeart/2008/layout/HorizontalMultiLevelHierarchy"/>
    <dgm:cxn modelId="{D779E224-FA25-4E7E-B029-931863BD06CE}" type="presParOf" srcId="{51829F90-596D-41C5-80D9-EDF56A3C12EA}" destId="{73FD337A-6A62-440C-AAA2-FFC3EC6938DE}" srcOrd="0" destOrd="0" presId="urn:microsoft.com/office/officeart/2008/layout/HorizontalMultiLevelHierarchy"/>
    <dgm:cxn modelId="{137350DC-54F3-4B0B-948D-F94BECC192E5}" type="presParOf" srcId="{73FD337A-6A62-440C-AAA2-FFC3EC6938DE}" destId="{294E2E05-8EB0-4855-9461-40F75FEB5DB8}" srcOrd="0" destOrd="0" presId="urn:microsoft.com/office/officeart/2008/layout/HorizontalMultiLevelHierarchy"/>
    <dgm:cxn modelId="{11F35E2F-1BD1-4DB0-8775-4A0A77B2B0A4}" type="presParOf" srcId="{51829F90-596D-41C5-80D9-EDF56A3C12EA}" destId="{67E9512F-B5FF-493F-9463-B36C4CAFC81D}" srcOrd="1" destOrd="0" presId="urn:microsoft.com/office/officeart/2008/layout/HorizontalMultiLevelHierarchy"/>
    <dgm:cxn modelId="{4FF709C2-3FAD-4823-84DE-98EEB4F70269}" type="presParOf" srcId="{67E9512F-B5FF-493F-9463-B36C4CAFC81D}" destId="{F9485734-481E-4A53-B2D5-97F403D795A0}" srcOrd="0" destOrd="0" presId="urn:microsoft.com/office/officeart/2008/layout/HorizontalMultiLevelHierarchy"/>
    <dgm:cxn modelId="{09D2EE8C-AAFA-4637-9CF6-A9BFFD97EAC4}" type="presParOf" srcId="{67E9512F-B5FF-493F-9463-B36C4CAFC81D}" destId="{1F1CB7FB-0429-4AE0-A35C-D0ED6DAF4C16}" srcOrd="1" destOrd="0" presId="urn:microsoft.com/office/officeart/2008/layout/HorizontalMultiLevelHierarchy"/>
    <dgm:cxn modelId="{BD9B7DFA-0B06-4C54-A7FE-058750AFA2A9}" type="presParOf" srcId="{15760790-9539-44A9-A52D-58AB584996E5}" destId="{E7448DA2-ABEA-4A21-9757-53D581D7F3FD}" srcOrd="14" destOrd="0" presId="urn:microsoft.com/office/officeart/2008/layout/HorizontalMultiLevelHierarchy"/>
    <dgm:cxn modelId="{34E7A618-0E30-44AD-8030-F4B14848506B}" type="presParOf" srcId="{E7448DA2-ABEA-4A21-9757-53D581D7F3FD}" destId="{E3D0D3B2-09CA-4905-A15A-B5077E79086E}" srcOrd="0" destOrd="0" presId="urn:microsoft.com/office/officeart/2008/layout/HorizontalMultiLevelHierarchy"/>
    <dgm:cxn modelId="{625DB6B0-09ED-4862-8A9A-A65F26AB1D83}" type="presParOf" srcId="{15760790-9539-44A9-A52D-58AB584996E5}" destId="{1A5AA4F0-CBA6-4DC1-BA95-294FA49D68E6}" srcOrd="15" destOrd="0" presId="urn:microsoft.com/office/officeart/2008/layout/HorizontalMultiLevelHierarchy"/>
    <dgm:cxn modelId="{8787EF0B-0288-4510-A57A-76750BA0F173}" type="presParOf" srcId="{1A5AA4F0-CBA6-4DC1-BA95-294FA49D68E6}" destId="{F79FB1EC-FF45-40C7-BCB6-021087AEF7A4}" srcOrd="0" destOrd="0" presId="urn:microsoft.com/office/officeart/2008/layout/HorizontalMultiLevelHierarchy"/>
    <dgm:cxn modelId="{C308B99A-BF71-4E64-B622-AB9FE91938D3}" type="presParOf" srcId="{1A5AA4F0-CBA6-4DC1-BA95-294FA49D68E6}" destId="{D8836E39-B4A4-4487-81A7-7BAB37E5BE9D}" srcOrd="1" destOrd="0" presId="urn:microsoft.com/office/officeart/2008/layout/HorizontalMultiLevelHierarchy"/>
    <dgm:cxn modelId="{F5842C69-6BED-4B5C-87F3-F93FF0EB9CA9}" type="presParOf" srcId="{D8836E39-B4A4-4487-81A7-7BAB37E5BE9D}" destId="{FEF38621-C909-48CF-B14E-859997849F5A}" srcOrd="0" destOrd="0" presId="urn:microsoft.com/office/officeart/2008/layout/HorizontalMultiLevelHierarchy"/>
    <dgm:cxn modelId="{A8B975E4-9EA5-429B-B638-05C349A3F44C}" type="presParOf" srcId="{FEF38621-C909-48CF-B14E-859997849F5A}" destId="{62B32946-0555-4CA6-A676-F8368863D843}" srcOrd="0" destOrd="0" presId="urn:microsoft.com/office/officeart/2008/layout/HorizontalMultiLevelHierarchy"/>
    <dgm:cxn modelId="{7E1834B4-7239-4B8E-ACE9-C366692D43C9}" type="presParOf" srcId="{D8836E39-B4A4-4487-81A7-7BAB37E5BE9D}" destId="{AA409969-18B7-48FE-95F1-8F1A19799B0B}" srcOrd="1" destOrd="0" presId="urn:microsoft.com/office/officeart/2008/layout/HorizontalMultiLevelHierarchy"/>
    <dgm:cxn modelId="{F8C238B8-810B-41D2-B131-14A7736AF003}" type="presParOf" srcId="{AA409969-18B7-48FE-95F1-8F1A19799B0B}" destId="{A6BD61BC-4141-400E-ACB2-D57F9AF06952}" srcOrd="0" destOrd="0" presId="urn:microsoft.com/office/officeart/2008/layout/HorizontalMultiLevelHierarchy"/>
    <dgm:cxn modelId="{54BA4998-AB99-47E7-A2C7-130F22EB74F8}" type="presParOf" srcId="{AA409969-18B7-48FE-95F1-8F1A19799B0B}" destId="{EFA03ACC-9B27-49AD-A779-76953488942D}" srcOrd="1" destOrd="0" presId="urn:microsoft.com/office/officeart/2008/layout/HorizontalMultiLevelHierarchy"/>
    <dgm:cxn modelId="{AA98FBC8-1E7E-4471-9899-123B63D0F9A6}" type="presParOf" srcId="{EFA03ACC-9B27-49AD-A779-76953488942D}" destId="{31F36AA4-DD88-458F-818F-4B4E19268883}" srcOrd="0" destOrd="0" presId="urn:microsoft.com/office/officeart/2008/layout/HorizontalMultiLevelHierarchy"/>
    <dgm:cxn modelId="{EE26A4D0-3155-490B-BBB7-464CF2E4BFB4}" type="presParOf" srcId="{31F36AA4-DD88-458F-818F-4B4E19268883}" destId="{FED8EC24-646E-4BC6-9059-80111B5EF84C}" srcOrd="0" destOrd="0" presId="urn:microsoft.com/office/officeart/2008/layout/HorizontalMultiLevelHierarchy"/>
    <dgm:cxn modelId="{151A00E9-77C9-4BA6-B338-26C757B64D36}" type="presParOf" srcId="{EFA03ACC-9B27-49AD-A779-76953488942D}" destId="{9F8ED2AF-ED2D-4E73-86F3-28276EBA94C9}" srcOrd="1" destOrd="0" presId="urn:microsoft.com/office/officeart/2008/layout/HorizontalMultiLevelHierarchy"/>
    <dgm:cxn modelId="{D14E9C7D-27CD-46F0-9431-C977451CEFE4}" type="presParOf" srcId="{9F8ED2AF-ED2D-4E73-86F3-28276EBA94C9}" destId="{62CD0928-6BCA-4D3E-A0AE-B8409B2849FD}" srcOrd="0" destOrd="0" presId="urn:microsoft.com/office/officeart/2008/layout/HorizontalMultiLevelHierarchy"/>
    <dgm:cxn modelId="{2997DFF4-E6EB-4BAE-8499-E489E76A2E60}" type="presParOf" srcId="{9F8ED2AF-ED2D-4E73-86F3-28276EBA94C9}" destId="{2DCF32DA-CA76-4910-9EE2-F923E6533571}" srcOrd="1" destOrd="0" presId="urn:microsoft.com/office/officeart/2008/layout/HorizontalMultiLevelHierarchy"/>
    <dgm:cxn modelId="{856035CE-DE9E-407E-92A2-E7D7310808B9}" type="presParOf" srcId="{15760790-9539-44A9-A52D-58AB584996E5}" destId="{88664CCB-9214-4D82-86B3-EFDDCFEAF4FB}" srcOrd="16" destOrd="0" presId="urn:microsoft.com/office/officeart/2008/layout/HorizontalMultiLevelHierarchy"/>
    <dgm:cxn modelId="{B211448F-F855-49BC-8A92-BF8E610A0088}" type="presParOf" srcId="{88664CCB-9214-4D82-86B3-EFDDCFEAF4FB}" destId="{EE83F653-B2FA-4D4B-85D3-D5575E7023AC}" srcOrd="0" destOrd="0" presId="urn:microsoft.com/office/officeart/2008/layout/HorizontalMultiLevelHierarchy"/>
    <dgm:cxn modelId="{2ED34C68-BC37-4242-AF55-8CC6A8A69B31}" type="presParOf" srcId="{15760790-9539-44A9-A52D-58AB584996E5}" destId="{9F7A3BE1-8606-43FD-B7EE-7A3DFB935645}" srcOrd="17" destOrd="0" presId="urn:microsoft.com/office/officeart/2008/layout/HorizontalMultiLevelHierarchy"/>
    <dgm:cxn modelId="{1BCE4FEB-64CA-41EC-9917-4B205F62B669}" type="presParOf" srcId="{9F7A3BE1-8606-43FD-B7EE-7A3DFB935645}" destId="{93341C07-B5F1-4CC7-BB14-0920D0E784AE}" srcOrd="0" destOrd="0" presId="urn:microsoft.com/office/officeart/2008/layout/HorizontalMultiLevelHierarchy"/>
    <dgm:cxn modelId="{1C8CC1C3-686F-4229-9639-070073A8F20A}" type="presParOf" srcId="{9F7A3BE1-8606-43FD-B7EE-7A3DFB935645}" destId="{6D0F1497-A2DD-48C8-9967-E8CCD380CFE3}" srcOrd="1" destOrd="0" presId="urn:microsoft.com/office/officeart/2008/layout/HorizontalMultiLevelHierarchy"/>
    <dgm:cxn modelId="{C46E888F-1E12-45BE-BAF1-7C11902E7434}" type="presParOf" srcId="{6D0F1497-A2DD-48C8-9967-E8CCD380CFE3}" destId="{2AEE0977-4A75-4059-821D-B21488B2EDD3}" srcOrd="0" destOrd="0" presId="urn:microsoft.com/office/officeart/2008/layout/HorizontalMultiLevelHierarchy"/>
    <dgm:cxn modelId="{5AE91D8A-9E99-4E01-9F99-0533B41DD9B9}" type="presParOf" srcId="{2AEE0977-4A75-4059-821D-B21488B2EDD3}" destId="{4AB34F3F-5530-4B4A-AD3D-E7353D81C3E6}" srcOrd="0" destOrd="0" presId="urn:microsoft.com/office/officeart/2008/layout/HorizontalMultiLevelHierarchy"/>
    <dgm:cxn modelId="{40E157DD-5202-4123-AE5A-FF619434F1F8}" type="presParOf" srcId="{6D0F1497-A2DD-48C8-9967-E8CCD380CFE3}" destId="{3902BB5D-4B78-4067-B6D6-C2E2A0BD19FA}" srcOrd="1" destOrd="0" presId="urn:microsoft.com/office/officeart/2008/layout/HorizontalMultiLevelHierarchy"/>
    <dgm:cxn modelId="{EDD73422-2237-4A59-BD2D-45A9529D4A55}" type="presParOf" srcId="{3902BB5D-4B78-4067-B6D6-C2E2A0BD19FA}" destId="{3A5EF45C-5D59-4585-B71A-DF482DAE80EE}" srcOrd="0" destOrd="0" presId="urn:microsoft.com/office/officeart/2008/layout/HorizontalMultiLevelHierarchy"/>
    <dgm:cxn modelId="{A15BA045-E208-4BF4-AF73-7E1C9CCB61AD}" type="presParOf" srcId="{3902BB5D-4B78-4067-B6D6-C2E2A0BD19FA}" destId="{5C7EA8AE-0C6F-4A6E-8165-E1C62B608C9A}" srcOrd="1" destOrd="0" presId="urn:microsoft.com/office/officeart/2008/layout/HorizontalMultiLevelHierarchy"/>
    <dgm:cxn modelId="{EE605246-C429-4C4E-80FD-E21EA36E1F0D}" type="presParOf" srcId="{5C7EA8AE-0C6F-4A6E-8165-E1C62B608C9A}" destId="{5C95B02D-F837-46A9-85F9-5F6D834B3855}" srcOrd="0" destOrd="0" presId="urn:microsoft.com/office/officeart/2008/layout/HorizontalMultiLevelHierarchy"/>
    <dgm:cxn modelId="{14029586-1B7F-46A1-A30E-C945C9EE5F45}" type="presParOf" srcId="{5C95B02D-F837-46A9-85F9-5F6D834B3855}" destId="{8885D25F-0ABF-4D46-84B4-00F0133DAEEC}" srcOrd="0" destOrd="0" presId="urn:microsoft.com/office/officeart/2008/layout/HorizontalMultiLevelHierarchy"/>
    <dgm:cxn modelId="{1950D381-4D68-4CA2-AC86-73456DBDB0B2}" type="presParOf" srcId="{5C7EA8AE-0C6F-4A6E-8165-E1C62B608C9A}" destId="{0FB46B19-C355-435C-8133-89C2E19DF246}" srcOrd="1" destOrd="0" presId="urn:microsoft.com/office/officeart/2008/layout/HorizontalMultiLevelHierarchy"/>
    <dgm:cxn modelId="{F6742E05-2513-4490-96EF-2733E8D9D586}" type="presParOf" srcId="{0FB46B19-C355-435C-8133-89C2E19DF246}" destId="{AC7A7488-4047-4261-AB4A-0880674A7AEE}" srcOrd="0" destOrd="0" presId="urn:microsoft.com/office/officeart/2008/layout/HorizontalMultiLevelHierarchy"/>
    <dgm:cxn modelId="{6CC7C451-CB04-45CB-88D1-7F0B17063A0F}" type="presParOf" srcId="{0FB46B19-C355-435C-8133-89C2E19DF246}" destId="{8BA6894D-F20F-4C08-A080-855FF671A8A8}" srcOrd="1" destOrd="0" presId="urn:microsoft.com/office/officeart/2008/layout/HorizontalMultiLevelHierarchy"/>
    <dgm:cxn modelId="{B7E57315-AE48-4B93-A729-E4C5E8DA2AAC}" type="presParOf" srcId="{15760790-9539-44A9-A52D-58AB584996E5}" destId="{B54A146A-C397-4393-8761-FDBFA51A4112}" srcOrd="18" destOrd="0" presId="urn:microsoft.com/office/officeart/2008/layout/HorizontalMultiLevelHierarchy"/>
    <dgm:cxn modelId="{537EAA5C-D308-41DA-8C78-0EE186090501}" type="presParOf" srcId="{B54A146A-C397-4393-8761-FDBFA51A4112}" destId="{DAA9B2DB-77F3-4C78-9BD9-862C8A248540}" srcOrd="0" destOrd="0" presId="urn:microsoft.com/office/officeart/2008/layout/HorizontalMultiLevelHierarchy"/>
    <dgm:cxn modelId="{6FBC5DA6-0FF7-49C5-878B-2180F843AB13}" type="presParOf" srcId="{15760790-9539-44A9-A52D-58AB584996E5}" destId="{91B65F22-E8C6-4E92-BAE3-8EF52EB9AACD}" srcOrd="19" destOrd="0" presId="urn:microsoft.com/office/officeart/2008/layout/HorizontalMultiLevelHierarchy"/>
    <dgm:cxn modelId="{FD3E3EA6-A00C-415F-BDC7-8B979DE95468}" type="presParOf" srcId="{91B65F22-E8C6-4E92-BAE3-8EF52EB9AACD}" destId="{75224694-FEBD-44E2-8AFD-7986A3DACA1B}" srcOrd="0" destOrd="0" presId="urn:microsoft.com/office/officeart/2008/layout/HorizontalMultiLevelHierarchy"/>
    <dgm:cxn modelId="{A477E161-C64E-44DD-B471-6668B67F96B2}" type="presParOf" srcId="{91B65F22-E8C6-4E92-BAE3-8EF52EB9AACD}" destId="{8F932B06-8D24-48C2-986E-85A98DF2BF49}" srcOrd="1" destOrd="0" presId="urn:microsoft.com/office/officeart/2008/layout/HorizontalMultiLevelHierarchy"/>
    <dgm:cxn modelId="{279DA1F8-9135-49C8-B50E-FA7143DC238F}" type="presParOf" srcId="{8F932B06-8D24-48C2-986E-85A98DF2BF49}" destId="{747CBD9F-0F68-4B8F-BAF3-AEE6DB596339}" srcOrd="0" destOrd="0" presId="urn:microsoft.com/office/officeart/2008/layout/HorizontalMultiLevelHierarchy"/>
    <dgm:cxn modelId="{3A8D0781-C4D7-41D8-B09A-D56A3C1B93C7}" type="presParOf" srcId="{747CBD9F-0F68-4B8F-BAF3-AEE6DB596339}" destId="{22109A78-C266-456E-A8A3-606D11D0C223}" srcOrd="0" destOrd="0" presId="urn:microsoft.com/office/officeart/2008/layout/HorizontalMultiLevelHierarchy"/>
    <dgm:cxn modelId="{7640DB0C-1430-4F98-B454-C00ECC7FDE18}" type="presParOf" srcId="{8F932B06-8D24-48C2-986E-85A98DF2BF49}" destId="{69874150-BD58-47A0-B921-20BA67853E91}" srcOrd="1" destOrd="0" presId="urn:microsoft.com/office/officeart/2008/layout/HorizontalMultiLevelHierarchy"/>
    <dgm:cxn modelId="{DD053231-DBEA-445E-ABB8-B5854C21711B}" type="presParOf" srcId="{69874150-BD58-47A0-B921-20BA67853E91}" destId="{D89E6211-9339-4E00-83E1-A64D8A24E0D9}" srcOrd="0" destOrd="0" presId="urn:microsoft.com/office/officeart/2008/layout/HorizontalMultiLevelHierarchy"/>
    <dgm:cxn modelId="{00900848-282D-4806-91C9-79017B34A73B}" type="presParOf" srcId="{69874150-BD58-47A0-B921-20BA67853E91}" destId="{97082421-5CCD-47E9-A5FD-287524F9D066}" srcOrd="1" destOrd="0" presId="urn:microsoft.com/office/officeart/2008/layout/HorizontalMultiLevelHierarchy"/>
    <dgm:cxn modelId="{A60A12CA-FA51-4C39-A819-F5B6080140D2}" type="presParOf" srcId="{97082421-5CCD-47E9-A5FD-287524F9D066}" destId="{11BD399B-B673-4ADD-B2C7-191B70275F26}" srcOrd="0" destOrd="0" presId="urn:microsoft.com/office/officeart/2008/layout/HorizontalMultiLevelHierarchy"/>
    <dgm:cxn modelId="{E36D08A2-C4E6-4591-BFDD-0A0FCEEDDFA1}" type="presParOf" srcId="{11BD399B-B673-4ADD-B2C7-191B70275F26}" destId="{2980A471-699E-4437-8082-CA996D1BA17A}" srcOrd="0" destOrd="0" presId="urn:microsoft.com/office/officeart/2008/layout/HorizontalMultiLevelHierarchy"/>
    <dgm:cxn modelId="{E4924F09-645C-48F1-AED5-F1D1423EFEEE}" type="presParOf" srcId="{97082421-5CCD-47E9-A5FD-287524F9D066}" destId="{5837B947-59D4-4AEA-B59F-5DDF2AB873CF}" srcOrd="1" destOrd="0" presId="urn:microsoft.com/office/officeart/2008/layout/HorizontalMultiLevelHierarchy"/>
    <dgm:cxn modelId="{48C75273-C4C3-47A0-B7D7-9BFC0600558D}" type="presParOf" srcId="{5837B947-59D4-4AEA-B59F-5DDF2AB873CF}" destId="{456F0F22-75ED-457F-8E88-1EB5484B99EB}" srcOrd="0" destOrd="0" presId="urn:microsoft.com/office/officeart/2008/layout/HorizontalMultiLevelHierarchy"/>
    <dgm:cxn modelId="{73D15DD0-4F56-4B79-9A88-87AFA11FAFB5}" type="presParOf" srcId="{5837B947-59D4-4AEA-B59F-5DDF2AB873CF}" destId="{184C6EBA-8BD1-4908-96D8-B7C2DEDE91C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7C0A7BF-6504-4F2C-9D54-5664DE87D612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F8A4306D-2EA6-4060-9C81-584FC924A72D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Tenencia</a:t>
          </a:r>
          <a:endParaRPr lang="es-EC" dirty="0">
            <a:solidFill>
              <a:schemeClr val="bg1"/>
            </a:solidFill>
          </a:endParaRPr>
        </a:p>
      </dgm:t>
    </dgm:pt>
    <dgm:pt modelId="{B1420D83-72D4-4D80-958F-3B9B4A2ECD49}" type="par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27E9F41-D33B-415A-AE63-A867235FAA08}" type="sibTrans" cxnId="{B105A284-A0BD-4B68-88CF-1E91168C823B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26A7866C-CE89-4BAB-B6B8-421B68991845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Tarjetas</a:t>
          </a:r>
        </a:p>
      </dgm:t>
    </dgm:pt>
    <dgm:pt modelId="{1EAAA8DD-4A75-4985-B423-64C84D4EE993}" type="par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B32F53A-3D36-40AE-AE0D-25F71E8EAF96}" type="sibTrans" cxnId="{64AF4187-5284-47E4-96DD-38018AB988A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8DCCF5A1-F5D2-48CE-BA98-5C85D6801254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Seguros / Asistencia</a:t>
          </a:r>
        </a:p>
      </dgm:t>
    </dgm:pt>
    <dgm:pt modelId="{6A43294B-A1CB-4D6F-B453-0FF0E5776867}" type="par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5B2FEAE0-1E8F-458B-8BDA-AC0F87A60151}" type="sibTrans" cxnId="{AA820989-1A2A-49E7-A07D-4A6782E19A1A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07CF0387-B6A7-46F6-8D80-6515DE1A07FD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Auto</a:t>
          </a:r>
        </a:p>
      </dgm:t>
    </dgm:pt>
    <dgm:pt modelId="{402FF5D2-6E69-442B-87ED-AF119AB98C9A}" type="par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D08B8F3-3B0B-4311-A42C-F673A29231EB}" type="sibTrans" cxnId="{348AFB0A-9BF6-4672-AB7F-283A6551FC7C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ED807E35-B5D3-4BCB-9B29-5888EC2127F1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Crédito</a:t>
          </a:r>
        </a:p>
      </dgm:t>
    </dgm:pt>
    <dgm:pt modelId="{8BE22E42-DB0A-4790-87BD-8B0CEA94CA04}" type="par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65B0AE92-5245-40E4-841A-77AD9559FF31}" type="sibTrans" cxnId="{AA929B85-72C9-4436-8F60-7F6BE1908226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386F11A-1804-40C3-B4C6-97A93DDDA638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Cuentas</a:t>
          </a:r>
        </a:p>
      </dgm:t>
    </dgm:pt>
    <dgm:pt modelId="{DC92EE81-E160-409C-8D57-13731F9F37AC}" type="par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F7324AD1-9E9B-46A4-9479-93BEC61E4B10}" type="sibTrans" cxnId="{400D8919-7B03-4CDF-AF54-B7E369442C5F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43C2C9CE-FB6B-4922-B62F-24129D0D74FE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Póliza</a:t>
          </a:r>
        </a:p>
      </dgm:t>
    </dgm:pt>
    <dgm:pt modelId="{062E7DA8-0F4D-4255-95A1-57CEFA146D1D}" type="par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182848E-C2F4-4CEA-ACAA-6EAAFCE1EE4B}" type="sibTrans" cxnId="{413221B1-C1E0-48BB-901E-95C5E6D2D899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B2DB83ED-41AF-4BCB-925B-2B612D563F67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Ahorro Meta</a:t>
          </a:r>
        </a:p>
      </dgm:t>
    </dgm:pt>
    <dgm:pt modelId="{D61E1BDC-FFB4-4FDA-9F8F-A2D38A22FC13}" type="par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C5BE9560-3EDF-4CB5-9220-16F25EFEC07F}" type="sibTrans" cxnId="{54278CD8-4397-4099-8F50-EFE573D5200E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DDE09034-1577-4615-AE7A-187B4C369A9A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Hipotecario</a:t>
          </a:r>
        </a:p>
      </dgm:t>
    </dgm:pt>
    <dgm:pt modelId="{950148CB-A4C6-463D-AF37-AF261141D0EB}" type="par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AF13E3D2-1026-4758-91E6-17B3CBDCA8B8}" type="sibTrans" cxnId="{90ACA8F1-75A4-4D9D-9A1A-4DE332DF7290}">
      <dgm:prSet/>
      <dgm:spPr/>
      <dgm:t>
        <a:bodyPr/>
        <a:lstStyle/>
        <a:p>
          <a:endParaRPr lang="es-EC">
            <a:solidFill>
              <a:schemeClr val="bg1"/>
            </a:solidFill>
          </a:endParaRPr>
        </a:p>
      </dgm:t>
    </dgm:pt>
    <dgm:pt modelId="{16B2B0C0-D172-4654-9D99-D2852EC4CFA1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ABF374F2-4CB1-46B4-979A-ECBEBF9BAFA7}" type="parTrans" cxnId="{25547487-328F-440B-BAEB-810D7AD4B2F5}">
      <dgm:prSet/>
      <dgm:spPr/>
      <dgm:t>
        <a:bodyPr/>
        <a:lstStyle/>
        <a:p>
          <a:endParaRPr lang="es-EC"/>
        </a:p>
      </dgm:t>
    </dgm:pt>
    <dgm:pt modelId="{E73ED498-8077-4B2E-A102-0F674DEBEF33}" type="sibTrans" cxnId="{25547487-328F-440B-BAEB-810D7AD4B2F5}">
      <dgm:prSet/>
      <dgm:spPr/>
      <dgm:t>
        <a:bodyPr/>
        <a:lstStyle/>
        <a:p>
          <a:endParaRPr lang="es-EC"/>
        </a:p>
      </dgm:t>
    </dgm:pt>
    <dgm:pt modelId="{7BCB4F2B-2C0E-403F-AF3F-F4997559D7C2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7F110B8-7B2B-427D-86A9-ACF09412107A}" type="parTrans" cxnId="{C614FA9D-7651-4335-8B83-28FF67641906}">
      <dgm:prSet/>
      <dgm:spPr/>
      <dgm:t>
        <a:bodyPr/>
        <a:lstStyle/>
        <a:p>
          <a:endParaRPr lang="es-EC"/>
        </a:p>
      </dgm:t>
    </dgm:pt>
    <dgm:pt modelId="{A428F139-A0A2-4747-896E-814EFD403340}" type="sibTrans" cxnId="{C614FA9D-7651-4335-8B83-28FF67641906}">
      <dgm:prSet/>
      <dgm:spPr/>
      <dgm:t>
        <a:bodyPr/>
        <a:lstStyle/>
        <a:p>
          <a:endParaRPr lang="es-EC"/>
        </a:p>
      </dgm:t>
    </dgm:pt>
    <dgm:pt modelId="{4449019E-5F48-4C4E-BEBB-1DC854A2EBB0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035DED43-4AA7-49AB-88CC-E9BBDECE6F7C}" type="parTrans" cxnId="{0CAA1325-70BB-430E-9F7F-5A8908DCC41B}">
      <dgm:prSet/>
      <dgm:spPr/>
      <dgm:t>
        <a:bodyPr/>
        <a:lstStyle/>
        <a:p>
          <a:endParaRPr lang="es-EC"/>
        </a:p>
      </dgm:t>
    </dgm:pt>
    <dgm:pt modelId="{8929A8A5-0F1E-497B-BC5D-05F6AA0DF934}" type="sibTrans" cxnId="{0CAA1325-70BB-430E-9F7F-5A8908DCC41B}">
      <dgm:prSet/>
      <dgm:spPr/>
      <dgm:t>
        <a:bodyPr/>
        <a:lstStyle/>
        <a:p>
          <a:endParaRPr lang="es-EC"/>
        </a:p>
      </dgm:t>
    </dgm:pt>
    <dgm:pt modelId="{0313EB74-B429-4CB9-95F6-8CFB81B76C68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EE00837F-B3CC-4783-9F8D-A80C3597D639}" type="parTrans" cxnId="{5EF81C63-3E1B-4896-B45B-A6114D3397A0}">
      <dgm:prSet/>
      <dgm:spPr/>
      <dgm:t>
        <a:bodyPr/>
        <a:lstStyle/>
        <a:p>
          <a:endParaRPr lang="es-EC"/>
        </a:p>
      </dgm:t>
    </dgm:pt>
    <dgm:pt modelId="{8E89B44C-C8BC-4ED1-99BF-47794AC7AAFD}" type="sibTrans" cxnId="{5EF81C63-3E1B-4896-B45B-A6114D3397A0}">
      <dgm:prSet/>
      <dgm:spPr/>
      <dgm:t>
        <a:bodyPr/>
        <a:lstStyle/>
        <a:p>
          <a:endParaRPr lang="es-EC"/>
        </a:p>
      </dgm:t>
    </dgm:pt>
    <dgm:pt modelId="{E1E94D8E-E4FD-4240-9ADC-9844FA970D07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9247856C-D1EC-443F-936D-CE12DBB4A1C8}" type="parTrans" cxnId="{575109A1-4D70-41A7-BACB-8349B82E8E8E}">
      <dgm:prSet/>
      <dgm:spPr/>
      <dgm:t>
        <a:bodyPr/>
        <a:lstStyle/>
        <a:p>
          <a:endParaRPr lang="es-EC"/>
        </a:p>
      </dgm:t>
    </dgm:pt>
    <dgm:pt modelId="{EAF3BE1C-EC4A-438E-B22E-A2F621206E3A}" type="sibTrans" cxnId="{575109A1-4D70-41A7-BACB-8349B82E8E8E}">
      <dgm:prSet/>
      <dgm:spPr/>
      <dgm:t>
        <a:bodyPr/>
        <a:lstStyle/>
        <a:p>
          <a:endParaRPr lang="es-EC"/>
        </a:p>
      </dgm:t>
    </dgm:pt>
    <dgm:pt modelId="{A3A1FE8C-7496-49F8-B766-DCCAF30981BE}">
      <dgm:prSet phldrT="[Texto]" phldr="0"/>
      <dgm:spPr/>
      <dgm:t>
        <a:bodyPr/>
        <a:lstStyle/>
        <a:p>
          <a:r>
            <a:rPr lang="es-EC" dirty="0">
              <a:solidFill>
                <a:schemeClr val="bg1"/>
              </a:solidFill>
            </a:rPr>
            <a:t>1</a:t>
          </a:r>
        </a:p>
      </dgm:t>
    </dgm:pt>
    <dgm:pt modelId="{6DA1D3B5-533B-4BAD-A41D-E908CB0F7727}" type="parTrans" cxnId="{D4DCDC2C-2A5A-40B2-8839-5031AA3B5608}">
      <dgm:prSet/>
      <dgm:spPr/>
      <dgm:t>
        <a:bodyPr/>
        <a:lstStyle/>
        <a:p>
          <a:endParaRPr lang="es-EC"/>
        </a:p>
      </dgm:t>
    </dgm:pt>
    <dgm:pt modelId="{D21EB412-8B64-4513-B7A8-9C633DAE8C99}" type="sibTrans" cxnId="{D4DCDC2C-2A5A-40B2-8839-5031AA3B5608}">
      <dgm:prSet/>
      <dgm:spPr/>
      <dgm:t>
        <a:bodyPr/>
        <a:lstStyle/>
        <a:p>
          <a:endParaRPr lang="es-EC"/>
        </a:p>
      </dgm:t>
    </dgm:pt>
    <dgm:pt modelId="{76E5F0B1-562B-42DF-B903-2A7EC2CAB154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05036EF-F2EA-45A3-9758-C6103743FD8A}" type="parTrans" cxnId="{D44F7423-58E9-41A8-B2E5-E98BEC518BD9}">
      <dgm:prSet/>
      <dgm:spPr/>
      <dgm:t>
        <a:bodyPr/>
        <a:lstStyle/>
        <a:p>
          <a:endParaRPr lang="es-EC"/>
        </a:p>
      </dgm:t>
    </dgm:pt>
    <dgm:pt modelId="{75876B1E-75A3-482D-A1C7-0E0B073267C1}" type="sibTrans" cxnId="{D44F7423-58E9-41A8-B2E5-E98BEC518BD9}">
      <dgm:prSet/>
      <dgm:spPr/>
      <dgm:t>
        <a:bodyPr/>
        <a:lstStyle/>
        <a:p>
          <a:endParaRPr lang="es-EC"/>
        </a:p>
      </dgm:t>
    </dgm:pt>
    <dgm:pt modelId="{ADD42954-CA04-4EA9-A532-A2E6D808D922}">
      <dgm:prSet phldrT="[Texto]" phldr="0"/>
      <dgm:spPr/>
      <dgm:t>
        <a:bodyPr/>
        <a:lstStyle/>
        <a:p>
          <a:r>
            <a:rPr lang="es-EC">
              <a:solidFill>
                <a:schemeClr val="bg1"/>
              </a:solidFill>
            </a:rPr>
            <a:t>1</a:t>
          </a:r>
          <a:endParaRPr lang="es-EC" dirty="0">
            <a:solidFill>
              <a:schemeClr val="bg1"/>
            </a:solidFill>
          </a:endParaRPr>
        </a:p>
      </dgm:t>
    </dgm:pt>
    <dgm:pt modelId="{1631E13C-9583-4710-99FD-D736051CB300}" type="parTrans" cxnId="{859750BE-6E47-46F0-BA43-228A01DCDB16}">
      <dgm:prSet/>
      <dgm:spPr/>
      <dgm:t>
        <a:bodyPr/>
        <a:lstStyle/>
        <a:p>
          <a:endParaRPr lang="es-EC"/>
        </a:p>
      </dgm:t>
    </dgm:pt>
    <dgm:pt modelId="{643108D4-99BA-418F-90F5-B80F25249B41}" type="sibTrans" cxnId="{859750BE-6E47-46F0-BA43-228A01DCDB16}">
      <dgm:prSet/>
      <dgm:spPr/>
      <dgm:t>
        <a:bodyPr/>
        <a:lstStyle/>
        <a:p>
          <a:endParaRPr lang="es-EC"/>
        </a:p>
      </dgm:t>
    </dgm:pt>
    <dgm:pt modelId="{AB769FB9-81B7-4D88-8E0E-4605BD1B277C}" type="pres">
      <dgm:prSet presAssocID="{17C0A7BF-6504-4F2C-9D54-5664DE87D61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EC09F46-69D8-4EC8-A3FD-B9943A6C53ED}" type="pres">
      <dgm:prSet presAssocID="{F8A4306D-2EA6-4060-9C81-584FC924A72D}" presName="root1" presStyleCnt="0"/>
      <dgm:spPr/>
    </dgm:pt>
    <dgm:pt modelId="{1A8C8775-11A9-4910-9DB9-4ADDC072442C}" type="pres">
      <dgm:prSet presAssocID="{F8A4306D-2EA6-4060-9C81-584FC924A72D}" presName="LevelOneTextNode" presStyleLbl="node0" presStyleIdx="0" presStyleCnt="1">
        <dgm:presLayoutVars>
          <dgm:chPref val="3"/>
        </dgm:presLayoutVars>
      </dgm:prSet>
      <dgm:spPr/>
    </dgm:pt>
    <dgm:pt modelId="{15760790-9539-44A9-A52D-58AB584996E5}" type="pres">
      <dgm:prSet presAssocID="{F8A4306D-2EA6-4060-9C81-584FC924A72D}" presName="level2hierChild" presStyleCnt="0"/>
      <dgm:spPr/>
    </dgm:pt>
    <dgm:pt modelId="{92090F43-5B4E-4749-BCAA-CA724B1D4710}" type="pres">
      <dgm:prSet presAssocID="{DC92EE81-E160-409C-8D57-13731F9F37AC}" presName="conn2-1" presStyleLbl="parChTrans1D2" presStyleIdx="0" presStyleCnt="8"/>
      <dgm:spPr/>
    </dgm:pt>
    <dgm:pt modelId="{81E432F6-3EF7-4549-811C-B578FA37B5ED}" type="pres">
      <dgm:prSet presAssocID="{DC92EE81-E160-409C-8D57-13731F9F37AC}" presName="connTx" presStyleLbl="parChTrans1D2" presStyleIdx="0" presStyleCnt="8"/>
      <dgm:spPr/>
    </dgm:pt>
    <dgm:pt modelId="{72B2EE92-AB90-4A5C-9510-488C5A769220}" type="pres">
      <dgm:prSet presAssocID="{D386F11A-1804-40C3-B4C6-97A93DDDA638}" presName="root2" presStyleCnt="0"/>
      <dgm:spPr/>
    </dgm:pt>
    <dgm:pt modelId="{B2ADA6F2-50C6-4A88-AAA9-37F38027290A}" type="pres">
      <dgm:prSet presAssocID="{D386F11A-1804-40C3-B4C6-97A93DDDA638}" presName="LevelTwoTextNode" presStyleLbl="node2" presStyleIdx="0" presStyleCnt="8">
        <dgm:presLayoutVars>
          <dgm:chPref val="3"/>
        </dgm:presLayoutVars>
      </dgm:prSet>
      <dgm:spPr/>
    </dgm:pt>
    <dgm:pt modelId="{FCCA6175-AB58-4D81-9EEF-6F7407CF7161}" type="pres">
      <dgm:prSet presAssocID="{D386F11A-1804-40C3-B4C6-97A93DDDA638}" presName="level3hierChild" presStyleCnt="0"/>
      <dgm:spPr/>
    </dgm:pt>
    <dgm:pt modelId="{4B05A99A-E246-46F2-AB3A-026B7D4A2E61}" type="pres">
      <dgm:prSet presAssocID="{ABF374F2-4CB1-46B4-979A-ECBEBF9BAFA7}" presName="conn2-1" presStyleLbl="parChTrans1D3" presStyleIdx="0" presStyleCnt="8"/>
      <dgm:spPr/>
    </dgm:pt>
    <dgm:pt modelId="{1A1833A3-A14C-49DB-8540-B7B88BCFFCBF}" type="pres">
      <dgm:prSet presAssocID="{ABF374F2-4CB1-46B4-979A-ECBEBF9BAFA7}" presName="connTx" presStyleLbl="parChTrans1D3" presStyleIdx="0" presStyleCnt="8"/>
      <dgm:spPr/>
    </dgm:pt>
    <dgm:pt modelId="{33FB4D3F-7341-45AD-8221-ADB5A751C83D}" type="pres">
      <dgm:prSet presAssocID="{16B2B0C0-D172-4654-9D99-D2852EC4CFA1}" presName="root2" presStyleCnt="0"/>
      <dgm:spPr/>
    </dgm:pt>
    <dgm:pt modelId="{A4C45FEA-92CF-410A-BAE6-F2E78B0126BC}" type="pres">
      <dgm:prSet presAssocID="{16B2B0C0-D172-4654-9D99-D2852EC4CFA1}" presName="LevelTwoTextNode" presStyleLbl="node3" presStyleIdx="0" presStyleCnt="8" custScaleX="42424">
        <dgm:presLayoutVars>
          <dgm:chPref val="3"/>
        </dgm:presLayoutVars>
      </dgm:prSet>
      <dgm:spPr/>
    </dgm:pt>
    <dgm:pt modelId="{02E653AD-846B-40EE-88C1-4A9603228BF4}" type="pres">
      <dgm:prSet presAssocID="{16B2B0C0-D172-4654-9D99-D2852EC4CFA1}" presName="level3hierChild" presStyleCnt="0"/>
      <dgm:spPr/>
    </dgm:pt>
    <dgm:pt modelId="{F31F3F23-7C72-452A-ADC8-1CB2C7B14B46}" type="pres">
      <dgm:prSet presAssocID="{1EAAA8DD-4A75-4985-B423-64C84D4EE993}" presName="conn2-1" presStyleLbl="parChTrans1D2" presStyleIdx="1" presStyleCnt="8"/>
      <dgm:spPr/>
    </dgm:pt>
    <dgm:pt modelId="{37CD627C-8293-4029-B114-AA7B7535644E}" type="pres">
      <dgm:prSet presAssocID="{1EAAA8DD-4A75-4985-B423-64C84D4EE993}" presName="connTx" presStyleLbl="parChTrans1D2" presStyleIdx="1" presStyleCnt="8"/>
      <dgm:spPr/>
    </dgm:pt>
    <dgm:pt modelId="{81987734-CB8C-4533-9770-A4DA592EF4DF}" type="pres">
      <dgm:prSet presAssocID="{26A7866C-CE89-4BAB-B6B8-421B68991845}" presName="root2" presStyleCnt="0"/>
      <dgm:spPr/>
    </dgm:pt>
    <dgm:pt modelId="{8F7C36BE-E589-4461-8F16-778807C0B166}" type="pres">
      <dgm:prSet presAssocID="{26A7866C-CE89-4BAB-B6B8-421B68991845}" presName="LevelTwoTextNode" presStyleLbl="node2" presStyleIdx="1" presStyleCnt="8">
        <dgm:presLayoutVars>
          <dgm:chPref val="3"/>
        </dgm:presLayoutVars>
      </dgm:prSet>
      <dgm:spPr/>
    </dgm:pt>
    <dgm:pt modelId="{3820E890-198B-4C85-958B-050818C8959F}" type="pres">
      <dgm:prSet presAssocID="{26A7866C-CE89-4BAB-B6B8-421B68991845}" presName="level3hierChild" presStyleCnt="0"/>
      <dgm:spPr/>
    </dgm:pt>
    <dgm:pt modelId="{AED007FA-37FB-4F86-89CC-6C075822185A}" type="pres">
      <dgm:prSet presAssocID="{17F110B8-7B2B-427D-86A9-ACF09412107A}" presName="conn2-1" presStyleLbl="parChTrans1D3" presStyleIdx="1" presStyleCnt="8"/>
      <dgm:spPr/>
    </dgm:pt>
    <dgm:pt modelId="{4E1697FD-949A-4496-B738-4CCBFEEB4FC9}" type="pres">
      <dgm:prSet presAssocID="{17F110B8-7B2B-427D-86A9-ACF09412107A}" presName="connTx" presStyleLbl="parChTrans1D3" presStyleIdx="1" presStyleCnt="8"/>
      <dgm:spPr/>
    </dgm:pt>
    <dgm:pt modelId="{B309A9B0-A9E6-4D25-B6A7-4C4990A8942E}" type="pres">
      <dgm:prSet presAssocID="{7BCB4F2B-2C0E-403F-AF3F-F4997559D7C2}" presName="root2" presStyleCnt="0"/>
      <dgm:spPr/>
    </dgm:pt>
    <dgm:pt modelId="{1940D8D1-D8D2-44B3-97F1-1DE66184A9F5}" type="pres">
      <dgm:prSet presAssocID="{7BCB4F2B-2C0E-403F-AF3F-F4997559D7C2}" presName="LevelTwoTextNode" presStyleLbl="node3" presStyleIdx="1" presStyleCnt="8" custScaleX="42424">
        <dgm:presLayoutVars>
          <dgm:chPref val="3"/>
        </dgm:presLayoutVars>
      </dgm:prSet>
      <dgm:spPr/>
    </dgm:pt>
    <dgm:pt modelId="{4DC3BA15-DFDF-48F3-9D40-2ACF7FB90C91}" type="pres">
      <dgm:prSet presAssocID="{7BCB4F2B-2C0E-403F-AF3F-F4997559D7C2}" presName="level3hierChild" presStyleCnt="0"/>
      <dgm:spPr/>
    </dgm:pt>
    <dgm:pt modelId="{E43A60A7-9DDF-42B2-A812-4D4F0F75076B}" type="pres">
      <dgm:prSet presAssocID="{6A43294B-A1CB-4D6F-B453-0FF0E5776867}" presName="conn2-1" presStyleLbl="parChTrans1D2" presStyleIdx="2" presStyleCnt="8"/>
      <dgm:spPr/>
    </dgm:pt>
    <dgm:pt modelId="{CE810C7E-C3EF-4168-95BF-2980E8095076}" type="pres">
      <dgm:prSet presAssocID="{6A43294B-A1CB-4D6F-B453-0FF0E5776867}" presName="connTx" presStyleLbl="parChTrans1D2" presStyleIdx="2" presStyleCnt="8"/>
      <dgm:spPr/>
    </dgm:pt>
    <dgm:pt modelId="{2FDCB53E-1839-42F6-B7BD-BFFEEA57B5F0}" type="pres">
      <dgm:prSet presAssocID="{8DCCF5A1-F5D2-48CE-BA98-5C85D6801254}" presName="root2" presStyleCnt="0"/>
      <dgm:spPr/>
    </dgm:pt>
    <dgm:pt modelId="{32ACC1F6-D5B9-4CEA-991A-2E04658BD206}" type="pres">
      <dgm:prSet presAssocID="{8DCCF5A1-F5D2-48CE-BA98-5C85D6801254}" presName="LevelTwoTextNode" presStyleLbl="node2" presStyleIdx="2" presStyleCnt="8">
        <dgm:presLayoutVars>
          <dgm:chPref val="3"/>
        </dgm:presLayoutVars>
      </dgm:prSet>
      <dgm:spPr/>
    </dgm:pt>
    <dgm:pt modelId="{B74E96B9-7929-453A-8253-F93A52E48265}" type="pres">
      <dgm:prSet presAssocID="{8DCCF5A1-F5D2-48CE-BA98-5C85D6801254}" presName="level3hierChild" presStyleCnt="0"/>
      <dgm:spPr/>
    </dgm:pt>
    <dgm:pt modelId="{B2B4A0BD-CC93-4FCA-BF75-A830AFB73DEC}" type="pres">
      <dgm:prSet presAssocID="{035DED43-4AA7-49AB-88CC-E9BBDECE6F7C}" presName="conn2-1" presStyleLbl="parChTrans1D3" presStyleIdx="2" presStyleCnt="8"/>
      <dgm:spPr/>
    </dgm:pt>
    <dgm:pt modelId="{C8CAE5BF-C719-4C4D-9AE0-77BA947CFC9F}" type="pres">
      <dgm:prSet presAssocID="{035DED43-4AA7-49AB-88CC-E9BBDECE6F7C}" presName="connTx" presStyleLbl="parChTrans1D3" presStyleIdx="2" presStyleCnt="8"/>
      <dgm:spPr/>
    </dgm:pt>
    <dgm:pt modelId="{5231981C-03B0-450C-944E-E012795E1ACC}" type="pres">
      <dgm:prSet presAssocID="{4449019E-5F48-4C4E-BEBB-1DC854A2EBB0}" presName="root2" presStyleCnt="0"/>
      <dgm:spPr/>
    </dgm:pt>
    <dgm:pt modelId="{628A2A3E-5D89-4597-B4EF-9A03E6CD111F}" type="pres">
      <dgm:prSet presAssocID="{4449019E-5F48-4C4E-BEBB-1DC854A2EBB0}" presName="LevelTwoTextNode" presStyleLbl="node3" presStyleIdx="2" presStyleCnt="8" custScaleX="42424">
        <dgm:presLayoutVars>
          <dgm:chPref val="3"/>
        </dgm:presLayoutVars>
      </dgm:prSet>
      <dgm:spPr/>
    </dgm:pt>
    <dgm:pt modelId="{2A01DE46-9362-4F1A-AB54-B6FA4E5B9E4B}" type="pres">
      <dgm:prSet presAssocID="{4449019E-5F48-4C4E-BEBB-1DC854A2EBB0}" presName="level3hierChild" presStyleCnt="0"/>
      <dgm:spPr/>
    </dgm:pt>
    <dgm:pt modelId="{FA624BE1-9ACC-4E7D-9F6D-BDD9E6D78BF6}" type="pres">
      <dgm:prSet presAssocID="{8BE22E42-DB0A-4790-87BD-8B0CEA94CA04}" presName="conn2-1" presStyleLbl="parChTrans1D2" presStyleIdx="3" presStyleCnt="8"/>
      <dgm:spPr/>
    </dgm:pt>
    <dgm:pt modelId="{B1DAB71E-6E0D-4893-9248-FF2AC3D62576}" type="pres">
      <dgm:prSet presAssocID="{8BE22E42-DB0A-4790-87BD-8B0CEA94CA04}" presName="connTx" presStyleLbl="parChTrans1D2" presStyleIdx="3" presStyleCnt="8"/>
      <dgm:spPr/>
    </dgm:pt>
    <dgm:pt modelId="{39B18842-E86C-4A21-9358-DDBD88C9AE12}" type="pres">
      <dgm:prSet presAssocID="{ED807E35-B5D3-4BCB-9B29-5888EC2127F1}" presName="root2" presStyleCnt="0"/>
      <dgm:spPr/>
    </dgm:pt>
    <dgm:pt modelId="{BEDCAB73-F473-4593-A1D1-34DA9B04C965}" type="pres">
      <dgm:prSet presAssocID="{ED807E35-B5D3-4BCB-9B29-5888EC2127F1}" presName="LevelTwoTextNode" presStyleLbl="node2" presStyleIdx="3" presStyleCnt="8">
        <dgm:presLayoutVars>
          <dgm:chPref val="3"/>
        </dgm:presLayoutVars>
      </dgm:prSet>
      <dgm:spPr/>
    </dgm:pt>
    <dgm:pt modelId="{EC061381-D743-43E7-A907-6CB83D1DEB83}" type="pres">
      <dgm:prSet presAssocID="{ED807E35-B5D3-4BCB-9B29-5888EC2127F1}" presName="level3hierChild" presStyleCnt="0"/>
      <dgm:spPr/>
    </dgm:pt>
    <dgm:pt modelId="{8CC5F557-42F1-4B0B-AC0D-0C0CBF6ED1B3}" type="pres">
      <dgm:prSet presAssocID="{EE00837F-B3CC-4783-9F8D-A80C3597D639}" presName="conn2-1" presStyleLbl="parChTrans1D3" presStyleIdx="3" presStyleCnt="8"/>
      <dgm:spPr/>
    </dgm:pt>
    <dgm:pt modelId="{E585CA63-65E2-4911-8756-8FE26BB94D1B}" type="pres">
      <dgm:prSet presAssocID="{EE00837F-B3CC-4783-9F8D-A80C3597D639}" presName="connTx" presStyleLbl="parChTrans1D3" presStyleIdx="3" presStyleCnt="8"/>
      <dgm:spPr/>
    </dgm:pt>
    <dgm:pt modelId="{374F112A-1E22-4716-B446-29EF895994F2}" type="pres">
      <dgm:prSet presAssocID="{0313EB74-B429-4CB9-95F6-8CFB81B76C68}" presName="root2" presStyleCnt="0"/>
      <dgm:spPr/>
    </dgm:pt>
    <dgm:pt modelId="{BF0809FD-2D3B-44DC-9B5F-F7279B419970}" type="pres">
      <dgm:prSet presAssocID="{0313EB74-B429-4CB9-95F6-8CFB81B76C68}" presName="LevelTwoTextNode" presStyleLbl="node3" presStyleIdx="3" presStyleCnt="8" custScaleX="42424">
        <dgm:presLayoutVars>
          <dgm:chPref val="3"/>
        </dgm:presLayoutVars>
      </dgm:prSet>
      <dgm:spPr/>
    </dgm:pt>
    <dgm:pt modelId="{0C66CF0C-2C64-4CB0-A1FC-B43CAF637CB7}" type="pres">
      <dgm:prSet presAssocID="{0313EB74-B429-4CB9-95F6-8CFB81B76C68}" presName="level3hierChild" presStyleCnt="0"/>
      <dgm:spPr/>
    </dgm:pt>
    <dgm:pt modelId="{FE9BAB8F-E46F-4F0B-9F5C-E8662C1E6217}" type="pres">
      <dgm:prSet presAssocID="{062E7DA8-0F4D-4255-95A1-57CEFA146D1D}" presName="conn2-1" presStyleLbl="parChTrans1D2" presStyleIdx="4" presStyleCnt="8"/>
      <dgm:spPr/>
    </dgm:pt>
    <dgm:pt modelId="{BF41CCA9-4415-4941-A18B-00E2CD618542}" type="pres">
      <dgm:prSet presAssocID="{062E7DA8-0F4D-4255-95A1-57CEFA146D1D}" presName="connTx" presStyleLbl="parChTrans1D2" presStyleIdx="4" presStyleCnt="8"/>
      <dgm:spPr/>
    </dgm:pt>
    <dgm:pt modelId="{793784E1-95B3-48EF-A4BD-64F431A89F0C}" type="pres">
      <dgm:prSet presAssocID="{43C2C9CE-FB6B-4922-B62F-24129D0D74FE}" presName="root2" presStyleCnt="0"/>
      <dgm:spPr/>
    </dgm:pt>
    <dgm:pt modelId="{DAE82DBF-0D60-41F0-896E-3650DCF6B75A}" type="pres">
      <dgm:prSet presAssocID="{43C2C9CE-FB6B-4922-B62F-24129D0D74FE}" presName="LevelTwoTextNode" presStyleLbl="node2" presStyleIdx="4" presStyleCnt="8">
        <dgm:presLayoutVars>
          <dgm:chPref val="3"/>
        </dgm:presLayoutVars>
      </dgm:prSet>
      <dgm:spPr/>
    </dgm:pt>
    <dgm:pt modelId="{886F5094-6F41-45A7-A523-4206CD241528}" type="pres">
      <dgm:prSet presAssocID="{43C2C9CE-FB6B-4922-B62F-24129D0D74FE}" presName="level3hierChild" presStyleCnt="0"/>
      <dgm:spPr/>
    </dgm:pt>
    <dgm:pt modelId="{242DFC76-2C2F-4E5B-A434-3069E266996F}" type="pres">
      <dgm:prSet presAssocID="{9247856C-D1EC-443F-936D-CE12DBB4A1C8}" presName="conn2-1" presStyleLbl="parChTrans1D3" presStyleIdx="4" presStyleCnt="8"/>
      <dgm:spPr/>
    </dgm:pt>
    <dgm:pt modelId="{74B3A296-039B-4BED-BB61-0FBB83070830}" type="pres">
      <dgm:prSet presAssocID="{9247856C-D1EC-443F-936D-CE12DBB4A1C8}" presName="connTx" presStyleLbl="parChTrans1D3" presStyleIdx="4" presStyleCnt="8"/>
      <dgm:spPr/>
    </dgm:pt>
    <dgm:pt modelId="{E915C2A4-D7E7-4FE9-B6D3-EB9C04A7D83D}" type="pres">
      <dgm:prSet presAssocID="{E1E94D8E-E4FD-4240-9ADC-9844FA970D07}" presName="root2" presStyleCnt="0"/>
      <dgm:spPr/>
    </dgm:pt>
    <dgm:pt modelId="{28608C39-3F6E-4FF4-B46E-25405EEBF80D}" type="pres">
      <dgm:prSet presAssocID="{E1E94D8E-E4FD-4240-9ADC-9844FA970D07}" presName="LevelTwoTextNode" presStyleLbl="node3" presStyleIdx="4" presStyleCnt="8" custScaleX="42424">
        <dgm:presLayoutVars>
          <dgm:chPref val="3"/>
        </dgm:presLayoutVars>
      </dgm:prSet>
      <dgm:spPr/>
    </dgm:pt>
    <dgm:pt modelId="{26160947-2AE9-4FC0-9084-1CB0F9F67213}" type="pres">
      <dgm:prSet presAssocID="{E1E94D8E-E4FD-4240-9ADC-9844FA970D07}" presName="level3hierChild" presStyleCnt="0"/>
      <dgm:spPr/>
    </dgm:pt>
    <dgm:pt modelId="{F7C38909-BE07-464E-834D-BDCFBA258100}" type="pres">
      <dgm:prSet presAssocID="{D61E1BDC-FFB4-4FDA-9F8F-A2D38A22FC13}" presName="conn2-1" presStyleLbl="parChTrans1D2" presStyleIdx="5" presStyleCnt="8"/>
      <dgm:spPr/>
    </dgm:pt>
    <dgm:pt modelId="{2D59348E-CC92-4EDA-8DAB-F0153DE00DFE}" type="pres">
      <dgm:prSet presAssocID="{D61E1BDC-FFB4-4FDA-9F8F-A2D38A22FC13}" presName="connTx" presStyleLbl="parChTrans1D2" presStyleIdx="5" presStyleCnt="8"/>
      <dgm:spPr/>
    </dgm:pt>
    <dgm:pt modelId="{09E3E5F7-6710-42A6-8755-1B392952BE7A}" type="pres">
      <dgm:prSet presAssocID="{B2DB83ED-41AF-4BCB-925B-2B612D563F67}" presName="root2" presStyleCnt="0"/>
      <dgm:spPr/>
    </dgm:pt>
    <dgm:pt modelId="{FDF91A2A-2A66-4C6C-A86A-CDF4326DA8EE}" type="pres">
      <dgm:prSet presAssocID="{B2DB83ED-41AF-4BCB-925B-2B612D563F67}" presName="LevelTwoTextNode" presStyleLbl="node2" presStyleIdx="5" presStyleCnt="8">
        <dgm:presLayoutVars>
          <dgm:chPref val="3"/>
        </dgm:presLayoutVars>
      </dgm:prSet>
      <dgm:spPr/>
    </dgm:pt>
    <dgm:pt modelId="{CF943F71-00A5-4A37-9AA2-340A74FF6AAC}" type="pres">
      <dgm:prSet presAssocID="{B2DB83ED-41AF-4BCB-925B-2B612D563F67}" presName="level3hierChild" presStyleCnt="0"/>
      <dgm:spPr/>
    </dgm:pt>
    <dgm:pt modelId="{23D8B84C-DB91-4AEA-97CC-CAEF5977E10D}" type="pres">
      <dgm:prSet presAssocID="{6DA1D3B5-533B-4BAD-A41D-E908CB0F7727}" presName="conn2-1" presStyleLbl="parChTrans1D3" presStyleIdx="5" presStyleCnt="8"/>
      <dgm:spPr/>
    </dgm:pt>
    <dgm:pt modelId="{7FFF7573-A8D6-42B9-9666-DB5CFBDC6547}" type="pres">
      <dgm:prSet presAssocID="{6DA1D3B5-533B-4BAD-A41D-E908CB0F7727}" presName="connTx" presStyleLbl="parChTrans1D3" presStyleIdx="5" presStyleCnt="8"/>
      <dgm:spPr/>
    </dgm:pt>
    <dgm:pt modelId="{521A8223-8E74-441D-ACBA-482867AB3D23}" type="pres">
      <dgm:prSet presAssocID="{A3A1FE8C-7496-49F8-B766-DCCAF30981BE}" presName="root2" presStyleCnt="0"/>
      <dgm:spPr/>
    </dgm:pt>
    <dgm:pt modelId="{90A1B84C-1E56-49A9-89CD-6FECF2BA6A56}" type="pres">
      <dgm:prSet presAssocID="{A3A1FE8C-7496-49F8-B766-DCCAF30981BE}" presName="LevelTwoTextNode" presStyleLbl="node3" presStyleIdx="5" presStyleCnt="8" custScaleX="42424">
        <dgm:presLayoutVars>
          <dgm:chPref val="3"/>
        </dgm:presLayoutVars>
      </dgm:prSet>
      <dgm:spPr/>
    </dgm:pt>
    <dgm:pt modelId="{D1329FED-B27A-46B6-AE43-3C67A89004F0}" type="pres">
      <dgm:prSet presAssocID="{A3A1FE8C-7496-49F8-B766-DCCAF30981BE}" presName="level3hierChild" presStyleCnt="0"/>
      <dgm:spPr/>
    </dgm:pt>
    <dgm:pt modelId="{EA21B7AA-9486-4067-B349-50CE4D95F9B9}" type="pres">
      <dgm:prSet presAssocID="{950148CB-A4C6-463D-AF37-AF261141D0EB}" presName="conn2-1" presStyleLbl="parChTrans1D2" presStyleIdx="6" presStyleCnt="8"/>
      <dgm:spPr/>
    </dgm:pt>
    <dgm:pt modelId="{46C640A8-4221-49EA-B21F-B4D90F5A805F}" type="pres">
      <dgm:prSet presAssocID="{950148CB-A4C6-463D-AF37-AF261141D0EB}" presName="connTx" presStyleLbl="parChTrans1D2" presStyleIdx="6" presStyleCnt="8"/>
      <dgm:spPr/>
    </dgm:pt>
    <dgm:pt modelId="{CBEFB087-3B44-44CC-8A65-30A263DE3FA7}" type="pres">
      <dgm:prSet presAssocID="{DDE09034-1577-4615-AE7A-187B4C369A9A}" presName="root2" presStyleCnt="0"/>
      <dgm:spPr/>
    </dgm:pt>
    <dgm:pt modelId="{C3BAA938-E657-4B3A-9C99-A24D140B8CBB}" type="pres">
      <dgm:prSet presAssocID="{DDE09034-1577-4615-AE7A-187B4C369A9A}" presName="LevelTwoTextNode" presStyleLbl="node2" presStyleIdx="6" presStyleCnt="8">
        <dgm:presLayoutVars>
          <dgm:chPref val="3"/>
        </dgm:presLayoutVars>
      </dgm:prSet>
      <dgm:spPr/>
    </dgm:pt>
    <dgm:pt modelId="{803DB0ED-84B8-46AD-A2BD-DD3B28A4BD05}" type="pres">
      <dgm:prSet presAssocID="{DDE09034-1577-4615-AE7A-187B4C369A9A}" presName="level3hierChild" presStyleCnt="0"/>
      <dgm:spPr/>
    </dgm:pt>
    <dgm:pt modelId="{BDCFE27E-26F6-4FD4-8AE4-8BC51FEBD9BF}" type="pres">
      <dgm:prSet presAssocID="{105036EF-F2EA-45A3-9758-C6103743FD8A}" presName="conn2-1" presStyleLbl="parChTrans1D3" presStyleIdx="6" presStyleCnt="8"/>
      <dgm:spPr/>
    </dgm:pt>
    <dgm:pt modelId="{BE53E4A3-A7BA-474B-AAD8-631FD88E8582}" type="pres">
      <dgm:prSet presAssocID="{105036EF-F2EA-45A3-9758-C6103743FD8A}" presName="connTx" presStyleLbl="parChTrans1D3" presStyleIdx="6" presStyleCnt="8"/>
      <dgm:spPr/>
    </dgm:pt>
    <dgm:pt modelId="{7CFB584A-284A-463D-8F4D-F9C229B8245A}" type="pres">
      <dgm:prSet presAssocID="{76E5F0B1-562B-42DF-B903-2A7EC2CAB154}" presName="root2" presStyleCnt="0"/>
      <dgm:spPr/>
    </dgm:pt>
    <dgm:pt modelId="{F8F523A0-50B5-49B0-870A-BBD6A436C9F3}" type="pres">
      <dgm:prSet presAssocID="{76E5F0B1-562B-42DF-B903-2A7EC2CAB154}" presName="LevelTwoTextNode" presStyleLbl="node3" presStyleIdx="6" presStyleCnt="8" custScaleX="42424">
        <dgm:presLayoutVars>
          <dgm:chPref val="3"/>
        </dgm:presLayoutVars>
      </dgm:prSet>
      <dgm:spPr/>
    </dgm:pt>
    <dgm:pt modelId="{A265BCA6-A9E8-4BB4-BF49-1AA28A2546EF}" type="pres">
      <dgm:prSet presAssocID="{76E5F0B1-562B-42DF-B903-2A7EC2CAB154}" presName="level3hierChild" presStyleCnt="0"/>
      <dgm:spPr/>
    </dgm:pt>
    <dgm:pt modelId="{E7448DA2-ABEA-4A21-9757-53D581D7F3FD}" type="pres">
      <dgm:prSet presAssocID="{402FF5D2-6E69-442B-87ED-AF119AB98C9A}" presName="conn2-1" presStyleLbl="parChTrans1D2" presStyleIdx="7" presStyleCnt="8"/>
      <dgm:spPr/>
    </dgm:pt>
    <dgm:pt modelId="{E3D0D3B2-09CA-4905-A15A-B5077E79086E}" type="pres">
      <dgm:prSet presAssocID="{402FF5D2-6E69-442B-87ED-AF119AB98C9A}" presName="connTx" presStyleLbl="parChTrans1D2" presStyleIdx="7" presStyleCnt="8"/>
      <dgm:spPr/>
    </dgm:pt>
    <dgm:pt modelId="{1A5AA4F0-CBA6-4DC1-BA95-294FA49D68E6}" type="pres">
      <dgm:prSet presAssocID="{07CF0387-B6A7-46F6-8D80-6515DE1A07FD}" presName="root2" presStyleCnt="0"/>
      <dgm:spPr/>
    </dgm:pt>
    <dgm:pt modelId="{F79FB1EC-FF45-40C7-BCB6-021087AEF7A4}" type="pres">
      <dgm:prSet presAssocID="{07CF0387-B6A7-46F6-8D80-6515DE1A07FD}" presName="LevelTwoTextNode" presStyleLbl="node2" presStyleIdx="7" presStyleCnt="8">
        <dgm:presLayoutVars>
          <dgm:chPref val="3"/>
        </dgm:presLayoutVars>
      </dgm:prSet>
      <dgm:spPr/>
    </dgm:pt>
    <dgm:pt modelId="{D8836E39-B4A4-4487-81A7-7BAB37E5BE9D}" type="pres">
      <dgm:prSet presAssocID="{07CF0387-B6A7-46F6-8D80-6515DE1A07FD}" presName="level3hierChild" presStyleCnt="0"/>
      <dgm:spPr/>
    </dgm:pt>
    <dgm:pt modelId="{0D8E187A-7BFB-4E86-8920-897B6EBBCC7D}" type="pres">
      <dgm:prSet presAssocID="{1631E13C-9583-4710-99FD-D736051CB300}" presName="conn2-1" presStyleLbl="parChTrans1D3" presStyleIdx="7" presStyleCnt="8"/>
      <dgm:spPr/>
    </dgm:pt>
    <dgm:pt modelId="{8DCBB455-9808-4CB7-8DB9-5E8D68607B45}" type="pres">
      <dgm:prSet presAssocID="{1631E13C-9583-4710-99FD-D736051CB300}" presName="connTx" presStyleLbl="parChTrans1D3" presStyleIdx="7" presStyleCnt="8"/>
      <dgm:spPr/>
    </dgm:pt>
    <dgm:pt modelId="{6D16900C-6DB7-48C3-A7D0-561CAEE972C0}" type="pres">
      <dgm:prSet presAssocID="{ADD42954-CA04-4EA9-A532-A2E6D808D922}" presName="root2" presStyleCnt="0"/>
      <dgm:spPr/>
    </dgm:pt>
    <dgm:pt modelId="{676AE3D0-5F4C-4EE7-B7E9-D1E6FBA3729D}" type="pres">
      <dgm:prSet presAssocID="{ADD42954-CA04-4EA9-A532-A2E6D808D922}" presName="LevelTwoTextNode" presStyleLbl="node3" presStyleIdx="7" presStyleCnt="8" custScaleX="42424">
        <dgm:presLayoutVars>
          <dgm:chPref val="3"/>
        </dgm:presLayoutVars>
      </dgm:prSet>
      <dgm:spPr/>
    </dgm:pt>
    <dgm:pt modelId="{5E927D94-D12B-44F7-9F08-27A62E0A8AEC}" type="pres">
      <dgm:prSet presAssocID="{ADD42954-CA04-4EA9-A532-A2E6D808D922}" presName="level3hierChild" presStyleCnt="0"/>
      <dgm:spPr/>
    </dgm:pt>
  </dgm:ptLst>
  <dgm:cxnLst>
    <dgm:cxn modelId="{6734E301-4BB8-4293-980C-0BCB01C3A229}" type="presOf" srcId="{ABF374F2-4CB1-46B4-979A-ECBEBF9BAFA7}" destId="{4B05A99A-E246-46F2-AB3A-026B7D4A2E61}" srcOrd="0" destOrd="0" presId="urn:microsoft.com/office/officeart/2008/layout/HorizontalMultiLevelHierarchy"/>
    <dgm:cxn modelId="{40B10C0A-0ADE-4790-BDA8-FC153F53AEC3}" type="presOf" srcId="{062E7DA8-0F4D-4255-95A1-57CEFA146D1D}" destId="{BF41CCA9-4415-4941-A18B-00E2CD618542}" srcOrd="1" destOrd="0" presId="urn:microsoft.com/office/officeart/2008/layout/HorizontalMultiLevelHierarchy"/>
    <dgm:cxn modelId="{348AFB0A-9BF6-4672-AB7F-283A6551FC7C}" srcId="{F8A4306D-2EA6-4060-9C81-584FC924A72D}" destId="{07CF0387-B6A7-46F6-8D80-6515DE1A07FD}" srcOrd="7" destOrd="0" parTransId="{402FF5D2-6E69-442B-87ED-AF119AB98C9A}" sibTransId="{FD08B8F3-3B0B-4311-A42C-F673A29231EB}"/>
    <dgm:cxn modelId="{57F2350C-0264-48F1-9060-E8085306639D}" type="presOf" srcId="{A3A1FE8C-7496-49F8-B766-DCCAF30981BE}" destId="{90A1B84C-1E56-49A9-89CD-6FECF2BA6A56}" srcOrd="0" destOrd="0" presId="urn:microsoft.com/office/officeart/2008/layout/HorizontalMultiLevelHierarchy"/>
    <dgm:cxn modelId="{EE2FC10D-C558-4DA7-8CFC-527DCA5952B5}" type="presOf" srcId="{D386F11A-1804-40C3-B4C6-97A93DDDA638}" destId="{B2ADA6F2-50C6-4A88-AAA9-37F38027290A}" srcOrd="0" destOrd="0" presId="urn:microsoft.com/office/officeart/2008/layout/HorizontalMultiLevelHierarchy"/>
    <dgm:cxn modelId="{9D2F9212-63AD-41CA-BB93-C92B66DD35BF}" type="presOf" srcId="{ED807E35-B5D3-4BCB-9B29-5888EC2127F1}" destId="{BEDCAB73-F473-4593-A1D1-34DA9B04C965}" srcOrd="0" destOrd="0" presId="urn:microsoft.com/office/officeart/2008/layout/HorizontalMultiLevelHierarchy"/>
    <dgm:cxn modelId="{E8151D16-C9A2-4B11-8457-1B121F2554F2}" type="presOf" srcId="{EE00837F-B3CC-4783-9F8D-A80C3597D639}" destId="{8CC5F557-42F1-4B0B-AC0D-0C0CBF6ED1B3}" srcOrd="0" destOrd="0" presId="urn:microsoft.com/office/officeart/2008/layout/HorizontalMultiLevelHierarchy"/>
    <dgm:cxn modelId="{E26D7718-FB10-4351-83E5-CC20E9847B7D}" type="presOf" srcId="{E1E94D8E-E4FD-4240-9ADC-9844FA970D07}" destId="{28608C39-3F6E-4FF4-B46E-25405EEBF80D}" srcOrd="0" destOrd="0" presId="urn:microsoft.com/office/officeart/2008/layout/HorizontalMultiLevelHierarchy"/>
    <dgm:cxn modelId="{400D8919-7B03-4CDF-AF54-B7E369442C5F}" srcId="{F8A4306D-2EA6-4060-9C81-584FC924A72D}" destId="{D386F11A-1804-40C3-B4C6-97A93DDDA638}" srcOrd="0" destOrd="0" parTransId="{DC92EE81-E160-409C-8D57-13731F9F37AC}" sibTransId="{F7324AD1-9E9B-46A4-9479-93BEC61E4B10}"/>
    <dgm:cxn modelId="{D44F7423-58E9-41A8-B2E5-E98BEC518BD9}" srcId="{DDE09034-1577-4615-AE7A-187B4C369A9A}" destId="{76E5F0B1-562B-42DF-B903-2A7EC2CAB154}" srcOrd="0" destOrd="0" parTransId="{105036EF-F2EA-45A3-9758-C6103743FD8A}" sibTransId="{75876B1E-75A3-482D-A1C7-0E0B073267C1}"/>
    <dgm:cxn modelId="{0CAA1325-70BB-430E-9F7F-5A8908DCC41B}" srcId="{8DCCF5A1-F5D2-48CE-BA98-5C85D6801254}" destId="{4449019E-5F48-4C4E-BEBB-1DC854A2EBB0}" srcOrd="0" destOrd="0" parTransId="{035DED43-4AA7-49AB-88CC-E9BBDECE6F7C}" sibTransId="{8929A8A5-0F1E-497B-BC5D-05F6AA0DF934}"/>
    <dgm:cxn modelId="{A8C7402A-044C-468D-8C72-3A578ABB2DC7}" type="presOf" srcId="{B2DB83ED-41AF-4BCB-925B-2B612D563F67}" destId="{FDF91A2A-2A66-4C6C-A86A-CDF4326DA8EE}" srcOrd="0" destOrd="0" presId="urn:microsoft.com/office/officeart/2008/layout/HorizontalMultiLevelHierarchy"/>
    <dgm:cxn modelId="{E2A1812B-B566-4452-A318-F257D9710E98}" type="presOf" srcId="{402FF5D2-6E69-442B-87ED-AF119AB98C9A}" destId="{E7448DA2-ABEA-4A21-9757-53D581D7F3FD}" srcOrd="0" destOrd="0" presId="urn:microsoft.com/office/officeart/2008/layout/HorizontalMultiLevelHierarchy"/>
    <dgm:cxn modelId="{D4DCDC2C-2A5A-40B2-8839-5031AA3B5608}" srcId="{B2DB83ED-41AF-4BCB-925B-2B612D563F67}" destId="{A3A1FE8C-7496-49F8-B766-DCCAF30981BE}" srcOrd="0" destOrd="0" parTransId="{6DA1D3B5-533B-4BAD-A41D-E908CB0F7727}" sibTransId="{D21EB412-8B64-4513-B7A8-9C633DAE8C99}"/>
    <dgm:cxn modelId="{FC2E4A2E-A600-409F-A458-65134D010CC1}" type="presOf" srcId="{43C2C9CE-FB6B-4922-B62F-24129D0D74FE}" destId="{DAE82DBF-0D60-41F0-896E-3650DCF6B75A}" srcOrd="0" destOrd="0" presId="urn:microsoft.com/office/officeart/2008/layout/HorizontalMultiLevelHierarchy"/>
    <dgm:cxn modelId="{9F6CEF37-E626-4422-9423-1D58FA58B9FF}" type="presOf" srcId="{0313EB74-B429-4CB9-95F6-8CFB81B76C68}" destId="{BF0809FD-2D3B-44DC-9B5F-F7279B419970}" srcOrd="0" destOrd="0" presId="urn:microsoft.com/office/officeart/2008/layout/HorizontalMultiLevelHierarchy"/>
    <dgm:cxn modelId="{193EF03B-CD1C-4D83-B6C6-56AE4C6008AF}" type="presOf" srcId="{6A43294B-A1CB-4D6F-B453-0FF0E5776867}" destId="{E43A60A7-9DDF-42B2-A812-4D4F0F75076B}" srcOrd="0" destOrd="0" presId="urn:microsoft.com/office/officeart/2008/layout/HorizontalMultiLevelHierarchy"/>
    <dgm:cxn modelId="{723FE93D-4D6D-4C84-98D5-301250841560}" type="presOf" srcId="{26A7866C-CE89-4BAB-B6B8-421B68991845}" destId="{8F7C36BE-E589-4461-8F16-778807C0B166}" srcOrd="0" destOrd="0" presId="urn:microsoft.com/office/officeart/2008/layout/HorizontalMultiLevelHierarchy"/>
    <dgm:cxn modelId="{D7974D62-14DF-4F36-97A8-7FD0BCE6B98A}" type="presOf" srcId="{6A43294B-A1CB-4D6F-B453-0FF0E5776867}" destId="{CE810C7E-C3EF-4168-95BF-2980E8095076}" srcOrd="1" destOrd="0" presId="urn:microsoft.com/office/officeart/2008/layout/HorizontalMultiLevelHierarchy"/>
    <dgm:cxn modelId="{5EF81C63-3E1B-4896-B45B-A6114D3397A0}" srcId="{ED807E35-B5D3-4BCB-9B29-5888EC2127F1}" destId="{0313EB74-B429-4CB9-95F6-8CFB81B76C68}" srcOrd="0" destOrd="0" parTransId="{EE00837F-B3CC-4783-9F8D-A80C3597D639}" sibTransId="{8E89B44C-C8BC-4ED1-99BF-47794AC7AAFD}"/>
    <dgm:cxn modelId="{A1275F63-C6EC-4E26-9CCE-284BB42C9DDB}" type="presOf" srcId="{4449019E-5F48-4C4E-BEBB-1DC854A2EBB0}" destId="{628A2A3E-5D89-4597-B4EF-9A03E6CD111F}" srcOrd="0" destOrd="0" presId="urn:microsoft.com/office/officeart/2008/layout/HorizontalMultiLevelHierarchy"/>
    <dgm:cxn modelId="{6D0B1764-2348-41AA-B082-CA80DE6AEDBE}" type="presOf" srcId="{1631E13C-9583-4710-99FD-D736051CB300}" destId="{0D8E187A-7BFB-4E86-8920-897B6EBBCC7D}" srcOrd="0" destOrd="0" presId="urn:microsoft.com/office/officeart/2008/layout/HorizontalMultiLevelHierarchy"/>
    <dgm:cxn modelId="{F6B50C68-0E61-4F29-98F3-B40CCABF8045}" type="presOf" srcId="{D61E1BDC-FFB4-4FDA-9F8F-A2D38A22FC13}" destId="{F7C38909-BE07-464E-834D-BDCFBA258100}" srcOrd="0" destOrd="0" presId="urn:microsoft.com/office/officeart/2008/layout/HorizontalMultiLevelHierarchy"/>
    <dgm:cxn modelId="{2AB5EE6C-B8AB-41A6-B3BE-D215F75DCB44}" type="presOf" srcId="{1EAAA8DD-4A75-4985-B423-64C84D4EE993}" destId="{F31F3F23-7C72-452A-ADC8-1CB2C7B14B46}" srcOrd="0" destOrd="0" presId="urn:microsoft.com/office/officeart/2008/layout/HorizontalMultiLevelHierarchy"/>
    <dgm:cxn modelId="{F310356D-3B3C-456D-8AD5-F17A33EAE54D}" type="presOf" srcId="{EE00837F-B3CC-4783-9F8D-A80C3597D639}" destId="{E585CA63-65E2-4911-8756-8FE26BB94D1B}" srcOrd="1" destOrd="0" presId="urn:microsoft.com/office/officeart/2008/layout/HorizontalMultiLevelHierarchy"/>
    <dgm:cxn modelId="{69A92C50-D700-4841-9C49-03D003D13360}" type="presOf" srcId="{76E5F0B1-562B-42DF-B903-2A7EC2CAB154}" destId="{F8F523A0-50B5-49B0-870A-BBD6A436C9F3}" srcOrd="0" destOrd="0" presId="urn:microsoft.com/office/officeart/2008/layout/HorizontalMultiLevelHierarchy"/>
    <dgm:cxn modelId="{2CF88850-9BC5-4115-AE83-CABFB2B620CD}" type="presOf" srcId="{9247856C-D1EC-443F-936D-CE12DBB4A1C8}" destId="{74B3A296-039B-4BED-BB61-0FBB83070830}" srcOrd="1" destOrd="0" presId="urn:microsoft.com/office/officeart/2008/layout/HorizontalMultiLevelHierarchy"/>
    <dgm:cxn modelId="{6DCDCC51-5E5D-4A4A-B5A2-71B78E5B4A8B}" type="presOf" srcId="{DC92EE81-E160-409C-8D57-13731F9F37AC}" destId="{92090F43-5B4E-4749-BCAA-CA724B1D4710}" srcOrd="0" destOrd="0" presId="urn:microsoft.com/office/officeart/2008/layout/HorizontalMultiLevelHierarchy"/>
    <dgm:cxn modelId="{074EB156-5AB6-44C8-AB72-3BA600AAC3E4}" type="presOf" srcId="{ABF374F2-4CB1-46B4-979A-ECBEBF9BAFA7}" destId="{1A1833A3-A14C-49DB-8540-B7B88BCFFCBF}" srcOrd="1" destOrd="0" presId="urn:microsoft.com/office/officeart/2008/layout/HorizontalMultiLevelHierarchy"/>
    <dgm:cxn modelId="{AB133C77-2053-4F76-AC99-86AB4116D5BF}" type="presOf" srcId="{402FF5D2-6E69-442B-87ED-AF119AB98C9A}" destId="{E3D0D3B2-09CA-4905-A15A-B5077E79086E}" srcOrd="1" destOrd="0" presId="urn:microsoft.com/office/officeart/2008/layout/HorizontalMultiLevelHierarchy"/>
    <dgm:cxn modelId="{2C140F7B-8976-42BD-92BA-B8453F78D9BC}" type="presOf" srcId="{950148CB-A4C6-463D-AF37-AF261141D0EB}" destId="{EA21B7AA-9486-4067-B349-50CE4D95F9B9}" srcOrd="0" destOrd="0" presId="urn:microsoft.com/office/officeart/2008/layout/HorizontalMultiLevelHierarchy"/>
    <dgm:cxn modelId="{B17A017C-25A3-47F2-A7CB-D1D3DB65D53C}" type="presOf" srcId="{6DA1D3B5-533B-4BAD-A41D-E908CB0F7727}" destId="{7FFF7573-A8D6-42B9-9666-DB5CFBDC6547}" srcOrd="1" destOrd="0" presId="urn:microsoft.com/office/officeart/2008/layout/HorizontalMultiLevelHierarchy"/>
    <dgm:cxn modelId="{14D5CB7D-DE59-47D5-98A3-A0030F4D162C}" type="presOf" srcId="{17F110B8-7B2B-427D-86A9-ACF09412107A}" destId="{AED007FA-37FB-4F86-89CC-6C075822185A}" srcOrd="0" destOrd="0" presId="urn:microsoft.com/office/officeart/2008/layout/HorizontalMultiLevelHierarchy"/>
    <dgm:cxn modelId="{1985267E-BBDF-4DD1-903A-029C64EF01E0}" type="presOf" srcId="{105036EF-F2EA-45A3-9758-C6103743FD8A}" destId="{BDCFE27E-26F6-4FD4-8AE4-8BC51FEBD9BF}" srcOrd="0" destOrd="0" presId="urn:microsoft.com/office/officeart/2008/layout/HorizontalMultiLevelHierarchy"/>
    <dgm:cxn modelId="{56B29680-23D2-49AC-9C8A-0900BA6DFEC5}" type="presOf" srcId="{950148CB-A4C6-463D-AF37-AF261141D0EB}" destId="{46C640A8-4221-49EA-B21F-B4D90F5A805F}" srcOrd="1" destOrd="0" presId="urn:microsoft.com/office/officeart/2008/layout/HorizontalMultiLevelHierarchy"/>
    <dgm:cxn modelId="{DBC2D482-3890-4FD0-BC82-E728DC1A4D08}" type="presOf" srcId="{17F110B8-7B2B-427D-86A9-ACF09412107A}" destId="{4E1697FD-949A-4496-B738-4CCBFEEB4FC9}" srcOrd="1" destOrd="0" presId="urn:microsoft.com/office/officeart/2008/layout/HorizontalMultiLevelHierarchy"/>
    <dgm:cxn modelId="{B105A284-A0BD-4B68-88CF-1E91168C823B}" srcId="{17C0A7BF-6504-4F2C-9D54-5664DE87D612}" destId="{F8A4306D-2EA6-4060-9C81-584FC924A72D}" srcOrd="0" destOrd="0" parTransId="{B1420D83-72D4-4D80-958F-3B9B4A2ECD49}" sibTransId="{A27E9F41-D33B-415A-AE63-A867235FAA08}"/>
    <dgm:cxn modelId="{AA929B85-72C9-4436-8F60-7F6BE1908226}" srcId="{F8A4306D-2EA6-4060-9C81-584FC924A72D}" destId="{ED807E35-B5D3-4BCB-9B29-5888EC2127F1}" srcOrd="3" destOrd="0" parTransId="{8BE22E42-DB0A-4790-87BD-8B0CEA94CA04}" sibTransId="{65B0AE92-5245-40E4-841A-77AD9559FF31}"/>
    <dgm:cxn modelId="{64AF4187-5284-47E4-96DD-38018AB988AC}" srcId="{F8A4306D-2EA6-4060-9C81-584FC924A72D}" destId="{26A7866C-CE89-4BAB-B6B8-421B68991845}" srcOrd="1" destOrd="0" parTransId="{1EAAA8DD-4A75-4985-B423-64C84D4EE993}" sibTransId="{6B32F53A-3D36-40AE-AE0D-25F71E8EAF96}"/>
    <dgm:cxn modelId="{25547487-328F-440B-BAEB-810D7AD4B2F5}" srcId="{D386F11A-1804-40C3-B4C6-97A93DDDA638}" destId="{16B2B0C0-D172-4654-9D99-D2852EC4CFA1}" srcOrd="0" destOrd="0" parTransId="{ABF374F2-4CB1-46B4-979A-ECBEBF9BAFA7}" sibTransId="{E73ED498-8077-4B2E-A102-0F674DEBEF33}"/>
    <dgm:cxn modelId="{FC94F788-27C8-4D2C-83C3-BDD656919302}" type="presOf" srcId="{8DCCF5A1-F5D2-48CE-BA98-5C85D6801254}" destId="{32ACC1F6-D5B9-4CEA-991A-2E04658BD206}" srcOrd="0" destOrd="0" presId="urn:microsoft.com/office/officeart/2008/layout/HorizontalMultiLevelHierarchy"/>
    <dgm:cxn modelId="{AA820989-1A2A-49E7-A07D-4A6782E19A1A}" srcId="{F8A4306D-2EA6-4060-9C81-584FC924A72D}" destId="{8DCCF5A1-F5D2-48CE-BA98-5C85D6801254}" srcOrd="2" destOrd="0" parTransId="{6A43294B-A1CB-4D6F-B453-0FF0E5776867}" sibTransId="{5B2FEAE0-1E8F-458B-8BDA-AC0F87A60151}"/>
    <dgm:cxn modelId="{76342C96-360F-4CB8-828D-D634430183E8}" type="presOf" srcId="{1631E13C-9583-4710-99FD-D736051CB300}" destId="{8DCBB455-9808-4CB7-8DB9-5E8D68607B45}" srcOrd="1" destOrd="0" presId="urn:microsoft.com/office/officeart/2008/layout/HorizontalMultiLevelHierarchy"/>
    <dgm:cxn modelId="{C614FA9D-7651-4335-8B83-28FF67641906}" srcId="{26A7866C-CE89-4BAB-B6B8-421B68991845}" destId="{7BCB4F2B-2C0E-403F-AF3F-F4997559D7C2}" srcOrd="0" destOrd="0" parTransId="{17F110B8-7B2B-427D-86A9-ACF09412107A}" sibTransId="{A428F139-A0A2-4747-896E-814EFD403340}"/>
    <dgm:cxn modelId="{575109A1-4D70-41A7-BACB-8349B82E8E8E}" srcId="{43C2C9CE-FB6B-4922-B62F-24129D0D74FE}" destId="{E1E94D8E-E4FD-4240-9ADC-9844FA970D07}" srcOrd="0" destOrd="0" parTransId="{9247856C-D1EC-443F-936D-CE12DBB4A1C8}" sibTransId="{EAF3BE1C-EC4A-438E-B22E-A2F621206E3A}"/>
    <dgm:cxn modelId="{8DAAB9A8-7EA2-4E18-9FA6-12844812420D}" type="presOf" srcId="{8BE22E42-DB0A-4790-87BD-8B0CEA94CA04}" destId="{FA624BE1-9ACC-4E7D-9F6D-BDD9E6D78BF6}" srcOrd="0" destOrd="0" presId="urn:microsoft.com/office/officeart/2008/layout/HorizontalMultiLevelHierarchy"/>
    <dgm:cxn modelId="{286415A9-9462-424C-AA2E-0986DF59C7C2}" type="presOf" srcId="{DDE09034-1577-4615-AE7A-187B4C369A9A}" destId="{C3BAA938-E657-4B3A-9C99-A24D140B8CBB}" srcOrd="0" destOrd="0" presId="urn:microsoft.com/office/officeart/2008/layout/HorizontalMultiLevelHierarchy"/>
    <dgm:cxn modelId="{413221B1-C1E0-48BB-901E-95C5E6D2D899}" srcId="{F8A4306D-2EA6-4060-9C81-584FC924A72D}" destId="{43C2C9CE-FB6B-4922-B62F-24129D0D74FE}" srcOrd="4" destOrd="0" parTransId="{062E7DA8-0F4D-4255-95A1-57CEFA146D1D}" sibTransId="{C182848E-C2F4-4CEA-ACAA-6EAAFCE1EE4B}"/>
    <dgm:cxn modelId="{93B2F0B2-0089-4280-B11A-14701559CB8A}" type="presOf" srcId="{7BCB4F2B-2C0E-403F-AF3F-F4997559D7C2}" destId="{1940D8D1-D8D2-44B3-97F1-1DE66184A9F5}" srcOrd="0" destOrd="0" presId="urn:microsoft.com/office/officeart/2008/layout/HorizontalMultiLevelHierarchy"/>
    <dgm:cxn modelId="{16F906BA-16A6-465F-B147-7B0836C756F1}" type="presOf" srcId="{062E7DA8-0F4D-4255-95A1-57CEFA146D1D}" destId="{FE9BAB8F-E46F-4F0B-9F5C-E8662C1E6217}" srcOrd="0" destOrd="0" presId="urn:microsoft.com/office/officeart/2008/layout/HorizontalMultiLevelHierarchy"/>
    <dgm:cxn modelId="{E42E87BA-CA4C-4C57-B07B-58C144A87EF3}" type="presOf" srcId="{6DA1D3B5-533B-4BAD-A41D-E908CB0F7727}" destId="{23D8B84C-DB91-4AEA-97CC-CAEF5977E10D}" srcOrd="0" destOrd="0" presId="urn:microsoft.com/office/officeart/2008/layout/HorizontalMultiLevelHierarchy"/>
    <dgm:cxn modelId="{859750BE-6E47-46F0-BA43-228A01DCDB16}" srcId="{07CF0387-B6A7-46F6-8D80-6515DE1A07FD}" destId="{ADD42954-CA04-4EA9-A532-A2E6D808D922}" srcOrd="0" destOrd="0" parTransId="{1631E13C-9583-4710-99FD-D736051CB300}" sibTransId="{643108D4-99BA-418F-90F5-B80F25249B41}"/>
    <dgm:cxn modelId="{40963EC9-9E96-48BF-812D-1DEE1997C060}" type="presOf" srcId="{035DED43-4AA7-49AB-88CC-E9BBDECE6F7C}" destId="{B2B4A0BD-CC93-4FCA-BF75-A830AFB73DEC}" srcOrd="0" destOrd="0" presId="urn:microsoft.com/office/officeart/2008/layout/HorizontalMultiLevelHierarchy"/>
    <dgm:cxn modelId="{04D4F7CB-760D-4BE3-BB37-8BE98B2C86F6}" type="presOf" srcId="{D61E1BDC-FFB4-4FDA-9F8F-A2D38A22FC13}" destId="{2D59348E-CC92-4EDA-8DAB-F0153DE00DFE}" srcOrd="1" destOrd="0" presId="urn:microsoft.com/office/officeart/2008/layout/HorizontalMultiLevelHierarchy"/>
    <dgm:cxn modelId="{F4E700D5-E860-4E75-99A4-41D910592027}" type="presOf" srcId="{17C0A7BF-6504-4F2C-9D54-5664DE87D612}" destId="{AB769FB9-81B7-4D88-8E0E-4605BD1B277C}" srcOrd="0" destOrd="0" presId="urn:microsoft.com/office/officeart/2008/layout/HorizontalMultiLevelHierarchy"/>
    <dgm:cxn modelId="{54278CD8-4397-4099-8F50-EFE573D5200E}" srcId="{F8A4306D-2EA6-4060-9C81-584FC924A72D}" destId="{B2DB83ED-41AF-4BCB-925B-2B612D563F67}" srcOrd="5" destOrd="0" parTransId="{D61E1BDC-FFB4-4FDA-9F8F-A2D38A22FC13}" sibTransId="{C5BE9560-3EDF-4CB5-9220-16F25EFEC07F}"/>
    <dgm:cxn modelId="{0EA539DA-06CC-4DE5-A5E7-7AD5FDA1B6E7}" type="presOf" srcId="{035DED43-4AA7-49AB-88CC-E9BBDECE6F7C}" destId="{C8CAE5BF-C719-4C4D-9AE0-77BA947CFC9F}" srcOrd="1" destOrd="0" presId="urn:microsoft.com/office/officeart/2008/layout/HorizontalMultiLevelHierarchy"/>
    <dgm:cxn modelId="{6561F8E1-D882-4E41-BC44-BE69CAD5A47D}" type="presOf" srcId="{16B2B0C0-D172-4654-9D99-D2852EC4CFA1}" destId="{A4C45FEA-92CF-410A-BAE6-F2E78B0126BC}" srcOrd="0" destOrd="0" presId="urn:microsoft.com/office/officeart/2008/layout/HorizontalMultiLevelHierarchy"/>
    <dgm:cxn modelId="{ED8E81E2-672B-431C-A7DC-7F20F14B943C}" type="presOf" srcId="{ADD42954-CA04-4EA9-A532-A2E6D808D922}" destId="{676AE3D0-5F4C-4EE7-B7E9-D1E6FBA3729D}" srcOrd="0" destOrd="0" presId="urn:microsoft.com/office/officeart/2008/layout/HorizontalMultiLevelHierarchy"/>
    <dgm:cxn modelId="{B483B0E5-4974-49A9-A623-202599691862}" type="presOf" srcId="{1EAAA8DD-4A75-4985-B423-64C84D4EE993}" destId="{37CD627C-8293-4029-B114-AA7B7535644E}" srcOrd="1" destOrd="0" presId="urn:microsoft.com/office/officeart/2008/layout/HorizontalMultiLevelHierarchy"/>
    <dgm:cxn modelId="{5A401BEB-0D9F-4E85-A0C2-35A8EF39B9A9}" type="presOf" srcId="{105036EF-F2EA-45A3-9758-C6103743FD8A}" destId="{BE53E4A3-A7BA-474B-AAD8-631FD88E8582}" srcOrd="1" destOrd="0" presId="urn:microsoft.com/office/officeart/2008/layout/HorizontalMultiLevelHierarchy"/>
    <dgm:cxn modelId="{5F3735F0-6475-456F-8B6B-5BF17E80E139}" type="presOf" srcId="{9247856C-D1EC-443F-936D-CE12DBB4A1C8}" destId="{242DFC76-2C2F-4E5B-A434-3069E266996F}" srcOrd="0" destOrd="0" presId="urn:microsoft.com/office/officeart/2008/layout/HorizontalMultiLevelHierarchy"/>
    <dgm:cxn modelId="{90ACA8F1-75A4-4D9D-9A1A-4DE332DF7290}" srcId="{F8A4306D-2EA6-4060-9C81-584FC924A72D}" destId="{DDE09034-1577-4615-AE7A-187B4C369A9A}" srcOrd="6" destOrd="0" parTransId="{950148CB-A4C6-463D-AF37-AF261141D0EB}" sibTransId="{AF13E3D2-1026-4758-91E6-17B3CBDCA8B8}"/>
    <dgm:cxn modelId="{8F3368F5-F41B-4556-9C6D-DF069942DA84}" type="presOf" srcId="{07CF0387-B6A7-46F6-8D80-6515DE1A07FD}" destId="{F79FB1EC-FF45-40C7-BCB6-021087AEF7A4}" srcOrd="0" destOrd="0" presId="urn:microsoft.com/office/officeart/2008/layout/HorizontalMultiLevelHierarchy"/>
    <dgm:cxn modelId="{0784DBFA-D68E-4161-989A-37699ABFE704}" type="presOf" srcId="{8BE22E42-DB0A-4790-87BD-8B0CEA94CA04}" destId="{B1DAB71E-6E0D-4893-9248-FF2AC3D62576}" srcOrd="1" destOrd="0" presId="urn:microsoft.com/office/officeart/2008/layout/HorizontalMultiLevelHierarchy"/>
    <dgm:cxn modelId="{0AF3A6FB-F530-48B3-ABA1-B971A6D1AFA4}" type="presOf" srcId="{F8A4306D-2EA6-4060-9C81-584FC924A72D}" destId="{1A8C8775-11A9-4910-9DB9-4ADDC072442C}" srcOrd="0" destOrd="0" presId="urn:microsoft.com/office/officeart/2008/layout/HorizontalMultiLevelHierarchy"/>
    <dgm:cxn modelId="{486BDEFB-0292-4910-B218-9FD3F4D4D8FC}" type="presOf" srcId="{DC92EE81-E160-409C-8D57-13731F9F37AC}" destId="{81E432F6-3EF7-4549-811C-B578FA37B5ED}" srcOrd="1" destOrd="0" presId="urn:microsoft.com/office/officeart/2008/layout/HorizontalMultiLevelHierarchy"/>
    <dgm:cxn modelId="{CFE2B65B-86AA-4E3A-88F2-F13AD24FC2BB}" type="presParOf" srcId="{AB769FB9-81B7-4D88-8E0E-4605BD1B277C}" destId="{4EC09F46-69D8-4EC8-A3FD-B9943A6C53ED}" srcOrd="0" destOrd="0" presId="urn:microsoft.com/office/officeart/2008/layout/HorizontalMultiLevelHierarchy"/>
    <dgm:cxn modelId="{D0D39961-E81F-43E0-848D-6E3883E5C7F0}" type="presParOf" srcId="{4EC09F46-69D8-4EC8-A3FD-B9943A6C53ED}" destId="{1A8C8775-11A9-4910-9DB9-4ADDC072442C}" srcOrd="0" destOrd="0" presId="urn:microsoft.com/office/officeart/2008/layout/HorizontalMultiLevelHierarchy"/>
    <dgm:cxn modelId="{45C2B896-E73A-42BD-91F7-465753C899EC}" type="presParOf" srcId="{4EC09F46-69D8-4EC8-A3FD-B9943A6C53ED}" destId="{15760790-9539-44A9-A52D-58AB584996E5}" srcOrd="1" destOrd="0" presId="urn:microsoft.com/office/officeart/2008/layout/HorizontalMultiLevelHierarchy"/>
    <dgm:cxn modelId="{54AF2780-3CF3-4430-B35B-162FA3D5EF2B}" type="presParOf" srcId="{15760790-9539-44A9-A52D-58AB584996E5}" destId="{92090F43-5B4E-4749-BCAA-CA724B1D4710}" srcOrd="0" destOrd="0" presId="urn:microsoft.com/office/officeart/2008/layout/HorizontalMultiLevelHierarchy"/>
    <dgm:cxn modelId="{82D3F34F-A37B-404A-B2E4-9C94B5CAE127}" type="presParOf" srcId="{92090F43-5B4E-4749-BCAA-CA724B1D4710}" destId="{81E432F6-3EF7-4549-811C-B578FA37B5ED}" srcOrd="0" destOrd="0" presId="urn:microsoft.com/office/officeart/2008/layout/HorizontalMultiLevelHierarchy"/>
    <dgm:cxn modelId="{976C58F1-F60C-4A3B-9EF1-20F012813726}" type="presParOf" srcId="{15760790-9539-44A9-A52D-58AB584996E5}" destId="{72B2EE92-AB90-4A5C-9510-488C5A769220}" srcOrd="1" destOrd="0" presId="urn:microsoft.com/office/officeart/2008/layout/HorizontalMultiLevelHierarchy"/>
    <dgm:cxn modelId="{BABF0B55-9D85-4297-B0E3-C289D4ADD617}" type="presParOf" srcId="{72B2EE92-AB90-4A5C-9510-488C5A769220}" destId="{B2ADA6F2-50C6-4A88-AAA9-37F38027290A}" srcOrd="0" destOrd="0" presId="urn:microsoft.com/office/officeart/2008/layout/HorizontalMultiLevelHierarchy"/>
    <dgm:cxn modelId="{4FC91912-9639-48D3-A8A3-37B8E8611284}" type="presParOf" srcId="{72B2EE92-AB90-4A5C-9510-488C5A769220}" destId="{FCCA6175-AB58-4D81-9EEF-6F7407CF7161}" srcOrd="1" destOrd="0" presId="urn:microsoft.com/office/officeart/2008/layout/HorizontalMultiLevelHierarchy"/>
    <dgm:cxn modelId="{BF918AB0-BDEF-48B6-90C4-DDAADC1A60D8}" type="presParOf" srcId="{FCCA6175-AB58-4D81-9EEF-6F7407CF7161}" destId="{4B05A99A-E246-46F2-AB3A-026B7D4A2E61}" srcOrd="0" destOrd="0" presId="urn:microsoft.com/office/officeart/2008/layout/HorizontalMultiLevelHierarchy"/>
    <dgm:cxn modelId="{873D587E-E709-4A7B-B811-80AF1C572E66}" type="presParOf" srcId="{4B05A99A-E246-46F2-AB3A-026B7D4A2E61}" destId="{1A1833A3-A14C-49DB-8540-B7B88BCFFCBF}" srcOrd="0" destOrd="0" presId="urn:microsoft.com/office/officeart/2008/layout/HorizontalMultiLevelHierarchy"/>
    <dgm:cxn modelId="{31C06BE5-D4F8-414F-9C80-F0D6B94A876C}" type="presParOf" srcId="{FCCA6175-AB58-4D81-9EEF-6F7407CF7161}" destId="{33FB4D3F-7341-45AD-8221-ADB5A751C83D}" srcOrd="1" destOrd="0" presId="urn:microsoft.com/office/officeart/2008/layout/HorizontalMultiLevelHierarchy"/>
    <dgm:cxn modelId="{86C91FD9-FD4B-4614-B4AE-483AE2B8CD54}" type="presParOf" srcId="{33FB4D3F-7341-45AD-8221-ADB5A751C83D}" destId="{A4C45FEA-92CF-410A-BAE6-F2E78B0126BC}" srcOrd="0" destOrd="0" presId="urn:microsoft.com/office/officeart/2008/layout/HorizontalMultiLevelHierarchy"/>
    <dgm:cxn modelId="{DEDA4AF3-7C6B-4A3C-9700-6A035A0BFD74}" type="presParOf" srcId="{33FB4D3F-7341-45AD-8221-ADB5A751C83D}" destId="{02E653AD-846B-40EE-88C1-4A9603228BF4}" srcOrd="1" destOrd="0" presId="urn:microsoft.com/office/officeart/2008/layout/HorizontalMultiLevelHierarchy"/>
    <dgm:cxn modelId="{7E15AC51-1DD0-470F-B7CF-8C7FFF68AFE4}" type="presParOf" srcId="{15760790-9539-44A9-A52D-58AB584996E5}" destId="{F31F3F23-7C72-452A-ADC8-1CB2C7B14B46}" srcOrd="2" destOrd="0" presId="urn:microsoft.com/office/officeart/2008/layout/HorizontalMultiLevelHierarchy"/>
    <dgm:cxn modelId="{7B759357-7D9E-4D98-B698-5AADF5FF04A5}" type="presParOf" srcId="{F31F3F23-7C72-452A-ADC8-1CB2C7B14B46}" destId="{37CD627C-8293-4029-B114-AA7B7535644E}" srcOrd="0" destOrd="0" presId="urn:microsoft.com/office/officeart/2008/layout/HorizontalMultiLevelHierarchy"/>
    <dgm:cxn modelId="{78B78E70-112C-497E-87AA-543416FDE9E6}" type="presParOf" srcId="{15760790-9539-44A9-A52D-58AB584996E5}" destId="{81987734-CB8C-4533-9770-A4DA592EF4DF}" srcOrd="3" destOrd="0" presId="urn:microsoft.com/office/officeart/2008/layout/HorizontalMultiLevelHierarchy"/>
    <dgm:cxn modelId="{76254943-9F08-426A-A46C-E6D74A5C660F}" type="presParOf" srcId="{81987734-CB8C-4533-9770-A4DA592EF4DF}" destId="{8F7C36BE-E589-4461-8F16-778807C0B166}" srcOrd="0" destOrd="0" presId="urn:microsoft.com/office/officeart/2008/layout/HorizontalMultiLevelHierarchy"/>
    <dgm:cxn modelId="{90DD9C3E-307A-4207-839C-FE259FE7B326}" type="presParOf" srcId="{81987734-CB8C-4533-9770-A4DA592EF4DF}" destId="{3820E890-198B-4C85-958B-050818C8959F}" srcOrd="1" destOrd="0" presId="urn:microsoft.com/office/officeart/2008/layout/HorizontalMultiLevelHierarchy"/>
    <dgm:cxn modelId="{331A633B-CE63-4ECF-933E-89B9B0C0B259}" type="presParOf" srcId="{3820E890-198B-4C85-958B-050818C8959F}" destId="{AED007FA-37FB-4F86-89CC-6C075822185A}" srcOrd="0" destOrd="0" presId="urn:microsoft.com/office/officeart/2008/layout/HorizontalMultiLevelHierarchy"/>
    <dgm:cxn modelId="{DB73C536-6EAB-41C8-A86B-8453410A4F6D}" type="presParOf" srcId="{AED007FA-37FB-4F86-89CC-6C075822185A}" destId="{4E1697FD-949A-4496-B738-4CCBFEEB4FC9}" srcOrd="0" destOrd="0" presId="urn:microsoft.com/office/officeart/2008/layout/HorizontalMultiLevelHierarchy"/>
    <dgm:cxn modelId="{6BAC378B-6C14-4DE4-AB47-F3590B7771A4}" type="presParOf" srcId="{3820E890-198B-4C85-958B-050818C8959F}" destId="{B309A9B0-A9E6-4D25-B6A7-4C4990A8942E}" srcOrd="1" destOrd="0" presId="urn:microsoft.com/office/officeart/2008/layout/HorizontalMultiLevelHierarchy"/>
    <dgm:cxn modelId="{CECC40AA-4402-4C04-85E8-463C3E75330B}" type="presParOf" srcId="{B309A9B0-A9E6-4D25-B6A7-4C4990A8942E}" destId="{1940D8D1-D8D2-44B3-97F1-1DE66184A9F5}" srcOrd="0" destOrd="0" presId="urn:microsoft.com/office/officeart/2008/layout/HorizontalMultiLevelHierarchy"/>
    <dgm:cxn modelId="{59BE8958-FF2E-4174-AF89-5098CF5951FE}" type="presParOf" srcId="{B309A9B0-A9E6-4D25-B6A7-4C4990A8942E}" destId="{4DC3BA15-DFDF-48F3-9D40-2ACF7FB90C91}" srcOrd="1" destOrd="0" presId="urn:microsoft.com/office/officeart/2008/layout/HorizontalMultiLevelHierarchy"/>
    <dgm:cxn modelId="{7AB3264E-37C6-440F-AB1D-D13EE3D31B62}" type="presParOf" srcId="{15760790-9539-44A9-A52D-58AB584996E5}" destId="{E43A60A7-9DDF-42B2-A812-4D4F0F75076B}" srcOrd="4" destOrd="0" presId="urn:microsoft.com/office/officeart/2008/layout/HorizontalMultiLevelHierarchy"/>
    <dgm:cxn modelId="{460181F4-BC64-4087-9341-DB554186A217}" type="presParOf" srcId="{E43A60A7-9DDF-42B2-A812-4D4F0F75076B}" destId="{CE810C7E-C3EF-4168-95BF-2980E8095076}" srcOrd="0" destOrd="0" presId="urn:microsoft.com/office/officeart/2008/layout/HorizontalMultiLevelHierarchy"/>
    <dgm:cxn modelId="{6BAA7A6C-397C-4D89-B755-40EA0F54E3E0}" type="presParOf" srcId="{15760790-9539-44A9-A52D-58AB584996E5}" destId="{2FDCB53E-1839-42F6-B7BD-BFFEEA57B5F0}" srcOrd="5" destOrd="0" presId="urn:microsoft.com/office/officeart/2008/layout/HorizontalMultiLevelHierarchy"/>
    <dgm:cxn modelId="{34A87517-8F9A-402E-8A50-4F9D50419F0D}" type="presParOf" srcId="{2FDCB53E-1839-42F6-B7BD-BFFEEA57B5F0}" destId="{32ACC1F6-D5B9-4CEA-991A-2E04658BD206}" srcOrd="0" destOrd="0" presId="urn:microsoft.com/office/officeart/2008/layout/HorizontalMultiLevelHierarchy"/>
    <dgm:cxn modelId="{73CF88C9-665C-48DF-8322-A086F355E7F9}" type="presParOf" srcId="{2FDCB53E-1839-42F6-B7BD-BFFEEA57B5F0}" destId="{B74E96B9-7929-453A-8253-F93A52E48265}" srcOrd="1" destOrd="0" presId="urn:microsoft.com/office/officeart/2008/layout/HorizontalMultiLevelHierarchy"/>
    <dgm:cxn modelId="{226A7BE6-3AB9-4AB7-B33B-2EDB072B5F3D}" type="presParOf" srcId="{B74E96B9-7929-453A-8253-F93A52E48265}" destId="{B2B4A0BD-CC93-4FCA-BF75-A830AFB73DEC}" srcOrd="0" destOrd="0" presId="urn:microsoft.com/office/officeart/2008/layout/HorizontalMultiLevelHierarchy"/>
    <dgm:cxn modelId="{AC8D1DC4-23F4-48CC-AE97-4BEF23B6FCD6}" type="presParOf" srcId="{B2B4A0BD-CC93-4FCA-BF75-A830AFB73DEC}" destId="{C8CAE5BF-C719-4C4D-9AE0-77BA947CFC9F}" srcOrd="0" destOrd="0" presId="urn:microsoft.com/office/officeart/2008/layout/HorizontalMultiLevelHierarchy"/>
    <dgm:cxn modelId="{8105C0E7-9572-4362-ADE6-A85A8E57789E}" type="presParOf" srcId="{B74E96B9-7929-453A-8253-F93A52E48265}" destId="{5231981C-03B0-450C-944E-E012795E1ACC}" srcOrd="1" destOrd="0" presId="urn:microsoft.com/office/officeart/2008/layout/HorizontalMultiLevelHierarchy"/>
    <dgm:cxn modelId="{7A8F61D7-0FD4-4517-9D7B-93C30BF8CC10}" type="presParOf" srcId="{5231981C-03B0-450C-944E-E012795E1ACC}" destId="{628A2A3E-5D89-4597-B4EF-9A03E6CD111F}" srcOrd="0" destOrd="0" presId="urn:microsoft.com/office/officeart/2008/layout/HorizontalMultiLevelHierarchy"/>
    <dgm:cxn modelId="{3DE6E39D-8B5E-438B-92AC-F46AA874B38F}" type="presParOf" srcId="{5231981C-03B0-450C-944E-E012795E1ACC}" destId="{2A01DE46-9362-4F1A-AB54-B6FA4E5B9E4B}" srcOrd="1" destOrd="0" presId="urn:microsoft.com/office/officeart/2008/layout/HorizontalMultiLevelHierarchy"/>
    <dgm:cxn modelId="{18B5D213-4921-4FDC-9834-3F0859A9D94A}" type="presParOf" srcId="{15760790-9539-44A9-A52D-58AB584996E5}" destId="{FA624BE1-9ACC-4E7D-9F6D-BDD9E6D78BF6}" srcOrd="6" destOrd="0" presId="urn:microsoft.com/office/officeart/2008/layout/HorizontalMultiLevelHierarchy"/>
    <dgm:cxn modelId="{5DB540A2-2C2B-4C69-8022-89BCC4EA0C41}" type="presParOf" srcId="{FA624BE1-9ACC-4E7D-9F6D-BDD9E6D78BF6}" destId="{B1DAB71E-6E0D-4893-9248-FF2AC3D62576}" srcOrd="0" destOrd="0" presId="urn:microsoft.com/office/officeart/2008/layout/HorizontalMultiLevelHierarchy"/>
    <dgm:cxn modelId="{B34C3F67-2CC6-4D61-9BDF-D5A8B947372B}" type="presParOf" srcId="{15760790-9539-44A9-A52D-58AB584996E5}" destId="{39B18842-E86C-4A21-9358-DDBD88C9AE12}" srcOrd="7" destOrd="0" presId="urn:microsoft.com/office/officeart/2008/layout/HorizontalMultiLevelHierarchy"/>
    <dgm:cxn modelId="{EDAAF27E-59E0-46A6-B5FC-B086D11F69CC}" type="presParOf" srcId="{39B18842-E86C-4A21-9358-DDBD88C9AE12}" destId="{BEDCAB73-F473-4593-A1D1-34DA9B04C965}" srcOrd="0" destOrd="0" presId="urn:microsoft.com/office/officeart/2008/layout/HorizontalMultiLevelHierarchy"/>
    <dgm:cxn modelId="{713832A7-9CCF-4F0C-9CAF-DB7069419BAD}" type="presParOf" srcId="{39B18842-E86C-4A21-9358-DDBD88C9AE12}" destId="{EC061381-D743-43E7-A907-6CB83D1DEB83}" srcOrd="1" destOrd="0" presId="urn:microsoft.com/office/officeart/2008/layout/HorizontalMultiLevelHierarchy"/>
    <dgm:cxn modelId="{EE3D2654-6CCA-454F-B152-223CD155D6FD}" type="presParOf" srcId="{EC061381-D743-43E7-A907-6CB83D1DEB83}" destId="{8CC5F557-42F1-4B0B-AC0D-0C0CBF6ED1B3}" srcOrd="0" destOrd="0" presId="urn:microsoft.com/office/officeart/2008/layout/HorizontalMultiLevelHierarchy"/>
    <dgm:cxn modelId="{702DCD3C-92EB-4B81-86E1-D7A25231416F}" type="presParOf" srcId="{8CC5F557-42F1-4B0B-AC0D-0C0CBF6ED1B3}" destId="{E585CA63-65E2-4911-8756-8FE26BB94D1B}" srcOrd="0" destOrd="0" presId="urn:microsoft.com/office/officeart/2008/layout/HorizontalMultiLevelHierarchy"/>
    <dgm:cxn modelId="{7B169FD2-99F9-4427-93B9-4693120B1948}" type="presParOf" srcId="{EC061381-D743-43E7-A907-6CB83D1DEB83}" destId="{374F112A-1E22-4716-B446-29EF895994F2}" srcOrd="1" destOrd="0" presId="urn:microsoft.com/office/officeart/2008/layout/HorizontalMultiLevelHierarchy"/>
    <dgm:cxn modelId="{B9EF9B0D-7FFE-4092-BC8A-3ED7AEC4943C}" type="presParOf" srcId="{374F112A-1E22-4716-B446-29EF895994F2}" destId="{BF0809FD-2D3B-44DC-9B5F-F7279B419970}" srcOrd="0" destOrd="0" presId="urn:microsoft.com/office/officeart/2008/layout/HorizontalMultiLevelHierarchy"/>
    <dgm:cxn modelId="{4C29A23F-192C-4991-A129-1063EBCF0DBE}" type="presParOf" srcId="{374F112A-1E22-4716-B446-29EF895994F2}" destId="{0C66CF0C-2C64-4CB0-A1FC-B43CAF637CB7}" srcOrd="1" destOrd="0" presId="urn:microsoft.com/office/officeart/2008/layout/HorizontalMultiLevelHierarchy"/>
    <dgm:cxn modelId="{988C64EB-4606-47FC-828A-5A528B376802}" type="presParOf" srcId="{15760790-9539-44A9-A52D-58AB584996E5}" destId="{FE9BAB8F-E46F-4F0B-9F5C-E8662C1E6217}" srcOrd="8" destOrd="0" presId="urn:microsoft.com/office/officeart/2008/layout/HorizontalMultiLevelHierarchy"/>
    <dgm:cxn modelId="{316A7C19-5C31-4B04-A310-3F20E4ADF639}" type="presParOf" srcId="{FE9BAB8F-E46F-4F0B-9F5C-E8662C1E6217}" destId="{BF41CCA9-4415-4941-A18B-00E2CD618542}" srcOrd="0" destOrd="0" presId="urn:microsoft.com/office/officeart/2008/layout/HorizontalMultiLevelHierarchy"/>
    <dgm:cxn modelId="{B9B673DC-C9F1-4E7A-9248-29F81438A301}" type="presParOf" srcId="{15760790-9539-44A9-A52D-58AB584996E5}" destId="{793784E1-95B3-48EF-A4BD-64F431A89F0C}" srcOrd="9" destOrd="0" presId="urn:microsoft.com/office/officeart/2008/layout/HorizontalMultiLevelHierarchy"/>
    <dgm:cxn modelId="{3E873165-AE8C-4BDC-880A-41DA61FB22BA}" type="presParOf" srcId="{793784E1-95B3-48EF-A4BD-64F431A89F0C}" destId="{DAE82DBF-0D60-41F0-896E-3650DCF6B75A}" srcOrd="0" destOrd="0" presId="urn:microsoft.com/office/officeart/2008/layout/HorizontalMultiLevelHierarchy"/>
    <dgm:cxn modelId="{B40795F3-2DC2-4E33-A8A8-6400D7CC8B26}" type="presParOf" srcId="{793784E1-95B3-48EF-A4BD-64F431A89F0C}" destId="{886F5094-6F41-45A7-A523-4206CD241528}" srcOrd="1" destOrd="0" presId="urn:microsoft.com/office/officeart/2008/layout/HorizontalMultiLevelHierarchy"/>
    <dgm:cxn modelId="{F69872F8-45E8-4F3A-9D21-CF39FA8FE224}" type="presParOf" srcId="{886F5094-6F41-45A7-A523-4206CD241528}" destId="{242DFC76-2C2F-4E5B-A434-3069E266996F}" srcOrd="0" destOrd="0" presId="urn:microsoft.com/office/officeart/2008/layout/HorizontalMultiLevelHierarchy"/>
    <dgm:cxn modelId="{F43EF928-BDCC-4656-97AD-566D7BDD85E2}" type="presParOf" srcId="{242DFC76-2C2F-4E5B-A434-3069E266996F}" destId="{74B3A296-039B-4BED-BB61-0FBB83070830}" srcOrd="0" destOrd="0" presId="urn:microsoft.com/office/officeart/2008/layout/HorizontalMultiLevelHierarchy"/>
    <dgm:cxn modelId="{501A9DCF-F3CF-4F9D-819B-F6814AB6B4D6}" type="presParOf" srcId="{886F5094-6F41-45A7-A523-4206CD241528}" destId="{E915C2A4-D7E7-4FE9-B6D3-EB9C04A7D83D}" srcOrd="1" destOrd="0" presId="urn:microsoft.com/office/officeart/2008/layout/HorizontalMultiLevelHierarchy"/>
    <dgm:cxn modelId="{70AA7C77-1F37-4E50-B0E5-B0E4558B32BA}" type="presParOf" srcId="{E915C2A4-D7E7-4FE9-B6D3-EB9C04A7D83D}" destId="{28608C39-3F6E-4FF4-B46E-25405EEBF80D}" srcOrd="0" destOrd="0" presId="urn:microsoft.com/office/officeart/2008/layout/HorizontalMultiLevelHierarchy"/>
    <dgm:cxn modelId="{BF0AEB96-2CDA-469A-9FFC-9DA789CC8E3E}" type="presParOf" srcId="{E915C2A4-D7E7-4FE9-B6D3-EB9C04A7D83D}" destId="{26160947-2AE9-4FC0-9084-1CB0F9F67213}" srcOrd="1" destOrd="0" presId="urn:microsoft.com/office/officeart/2008/layout/HorizontalMultiLevelHierarchy"/>
    <dgm:cxn modelId="{5CA40F30-618C-40E8-865F-7BF69E28D077}" type="presParOf" srcId="{15760790-9539-44A9-A52D-58AB584996E5}" destId="{F7C38909-BE07-464E-834D-BDCFBA258100}" srcOrd="10" destOrd="0" presId="urn:microsoft.com/office/officeart/2008/layout/HorizontalMultiLevelHierarchy"/>
    <dgm:cxn modelId="{8035E667-56B8-4562-BCAC-33D9055A2BE7}" type="presParOf" srcId="{F7C38909-BE07-464E-834D-BDCFBA258100}" destId="{2D59348E-CC92-4EDA-8DAB-F0153DE00DFE}" srcOrd="0" destOrd="0" presId="urn:microsoft.com/office/officeart/2008/layout/HorizontalMultiLevelHierarchy"/>
    <dgm:cxn modelId="{EAF04F71-DD10-4A41-B818-3160F38EBF7B}" type="presParOf" srcId="{15760790-9539-44A9-A52D-58AB584996E5}" destId="{09E3E5F7-6710-42A6-8755-1B392952BE7A}" srcOrd="11" destOrd="0" presId="urn:microsoft.com/office/officeart/2008/layout/HorizontalMultiLevelHierarchy"/>
    <dgm:cxn modelId="{9F719C7C-D897-4740-862B-C79B99C0D561}" type="presParOf" srcId="{09E3E5F7-6710-42A6-8755-1B392952BE7A}" destId="{FDF91A2A-2A66-4C6C-A86A-CDF4326DA8EE}" srcOrd="0" destOrd="0" presId="urn:microsoft.com/office/officeart/2008/layout/HorizontalMultiLevelHierarchy"/>
    <dgm:cxn modelId="{FD7E149A-37C4-4308-997E-F67B23F595E9}" type="presParOf" srcId="{09E3E5F7-6710-42A6-8755-1B392952BE7A}" destId="{CF943F71-00A5-4A37-9AA2-340A74FF6AAC}" srcOrd="1" destOrd="0" presId="urn:microsoft.com/office/officeart/2008/layout/HorizontalMultiLevelHierarchy"/>
    <dgm:cxn modelId="{9D880257-D3FE-46BB-9ED8-2937EFD9658D}" type="presParOf" srcId="{CF943F71-00A5-4A37-9AA2-340A74FF6AAC}" destId="{23D8B84C-DB91-4AEA-97CC-CAEF5977E10D}" srcOrd="0" destOrd="0" presId="urn:microsoft.com/office/officeart/2008/layout/HorizontalMultiLevelHierarchy"/>
    <dgm:cxn modelId="{E9912B87-A726-4C64-A0F1-E0B40D8E97AB}" type="presParOf" srcId="{23D8B84C-DB91-4AEA-97CC-CAEF5977E10D}" destId="{7FFF7573-A8D6-42B9-9666-DB5CFBDC6547}" srcOrd="0" destOrd="0" presId="urn:microsoft.com/office/officeart/2008/layout/HorizontalMultiLevelHierarchy"/>
    <dgm:cxn modelId="{20C49B45-741B-4A2A-85FB-0B75CC6EB5E3}" type="presParOf" srcId="{CF943F71-00A5-4A37-9AA2-340A74FF6AAC}" destId="{521A8223-8E74-441D-ACBA-482867AB3D23}" srcOrd="1" destOrd="0" presId="urn:microsoft.com/office/officeart/2008/layout/HorizontalMultiLevelHierarchy"/>
    <dgm:cxn modelId="{6CA00F95-5BA9-4D16-8AB2-BE85B8C761E6}" type="presParOf" srcId="{521A8223-8E74-441D-ACBA-482867AB3D23}" destId="{90A1B84C-1E56-49A9-89CD-6FECF2BA6A56}" srcOrd="0" destOrd="0" presId="urn:microsoft.com/office/officeart/2008/layout/HorizontalMultiLevelHierarchy"/>
    <dgm:cxn modelId="{399DEE8F-15D9-4A22-B1F3-9E21F1BD55D6}" type="presParOf" srcId="{521A8223-8E74-441D-ACBA-482867AB3D23}" destId="{D1329FED-B27A-46B6-AE43-3C67A89004F0}" srcOrd="1" destOrd="0" presId="urn:microsoft.com/office/officeart/2008/layout/HorizontalMultiLevelHierarchy"/>
    <dgm:cxn modelId="{AB3BF631-B0AE-422E-8FDC-3E6C787E7CD1}" type="presParOf" srcId="{15760790-9539-44A9-A52D-58AB584996E5}" destId="{EA21B7AA-9486-4067-B349-50CE4D95F9B9}" srcOrd="12" destOrd="0" presId="urn:microsoft.com/office/officeart/2008/layout/HorizontalMultiLevelHierarchy"/>
    <dgm:cxn modelId="{FAB9CC3A-2AE5-4CFF-873C-1C2914C96D2D}" type="presParOf" srcId="{EA21B7AA-9486-4067-B349-50CE4D95F9B9}" destId="{46C640A8-4221-49EA-B21F-B4D90F5A805F}" srcOrd="0" destOrd="0" presId="urn:microsoft.com/office/officeart/2008/layout/HorizontalMultiLevelHierarchy"/>
    <dgm:cxn modelId="{65D54325-A7F5-4D0A-B58F-DEB2D151366E}" type="presParOf" srcId="{15760790-9539-44A9-A52D-58AB584996E5}" destId="{CBEFB087-3B44-44CC-8A65-30A263DE3FA7}" srcOrd="13" destOrd="0" presId="urn:microsoft.com/office/officeart/2008/layout/HorizontalMultiLevelHierarchy"/>
    <dgm:cxn modelId="{B7EEC979-8E7F-465B-B17C-7C002CF015DE}" type="presParOf" srcId="{CBEFB087-3B44-44CC-8A65-30A263DE3FA7}" destId="{C3BAA938-E657-4B3A-9C99-A24D140B8CBB}" srcOrd="0" destOrd="0" presId="urn:microsoft.com/office/officeart/2008/layout/HorizontalMultiLevelHierarchy"/>
    <dgm:cxn modelId="{8BFDC1C4-41D6-4A11-9E42-80EAA74E172B}" type="presParOf" srcId="{CBEFB087-3B44-44CC-8A65-30A263DE3FA7}" destId="{803DB0ED-84B8-46AD-A2BD-DD3B28A4BD05}" srcOrd="1" destOrd="0" presId="urn:microsoft.com/office/officeart/2008/layout/HorizontalMultiLevelHierarchy"/>
    <dgm:cxn modelId="{E2C7B044-1222-43CF-8CEF-7AEA9245CAFD}" type="presParOf" srcId="{803DB0ED-84B8-46AD-A2BD-DD3B28A4BD05}" destId="{BDCFE27E-26F6-4FD4-8AE4-8BC51FEBD9BF}" srcOrd="0" destOrd="0" presId="urn:microsoft.com/office/officeart/2008/layout/HorizontalMultiLevelHierarchy"/>
    <dgm:cxn modelId="{877A9BB2-5BDF-4B40-B798-C9EE63C73F6A}" type="presParOf" srcId="{BDCFE27E-26F6-4FD4-8AE4-8BC51FEBD9BF}" destId="{BE53E4A3-A7BA-474B-AAD8-631FD88E8582}" srcOrd="0" destOrd="0" presId="urn:microsoft.com/office/officeart/2008/layout/HorizontalMultiLevelHierarchy"/>
    <dgm:cxn modelId="{EBCB51FC-6094-4AEC-B9AA-6A4C255A7B25}" type="presParOf" srcId="{803DB0ED-84B8-46AD-A2BD-DD3B28A4BD05}" destId="{7CFB584A-284A-463D-8F4D-F9C229B8245A}" srcOrd="1" destOrd="0" presId="urn:microsoft.com/office/officeart/2008/layout/HorizontalMultiLevelHierarchy"/>
    <dgm:cxn modelId="{3071CEB4-9E7E-47B4-BBC2-A77943D16CD7}" type="presParOf" srcId="{7CFB584A-284A-463D-8F4D-F9C229B8245A}" destId="{F8F523A0-50B5-49B0-870A-BBD6A436C9F3}" srcOrd="0" destOrd="0" presId="urn:microsoft.com/office/officeart/2008/layout/HorizontalMultiLevelHierarchy"/>
    <dgm:cxn modelId="{F8C1B382-7BBA-4D46-BC40-35E2DAE101BF}" type="presParOf" srcId="{7CFB584A-284A-463D-8F4D-F9C229B8245A}" destId="{A265BCA6-A9E8-4BB4-BF49-1AA28A2546EF}" srcOrd="1" destOrd="0" presId="urn:microsoft.com/office/officeart/2008/layout/HorizontalMultiLevelHierarchy"/>
    <dgm:cxn modelId="{95EF7CD3-2D88-459E-9044-A4BE8002F78A}" type="presParOf" srcId="{15760790-9539-44A9-A52D-58AB584996E5}" destId="{E7448DA2-ABEA-4A21-9757-53D581D7F3FD}" srcOrd="14" destOrd="0" presId="urn:microsoft.com/office/officeart/2008/layout/HorizontalMultiLevelHierarchy"/>
    <dgm:cxn modelId="{C7982213-612E-4E57-89FE-A7BADACD52BA}" type="presParOf" srcId="{E7448DA2-ABEA-4A21-9757-53D581D7F3FD}" destId="{E3D0D3B2-09CA-4905-A15A-B5077E79086E}" srcOrd="0" destOrd="0" presId="urn:microsoft.com/office/officeart/2008/layout/HorizontalMultiLevelHierarchy"/>
    <dgm:cxn modelId="{7531DEBD-FFCD-4605-947F-27938CD77455}" type="presParOf" srcId="{15760790-9539-44A9-A52D-58AB584996E5}" destId="{1A5AA4F0-CBA6-4DC1-BA95-294FA49D68E6}" srcOrd="15" destOrd="0" presId="urn:microsoft.com/office/officeart/2008/layout/HorizontalMultiLevelHierarchy"/>
    <dgm:cxn modelId="{90E1D2C8-BDD3-4234-B6DE-44EC3B9D0F81}" type="presParOf" srcId="{1A5AA4F0-CBA6-4DC1-BA95-294FA49D68E6}" destId="{F79FB1EC-FF45-40C7-BCB6-021087AEF7A4}" srcOrd="0" destOrd="0" presId="urn:microsoft.com/office/officeart/2008/layout/HorizontalMultiLevelHierarchy"/>
    <dgm:cxn modelId="{62A2045D-ECDC-4E77-9A4F-1A037F510C52}" type="presParOf" srcId="{1A5AA4F0-CBA6-4DC1-BA95-294FA49D68E6}" destId="{D8836E39-B4A4-4487-81A7-7BAB37E5BE9D}" srcOrd="1" destOrd="0" presId="urn:microsoft.com/office/officeart/2008/layout/HorizontalMultiLevelHierarchy"/>
    <dgm:cxn modelId="{3D69FF9A-490D-4634-A599-59BCF2E54341}" type="presParOf" srcId="{D8836E39-B4A4-4487-81A7-7BAB37E5BE9D}" destId="{0D8E187A-7BFB-4E86-8920-897B6EBBCC7D}" srcOrd="0" destOrd="0" presId="urn:microsoft.com/office/officeart/2008/layout/HorizontalMultiLevelHierarchy"/>
    <dgm:cxn modelId="{B1703D0B-7AF5-4862-B455-73DB88909B99}" type="presParOf" srcId="{0D8E187A-7BFB-4E86-8920-897B6EBBCC7D}" destId="{8DCBB455-9808-4CB7-8DB9-5E8D68607B45}" srcOrd="0" destOrd="0" presId="urn:microsoft.com/office/officeart/2008/layout/HorizontalMultiLevelHierarchy"/>
    <dgm:cxn modelId="{A2925561-BCFB-4163-A02D-66C49CCA801F}" type="presParOf" srcId="{D8836E39-B4A4-4487-81A7-7BAB37E5BE9D}" destId="{6D16900C-6DB7-48C3-A7D0-561CAEE972C0}" srcOrd="1" destOrd="0" presId="urn:microsoft.com/office/officeart/2008/layout/HorizontalMultiLevelHierarchy"/>
    <dgm:cxn modelId="{07B84585-FC88-43B2-A4E9-96C5A44F1B28}" type="presParOf" srcId="{6D16900C-6DB7-48C3-A7D0-561CAEE972C0}" destId="{676AE3D0-5F4C-4EE7-B7E9-D1E6FBA3729D}" srcOrd="0" destOrd="0" presId="urn:microsoft.com/office/officeart/2008/layout/HorizontalMultiLevelHierarchy"/>
    <dgm:cxn modelId="{D6A2566D-AED1-4C26-BC10-C9B45E01F058}" type="presParOf" srcId="{6D16900C-6DB7-48C3-A7D0-561CAEE972C0}" destId="{5E927D94-D12B-44F7-9F08-27A62E0A8AE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80638B-FEFF-452C-B1E3-A856AE738F2B}">
      <dsp:nvSpPr>
        <dsp:cNvPr id="0" name=""/>
        <dsp:cNvSpPr/>
      </dsp:nvSpPr>
      <dsp:spPr>
        <a:xfrm>
          <a:off x="4549233" y="5889611"/>
          <a:ext cx="1605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0557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5498" y="5931317"/>
        <a:ext cx="8027" cy="8027"/>
      </dsp:txXfrm>
    </dsp:sp>
    <dsp:sp modelId="{D64E09F1-CA35-4385-B752-69B645B63AD7}">
      <dsp:nvSpPr>
        <dsp:cNvPr id="0" name=""/>
        <dsp:cNvSpPr/>
      </dsp:nvSpPr>
      <dsp:spPr>
        <a:xfrm>
          <a:off x="3585888" y="3334839"/>
          <a:ext cx="160557" cy="26004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2600492"/>
              </a:lnTo>
              <a:lnTo>
                <a:pt x="160557" y="260049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/>
        </a:p>
      </dsp:txBody>
      <dsp:txXfrm>
        <a:off x="3601031" y="4569949"/>
        <a:ext cx="130272" cy="130272"/>
      </dsp:txXfrm>
    </dsp:sp>
    <dsp:sp modelId="{64F2D9ED-EB2C-4E20-890A-87B6433763BD}">
      <dsp:nvSpPr>
        <dsp:cNvPr id="0" name=""/>
        <dsp:cNvSpPr/>
      </dsp:nvSpPr>
      <dsp:spPr>
        <a:xfrm>
          <a:off x="4549233" y="5170480"/>
          <a:ext cx="160557" cy="4589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458910"/>
              </a:lnTo>
              <a:lnTo>
                <a:pt x="160557" y="45891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7357" y="5387781"/>
        <a:ext cx="24309" cy="24309"/>
      </dsp:txXfrm>
    </dsp:sp>
    <dsp:sp modelId="{4BC74C6A-A727-4FD8-8A8B-C55AF6E4ED33}">
      <dsp:nvSpPr>
        <dsp:cNvPr id="0" name=""/>
        <dsp:cNvSpPr/>
      </dsp:nvSpPr>
      <dsp:spPr>
        <a:xfrm>
          <a:off x="4549233" y="5170480"/>
          <a:ext cx="160557" cy="1529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152970"/>
              </a:lnTo>
              <a:lnTo>
                <a:pt x="160557" y="15297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968" y="5241421"/>
        <a:ext cx="11088" cy="11088"/>
      </dsp:txXfrm>
    </dsp:sp>
    <dsp:sp modelId="{31955690-7179-40C4-9E8A-5D70DFC377E7}">
      <dsp:nvSpPr>
        <dsp:cNvPr id="0" name=""/>
        <dsp:cNvSpPr/>
      </dsp:nvSpPr>
      <dsp:spPr>
        <a:xfrm>
          <a:off x="4549233" y="5017510"/>
          <a:ext cx="160557" cy="152970"/>
        </a:xfrm>
        <a:custGeom>
          <a:avLst/>
          <a:gdLst/>
          <a:ahLst/>
          <a:cxnLst/>
          <a:rect l="0" t="0" r="0" b="0"/>
          <a:pathLst>
            <a:path>
              <a:moveTo>
                <a:pt x="0" y="152970"/>
              </a:moveTo>
              <a:lnTo>
                <a:pt x="80278" y="152970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968" y="5088451"/>
        <a:ext cx="11088" cy="11088"/>
      </dsp:txXfrm>
    </dsp:sp>
    <dsp:sp modelId="{48B72B3E-C983-4274-B2B2-70D16748E2BB}">
      <dsp:nvSpPr>
        <dsp:cNvPr id="0" name=""/>
        <dsp:cNvSpPr/>
      </dsp:nvSpPr>
      <dsp:spPr>
        <a:xfrm>
          <a:off x="4549233" y="4711570"/>
          <a:ext cx="160557" cy="458910"/>
        </a:xfrm>
        <a:custGeom>
          <a:avLst/>
          <a:gdLst/>
          <a:ahLst/>
          <a:cxnLst/>
          <a:rect l="0" t="0" r="0" b="0"/>
          <a:pathLst>
            <a:path>
              <a:moveTo>
                <a:pt x="0" y="458910"/>
              </a:moveTo>
              <a:lnTo>
                <a:pt x="80278" y="458910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7357" y="4928870"/>
        <a:ext cx="24309" cy="24309"/>
      </dsp:txXfrm>
    </dsp:sp>
    <dsp:sp modelId="{606C6F1E-498E-4DDB-A186-9DA9B6E34A4F}">
      <dsp:nvSpPr>
        <dsp:cNvPr id="0" name=""/>
        <dsp:cNvSpPr/>
      </dsp:nvSpPr>
      <dsp:spPr>
        <a:xfrm>
          <a:off x="3585888" y="3334839"/>
          <a:ext cx="160557" cy="18356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1835641"/>
              </a:lnTo>
              <a:lnTo>
                <a:pt x="160557" y="183564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600" kern="1200"/>
        </a:p>
      </dsp:txBody>
      <dsp:txXfrm>
        <a:off x="3620101" y="4206593"/>
        <a:ext cx="92132" cy="92132"/>
      </dsp:txXfrm>
    </dsp:sp>
    <dsp:sp modelId="{EC8F5859-1259-479B-BB43-5E3FE97E4E37}">
      <dsp:nvSpPr>
        <dsp:cNvPr id="0" name=""/>
        <dsp:cNvSpPr/>
      </dsp:nvSpPr>
      <dsp:spPr>
        <a:xfrm>
          <a:off x="4549233" y="3640779"/>
          <a:ext cx="160557" cy="7648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764850"/>
              </a:lnTo>
              <a:lnTo>
                <a:pt x="160557" y="7648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09974" y="4003666"/>
        <a:ext cx="39076" cy="39076"/>
      </dsp:txXfrm>
    </dsp:sp>
    <dsp:sp modelId="{E7448DA2-ABEA-4A21-9757-53D581D7F3FD}">
      <dsp:nvSpPr>
        <dsp:cNvPr id="0" name=""/>
        <dsp:cNvSpPr/>
      </dsp:nvSpPr>
      <dsp:spPr>
        <a:xfrm>
          <a:off x="4549233" y="3640779"/>
          <a:ext cx="160557" cy="4589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458910"/>
              </a:lnTo>
              <a:lnTo>
                <a:pt x="160557" y="45891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7357" y="3858080"/>
        <a:ext cx="24309" cy="24309"/>
      </dsp:txXfrm>
    </dsp:sp>
    <dsp:sp modelId="{5E6DA394-939F-4A95-8F6F-3209A3895CB8}">
      <dsp:nvSpPr>
        <dsp:cNvPr id="0" name=""/>
        <dsp:cNvSpPr/>
      </dsp:nvSpPr>
      <dsp:spPr>
        <a:xfrm>
          <a:off x="4549233" y="3640779"/>
          <a:ext cx="160557" cy="1529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152970"/>
              </a:lnTo>
              <a:lnTo>
                <a:pt x="160557" y="15297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968" y="3711720"/>
        <a:ext cx="11088" cy="11088"/>
      </dsp:txXfrm>
    </dsp:sp>
    <dsp:sp modelId="{6A1F7B97-5B80-483A-A0C1-E0085B4BB7F9}">
      <dsp:nvSpPr>
        <dsp:cNvPr id="0" name=""/>
        <dsp:cNvSpPr/>
      </dsp:nvSpPr>
      <dsp:spPr>
        <a:xfrm>
          <a:off x="4549233" y="3487809"/>
          <a:ext cx="160557" cy="152970"/>
        </a:xfrm>
        <a:custGeom>
          <a:avLst/>
          <a:gdLst/>
          <a:ahLst/>
          <a:cxnLst/>
          <a:rect l="0" t="0" r="0" b="0"/>
          <a:pathLst>
            <a:path>
              <a:moveTo>
                <a:pt x="0" y="152970"/>
              </a:moveTo>
              <a:lnTo>
                <a:pt x="80278" y="152970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968" y="3558750"/>
        <a:ext cx="11088" cy="11088"/>
      </dsp:txXfrm>
    </dsp:sp>
    <dsp:sp modelId="{D039A37C-16E1-46DE-83F2-FE1AFA19E6B5}">
      <dsp:nvSpPr>
        <dsp:cNvPr id="0" name=""/>
        <dsp:cNvSpPr/>
      </dsp:nvSpPr>
      <dsp:spPr>
        <a:xfrm>
          <a:off x="4549233" y="3181869"/>
          <a:ext cx="160557" cy="458910"/>
        </a:xfrm>
        <a:custGeom>
          <a:avLst/>
          <a:gdLst/>
          <a:ahLst/>
          <a:cxnLst/>
          <a:rect l="0" t="0" r="0" b="0"/>
          <a:pathLst>
            <a:path>
              <a:moveTo>
                <a:pt x="0" y="458910"/>
              </a:moveTo>
              <a:lnTo>
                <a:pt x="80278" y="458910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7357" y="3399169"/>
        <a:ext cx="24309" cy="24309"/>
      </dsp:txXfrm>
    </dsp:sp>
    <dsp:sp modelId="{35D85E89-8219-4EAD-B131-FFB670BDF21E}">
      <dsp:nvSpPr>
        <dsp:cNvPr id="0" name=""/>
        <dsp:cNvSpPr/>
      </dsp:nvSpPr>
      <dsp:spPr>
        <a:xfrm>
          <a:off x="4549233" y="2875928"/>
          <a:ext cx="160557" cy="764850"/>
        </a:xfrm>
        <a:custGeom>
          <a:avLst/>
          <a:gdLst/>
          <a:ahLst/>
          <a:cxnLst/>
          <a:rect l="0" t="0" r="0" b="0"/>
          <a:pathLst>
            <a:path>
              <a:moveTo>
                <a:pt x="0" y="764850"/>
              </a:moveTo>
              <a:lnTo>
                <a:pt x="80278" y="764850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09974" y="3238816"/>
        <a:ext cx="39076" cy="39076"/>
      </dsp:txXfrm>
    </dsp:sp>
    <dsp:sp modelId="{FA624BE1-9ACC-4E7D-9F6D-BDD9E6D78BF6}">
      <dsp:nvSpPr>
        <dsp:cNvPr id="0" name=""/>
        <dsp:cNvSpPr/>
      </dsp:nvSpPr>
      <dsp:spPr>
        <a:xfrm>
          <a:off x="3585888" y="3334839"/>
          <a:ext cx="160557" cy="3059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305940"/>
              </a:lnTo>
              <a:lnTo>
                <a:pt x="160557" y="30594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57529" y="3479171"/>
        <a:ext cx="17275" cy="17275"/>
      </dsp:txXfrm>
    </dsp:sp>
    <dsp:sp modelId="{051C7EE5-64C2-4B32-9CB4-6E697A8B079C}">
      <dsp:nvSpPr>
        <dsp:cNvPr id="0" name=""/>
        <dsp:cNvSpPr/>
      </dsp:nvSpPr>
      <dsp:spPr>
        <a:xfrm>
          <a:off x="4549233" y="2417018"/>
          <a:ext cx="160557" cy="1529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152970"/>
              </a:lnTo>
              <a:lnTo>
                <a:pt x="160557" y="15297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968" y="2487959"/>
        <a:ext cx="11088" cy="11088"/>
      </dsp:txXfrm>
    </dsp:sp>
    <dsp:sp modelId="{A77A702B-712F-4ECF-ABF5-D128154D2C84}">
      <dsp:nvSpPr>
        <dsp:cNvPr id="0" name=""/>
        <dsp:cNvSpPr/>
      </dsp:nvSpPr>
      <dsp:spPr>
        <a:xfrm>
          <a:off x="4549233" y="2264048"/>
          <a:ext cx="160557" cy="152970"/>
        </a:xfrm>
        <a:custGeom>
          <a:avLst/>
          <a:gdLst/>
          <a:ahLst/>
          <a:cxnLst/>
          <a:rect l="0" t="0" r="0" b="0"/>
          <a:pathLst>
            <a:path>
              <a:moveTo>
                <a:pt x="0" y="152970"/>
              </a:moveTo>
              <a:lnTo>
                <a:pt x="80278" y="152970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968" y="2334989"/>
        <a:ext cx="11088" cy="11088"/>
      </dsp:txXfrm>
    </dsp:sp>
    <dsp:sp modelId="{E43A60A7-9DDF-42B2-A812-4D4F0F75076B}">
      <dsp:nvSpPr>
        <dsp:cNvPr id="0" name=""/>
        <dsp:cNvSpPr/>
      </dsp:nvSpPr>
      <dsp:spPr>
        <a:xfrm>
          <a:off x="3585888" y="2417018"/>
          <a:ext cx="160557" cy="917820"/>
        </a:xfrm>
        <a:custGeom>
          <a:avLst/>
          <a:gdLst/>
          <a:ahLst/>
          <a:cxnLst/>
          <a:rect l="0" t="0" r="0" b="0"/>
          <a:pathLst>
            <a:path>
              <a:moveTo>
                <a:pt x="0" y="917820"/>
              </a:moveTo>
              <a:lnTo>
                <a:pt x="80278" y="917820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42873" y="2852634"/>
        <a:ext cx="46587" cy="46587"/>
      </dsp:txXfrm>
    </dsp:sp>
    <dsp:sp modelId="{80CCDF43-4A90-4DB9-90BB-F37BB6A6CE64}">
      <dsp:nvSpPr>
        <dsp:cNvPr id="0" name=""/>
        <dsp:cNvSpPr/>
      </dsp:nvSpPr>
      <dsp:spPr>
        <a:xfrm>
          <a:off x="4549233" y="1805138"/>
          <a:ext cx="160557" cy="1529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152970"/>
              </a:lnTo>
              <a:lnTo>
                <a:pt x="160557" y="15297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968" y="1876079"/>
        <a:ext cx="11088" cy="11088"/>
      </dsp:txXfrm>
    </dsp:sp>
    <dsp:sp modelId="{F26F67FB-D19B-4991-9A66-98D479004DA6}">
      <dsp:nvSpPr>
        <dsp:cNvPr id="0" name=""/>
        <dsp:cNvSpPr/>
      </dsp:nvSpPr>
      <dsp:spPr>
        <a:xfrm>
          <a:off x="4549233" y="1652167"/>
          <a:ext cx="160557" cy="152970"/>
        </a:xfrm>
        <a:custGeom>
          <a:avLst/>
          <a:gdLst/>
          <a:ahLst/>
          <a:cxnLst/>
          <a:rect l="0" t="0" r="0" b="0"/>
          <a:pathLst>
            <a:path>
              <a:moveTo>
                <a:pt x="0" y="152970"/>
              </a:moveTo>
              <a:lnTo>
                <a:pt x="80278" y="152970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968" y="1723108"/>
        <a:ext cx="11088" cy="11088"/>
      </dsp:txXfrm>
    </dsp:sp>
    <dsp:sp modelId="{F31F3F23-7C72-452A-ADC8-1CB2C7B14B46}">
      <dsp:nvSpPr>
        <dsp:cNvPr id="0" name=""/>
        <dsp:cNvSpPr/>
      </dsp:nvSpPr>
      <dsp:spPr>
        <a:xfrm>
          <a:off x="3585888" y="1805138"/>
          <a:ext cx="160557" cy="1529701"/>
        </a:xfrm>
        <a:custGeom>
          <a:avLst/>
          <a:gdLst/>
          <a:ahLst/>
          <a:cxnLst/>
          <a:rect l="0" t="0" r="0" b="0"/>
          <a:pathLst>
            <a:path>
              <a:moveTo>
                <a:pt x="0" y="1529701"/>
              </a:moveTo>
              <a:lnTo>
                <a:pt x="80278" y="1529701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27715" y="2531536"/>
        <a:ext cx="76905" cy="76905"/>
      </dsp:txXfrm>
    </dsp:sp>
    <dsp:sp modelId="{F226263A-149C-45EB-8D74-9D5F16BB2DF3}">
      <dsp:nvSpPr>
        <dsp:cNvPr id="0" name=""/>
        <dsp:cNvSpPr/>
      </dsp:nvSpPr>
      <dsp:spPr>
        <a:xfrm>
          <a:off x="4549233" y="734347"/>
          <a:ext cx="160557" cy="6118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611880"/>
              </a:lnTo>
              <a:lnTo>
                <a:pt x="160557" y="61188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3697" y="1024472"/>
        <a:ext cx="31629" cy="31629"/>
      </dsp:txXfrm>
    </dsp:sp>
    <dsp:sp modelId="{04620BEB-0EEC-4835-AA29-7DE825A6C113}">
      <dsp:nvSpPr>
        <dsp:cNvPr id="0" name=""/>
        <dsp:cNvSpPr/>
      </dsp:nvSpPr>
      <dsp:spPr>
        <a:xfrm>
          <a:off x="4549233" y="734347"/>
          <a:ext cx="160557" cy="3059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278" y="0"/>
              </a:lnTo>
              <a:lnTo>
                <a:pt x="80278" y="305940"/>
              </a:lnTo>
              <a:lnTo>
                <a:pt x="160557" y="30594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0874" y="878679"/>
        <a:ext cx="17275" cy="17275"/>
      </dsp:txXfrm>
    </dsp:sp>
    <dsp:sp modelId="{22D0EEAC-F1C3-4BAD-B8D4-AFFC576382CC}">
      <dsp:nvSpPr>
        <dsp:cNvPr id="0" name=""/>
        <dsp:cNvSpPr/>
      </dsp:nvSpPr>
      <dsp:spPr>
        <a:xfrm>
          <a:off x="4549233" y="688627"/>
          <a:ext cx="1605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0557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5498" y="730333"/>
        <a:ext cx="8027" cy="8027"/>
      </dsp:txXfrm>
    </dsp:sp>
    <dsp:sp modelId="{0BFB8105-4697-4547-9449-F2D6976200F3}">
      <dsp:nvSpPr>
        <dsp:cNvPr id="0" name=""/>
        <dsp:cNvSpPr/>
      </dsp:nvSpPr>
      <dsp:spPr>
        <a:xfrm>
          <a:off x="4549233" y="428406"/>
          <a:ext cx="160557" cy="305940"/>
        </a:xfrm>
        <a:custGeom>
          <a:avLst/>
          <a:gdLst/>
          <a:ahLst/>
          <a:cxnLst/>
          <a:rect l="0" t="0" r="0" b="0"/>
          <a:pathLst>
            <a:path>
              <a:moveTo>
                <a:pt x="0" y="305940"/>
              </a:moveTo>
              <a:lnTo>
                <a:pt x="80278" y="305940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0874" y="572739"/>
        <a:ext cx="17275" cy="17275"/>
      </dsp:txXfrm>
    </dsp:sp>
    <dsp:sp modelId="{25457684-6A6A-46B1-BEFA-440DA349A4E1}">
      <dsp:nvSpPr>
        <dsp:cNvPr id="0" name=""/>
        <dsp:cNvSpPr/>
      </dsp:nvSpPr>
      <dsp:spPr>
        <a:xfrm>
          <a:off x="4549233" y="122466"/>
          <a:ext cx="160557" cy="611880"/>
        </a:xfrm>
        <a:custGeom>
          <a:avLst/>
          <a:gdLst/>
          <a:ahLst/>
          <a:cxnLst/>
          <a:rect l="0" t="0" r="0" b="0"/>
          <a:pathLst>
            <a:path>
              <a:moveTo>
                <a:pt x="0" y="611880"/>
              </a:moveTo>
              <a:lnTo>
                <a:pt x="80278" y="611880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3697" y="412592"/>
        <a:ext cx="31629" cy="31629"/>
      </dsp:txXfrm>
    </dsp:sp>
    <dsp:sp modelId="{92090F43-5B4E-4749-BCAA-CA724B1D4710}">
      <dsp:nvSpPr>
        <dsp:cNvPr id="0" name=""/>
        <dsp:cNvSpPr/>
      </dsp:nvSpPr>
      <dsp:spPr>
        <a:xfrm>
          <a:off x="3585888" y="734347"/>
          <a:ext cx="160557" cy="2600492"/>
        </a:xfrm>
        <a:custGeom>
          <a:avLst/>
          <a:gdLst/>
          <a:ahLst/>
          <a:cxnLst/>
          <a:rect l="0" t="0" r="0" b="0"/>
          <a:pathLst>
            <a:path>
              <a:moveTo>
                <a:pt x="0" y="2600492"/>
              </a:moveTo>
              <a:lnTo>
                <a:pt x="80278" y="2600492"/>
              </a:lnTo>
              <a:lnTo>
                <a:pt x="80278" y="0"/>
              </a:lnTo>
              <a:lnTo>
                <a:pt x="160557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/>
        </a:p>
      </dsp:txBody>
      <dsp:txXfrm>
        <a:off x="3601031" y="1969457"/>
        <a:ext cx="130272" cy="130272"/>
      </dsp:txXfrm>
    </dsp:sp>
    <dsp:sp modelId="{1A8C8775-11A9-4910-9DB9-4ADDC072442C}">
      <dsp:nvSpPr>
        <dsp:cNvPr id="0" name=""/>
        <dsp:cNvSpPr/>
      </dsp:nvSpPr>
      <dsp:spPr>
        <a:xfrm rot="16200000">
          <a:off x="2819428" y="3212463"/>
          <a:ext cx="1288169" cy="24475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dirty="0"/>
            <a:t>Productos</a:t>
          </a:r>
        </a:p>
      </dsp:txBody>
      <dsp:txXfrm>
        <a:off x="2819428" y="3212463"/>
        <a:ext cx="1288169" cy="244752"/>
      </dsp:txXfrm>
    </dsp:sp>
    <dsp:sp modelId="{B2ADA6F2-50C6-4A88-AAA9-37F38027290A}">
      <dsp:nvSpPr>
        <dsp:cNvPr id="0" name=""/>
        <dsp:cNvSpPr/>
      </dsp:nvSpPr>
      <dsp:spPr>
        <a:xfrm>
          <a:off x="3746446" y="611971"/>
          <a:ext cx="802787" cy="24475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/>
            <a:t>Cuentas</a:t>
          </a:r>
        </a:p>
      </dsp:txBody>
      <dsp:txXfrm>
        <a:off x="3746446" y="611971"/>
        <a:ext cx="802787" cy="244752"/>
      </dsp:txXfrm>
    </dsp:sp>
    <dsp:sp modelId="{5BB8511B-BEEB-4D95-9928-1B6F31389179}">
      <dsp:nvSpPr>
        <dsp:cNvPr id="0" name=""/>
        <dsp:cNvSpPr/>
      </dsp:nvSpPr>
      <dsp:spPr>
        <a:xfrm>
          <a:off x="4709791" y="90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Amiga</a:t>
          </a:r>
        </a:p>
      </dsp:txBody>
      <dsp:txXfrm>
        <a:off x="4709791" y="90"/>
        <a:ext cx="802787" cy="244752"/>
      </dsp:txXfrm>
    </dsp:sp>
    <dsp:sp modelId="{27B4AF17-3646-481D-A3F4-26A127527259}">
      <dsp:nvSpPr>
        <dsp:cNvPr id="0" name=""/>
        <dsp:cNvSpPr/>
      </dsp:nvSpPr>
      <dsp:spPr>
        <a:xfrm>
          <a:off x="4709791" y="306030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 err="1">
              <a:solidFill>
                <a:srgbClr val="150F41"/>
              </a:solidFill>
            </a:rPr>
            <a:t>Peigo</a:t>
          </a:r>
          <a:endParaRPr lang="es-EC" sz="1100" kern="1200" dirty="0">
            <a:solidFill>
              <a:srgbClr val="150F41"/>
            </a:solidFill>
          </a:endParaRPr>
        </a:p>
      </dsp:txBody>
      <dsp:txXfrm>
        <a:off x="4709791" y="306030"/>
        <a:ext cx="802787" cy="244752"/>
      </dsp:txXfrm>
    </dsp:sp>
    <dsp:sp modelId="{0647BFC3-B5D7-4EAF-82AD-3EB8CC090092}">
      <dsp:nvSpPr>
        <dsp:cNvPr id="0" name=""/>
        <dsp:cNvSpPr/>
      </dsp:nvSpPr>
      <dsp:spPr>
        <a:xfrm>
          <a:off x="4709791" y="611971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Ahorro</a:t>
          </a:r>
        </a:p>
      </dsp:txBody>
      <dsp:txXfrm>
        <a:off x="4709791" y="611971"/>
        <a:ext cx="802787" cy="244752"/>
      </dsp:txXfrm>
    </dsp:sp>
    <dsp:sp modelId="{E8145716-6D58-4345-8073-80600F1C9F42}">
      <dsp:nvSpPr>
        <dsp:cNvPr id="0" name=""/>
        <dsp:cNvSpPr/>
      </dsp:nvSpPr>
      <dsp:spPr>
        <a:xfrm>
          <a:off x="4709791" y="917911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Corriente</a:t>
          </a:r>
        </a:p>
      </dsp:txBody>
      <dsp:txXfrm>
        <a:off x="4709791" y="917911"/>
        <a:ext cx="802787" cy="244752"/>
      </dsp:txXfrm>
    </dsp:sp>
    <dsp:sp modelId="{A393CB0A-BEF7-4DB8-81E5-1154DE861CF6}">
      <dsp:nvSpPr>
        <dsp:cNvPr id="0" name=""/>
        <dsp:cNvSpPr/>
      </dsp:nvSpPr>
      <dsp:spPr>
        <a:xfrm>
          <a:off x="4709791" y="1223851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 err="1">
              <a:solidFill>
                <a:srgbClr val="150F41"/>
              </a:solidFill>
            </a:rPr>
            <a:t>Aho.Inversión</a:t>
          </a:r>
          <a:endParaRPr lang="es-EC" sz="1100" kern="1200" dirty="0">
            <a:solidFill>
              <a:srgbClr val="150F41"/>
            </a:solidFill>
          </a:endParaRPr>
        </a:p>
      </dsp:txBody>
      <dsp:txXfrm>
        <a:off x="4709791" y="1223851"/>
        <a:ext cx="802787" cy="244752"/>
      </dsp:txXfrm>
    </dsp:sp>
    <dsp:sp modelId="{8F7C36BE-E589-4461-8F16-778807C0B166}">
      <dsp:nvSpPr>
        <dsp:cNvPr id="0" name=""/>
        <dsp:cNvSpPr/>
      </dsp:nvSpPr>
      <dsp:spPr>
        <a:xfrm>
          <a:off x="3746446" y="1682761"/>
          <a:ext cx="802787" cy="24475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/>
            <a:t>Tarjetas</a:t>
          </a:r>
        </a:p>
      </dsp:txBody>
      <dsp:txXfrm>
        <a:off x="3746446" y="1682761"/>
        <a:ext cx="802787" cy="244752"/>
      </dsp:txXfrm>
    </dsp:sp>
    <dsp:sp modelId="{B451BF21-E3E7-4DE8-AB73-A070BD52A292}">
      <dsp:nvSpPr>
        <dsp:cNvPr id="0" name=""/>
        <dsp:cNvSpPr/>
      </dsp:nvSpPr>
      <dsp:spPr>
        <a:xfrm>
          <a:off x="4709791" y="1529791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Crédito</a:t>
          </a:r>
        </a:p>
      </dsp:txBody>
      <dsp:txXfrm>
        <a:off x="4709791" y="1529791"/>
        <a:ext cx="802787" cy="244752"/>
      </dsp:txXfrm>
    </dsp:sp>
    <dsp:sp modelId="{DDA79D3F-A64C-4EED-8BE6-B172036968B7}">
      <dsp:nvSpPr>
        <dsp:cNvPr id="0" name=""/>
        <dsp:cNvSpPr/>
      </dsp:nvSpPr>
      <dsp:spPr>
        <a:xfrm>
          <a:off x="4709791" y="1835732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Cupo 0</a:t>
          </a:r>
        </a:p>
      </dsp:txBody>
      <dsp:txXfrm>
        <a:off x="4709791" y="1835732"/>
        <a:ext cx="802787" cy="244752"/>
      </dsp:txXfrm>
    </dsp:sp>
    <dsp:sp modelId="{32ACC1F6-D5B9-4CEA-991A-2E04658BD206}">
      <dsp:nvSpPr>
        <dsp:cNvPr id="0" name=""/>
        <dsp:cNvSpPr/>
      </dsp:nvSpPr>
      <dsp:spPr>
        <a:xfrm>
          <a:off x="3746446" y="2294642"/>
          <a:ext cx="802787" cy="24475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/>
            <a:t>Seguros</a:t>
          </a:r>
        </a:p>
      </dsp:txBody>
      <dsp:txXfrm>
        <a:off x="3746446" y="2294642"/>
        <a:ext cx="802787" cy="244752"/>
      </dsp:txXfrm>
    </dsp:sp>
    <dsp:sp modelId="{CFCF47A2-F139-4B47-977C-1611FBA1DAB3}">
      <dsp:nvSpPr>
        <dsp:cNvPr id="0" name=""/>
        <dsp:cNvSpPr/>
      </dsp:nvSpPr>
      <dsp:spPr>
        <a:xfrm>
          <a:off x="4709791" y="2141672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Voluntarios</a:t>
          </a:r>
        </a:p>
      </dsp:txBody>
      <dsp:txXfrm>
        <a:off x="4709791" y="2141672"/>
        <a:ext cx="802787" cy="244752"/>
      </dsp:txXfrm>
    </dsp:sp>
    <dsp:sp modelId="{8B6A1FEE-6309-4F91-8601-1AC9179B566D}">
      <dsp:nvSpPr>
        <dsp:cNvPr id="0" name=""/>
        <dsp:cNvSpPr/>
      </dsp:nvSpPr>
      <dsp:spPr>
        <a:xfrm>
          <a:off x="4709791" y="2447612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Obligatorios</a:t>
          </a:r>
        </a:p>
      </dsp:txBody>
      <dsp:txXfrm>
        <a:off x="4709791" y="2447612"/>
        <a:ext cx="802787" cy="244752"/>
      </dsp:txXfrm>
    </dsp:sp>
    <dsp:sp modelId="{BEDCAB73-F473-4593-A1D1-34DA9B04C965}">
      <dsp:nvSpPr>
        <dsp:cNvPr id="0" name=""/>
        <dsp:cNvSpPr/>
      </dsp:nvSpPr>
      <dsp:spPr>
        <a:xfrm>
          <a:off x="3746446" y="3518403"/>
          <a:ext cx="802787" cy="24475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/>
            <a:t>Créditos</a:t>
          </a:r>
        </a:p>
      </dsp:txBody>
      <dsp:txXfrm>
        <a:off x="3746446" y="3518403"/>
        <a:ext cx="802787" cy="244752"/>
      </dsp:txXfrm>
    </dsp:sp>
    <dsp:sp modelId="{B933AC5F-4C04-4E26-B56E-83A35B7B75A0}">
      <dsp:nvSpPr>
        <dsp:cNvPr id="0" name=""/>
        <dsp:cNvSpPr/>
      </dsp:nvSpPr>
      <dsp:spPr>
        <a:xfrm>
          <a:off x="4709791" y="2753552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Consumo</a:t>
          </a:r>
        </a:p>
      </dsp:txBody>
      <dsp:txXfrm>
        <a:off x="4709791" y="2753552"/>
        <a:ext cx="802787" cy="244752"/>
      </dsp:txXfrm>
    </dsp:sp>
    <dsp:sp modelId="{C96BA59C-3D83-4DC3-B99D-FEFB4E6D77F1}">
      <dsp:nvSpPr>
        <dsp:cNvPr id="0" name=""/>
        <dsp:cNvSpPr/>
      </dsp:nvSpPr>
      <dsp:spPr>
        <a:xfrm>
          <a:off x="4709791" y="3059493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Comercial</a:t>
          </a:r>
        </a:p>
      </dsp:txBody>
      <dsp:txXfrm>
        <a:off x="4709791" y="3059493"/>
        <a:ext cx="802787" cy="244752"/>
      </dsp:txXfrm>
    </dsp:sp>
    <dsp:sp modelId="{73E2F408-D084-4DE5-AFF5-72C7E2B981C0}">
      <dsp:nvSpPr>
        <dsp:cNvPr id="0" name=""/>
        <dsp:cNvSpPr/>
      </dsp:nvSpPr>
      <dsp:spPr>
        <a:xfrm>
          <a:off x="4709791" y="3365433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Educativo</a:t>
          </a:r>
        </a:p>
      </dsp:txBody>
      <dsp:txXfrm>
        <a:off x="4709791" y="3365433"/>
        <a:ext cx="802787" cy="244752"/>
      </dsp:txXfrm>
    </dsp:sp>
    <dsp:sp modelId="{60E800C2-3ACD-4894-B2D1-02C51C896C2D}">
      <dsp:nvSpPr>
        <dsp:cNvPr id="0" name=""/>
        <dsp:cNvSpPr/>
      </dsp:nvSpPr>
      <dsp:spPr>
        <a:xfrm>
          <a:off x="4709791" y="3671373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Hipotecario</a:t>
          </a:r>
        </a:p>
      </dsp:txBody>
      <dsp:txXfrm>
        <a:off x="4709791" y="3671373"/>
        <a:ext cx="802787" cy="244752"/>
      </dsp:txXfrm>
    </dsp:sp>
    <dsp:sp modelId="{F79FB1EC-FF45-40C7-BCB6-021087AEF7A4}">
      <dsp:nvSpPr>
        <dsp:cNvPr id="0" name=""/>
        <dsp:cNvSpPr/>
      </dsp:nvSpPr>
      <dsp:spPr>
        <a:xfrm>
          <a:off x="4709791" y="3977313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Auto</a:t>
          </a:r>
        </a:p>
      </dsp:txBody>
      <dsp:txXfrm>
        <a:off x="4709791" y="3977313"/>
        <a:ext cx="802787" cy="244752"/>
      </dsp:txXfrm>
    </dsp:sp>
    <dsp:sp modelId="{D4D800CF-8BE2-43F6-9CD4-500592EEFBC1}">
      <dsp:nvSpPr>
        <dsp:cNvPr id="0" name=""/>
        <dsp:cNvSpPr/>
      </dsp:nvSpPr>
      <dsp:spPr>
        <a:xfrm>
          <a:off x="4709791" y="4283253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Micro</a:t>
          </a:r>
        </a:p>
      </dsp:txBody>
      <dsp:txXfrm>
        <a:off x="4709791" y="4283253"/>
        <a:ext cx="802787" cy="244752"/>
      </dsp:txXfrm>
    </dsp:sp>
    <dsp:sp modelId="{2B29F018-F637-4258-A9C2-9FD5539BC75D}">
      <dsp:nvSpPr>
        <dsp:cNvPr id="0" name=""/>
        <dsp:cNvSpPr/>
      </dsp:nvSpPr>
      <dsp:spPr>
        <a:xfrm>
          <a:off x="3746446" y="5048104"/>
          <a:ext cx="802787" cy="24475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/>
            <a:t>Servicios</a:t>
          </a:r>
        </a:p>
      </dsp:txBody>
      <dsp:txXfrm>
        <a:off x="3746446" y="5048104"/>
        <a:ext cx="802787" cy="244752"/>
      </dsp:txXfrm>
    </dsp:sp>
    <dsp:sp modelId="{C0937D04-21A0-43F6-85AC-6D62800094D9}">
      <dsp:nvSpPr>
        <dsp:cNvPr id="0" name=""/>
        <dsp:cNvSpPr/>
      </dsp:nvSpPr>
      <dsp:spPr>
        <a:xfrm>
          <a:off x="4709791" y="4589194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Ahorro Meta</a:t>
          </a:r>
        </a:p>
      </dsp:txBody>
      <dsp:txXfrm>
        <a:off x="4709791" y="4589194"/>
        <a:ext cx="802787" cy="244752"/>
      </dsp:txXfrm>
    </dsp:sp>
    <dsp:sp modelId="{88E111A6-EFA1-4544-AFA8-6F1120FCE148}">
      <dsp:nvSpPr>
        <dsp:cNvPr id="0" name=""/>
        <dsp:cNvSpPr/>
      </dsp:nvSpPr>
      <dsp:spPr>
        <a:xfrm>
          <a:off x="4709791" y="4895134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Nómina</a:t>
          </a:r>
        </a:p>
      </dsp:txBody>
      <dsp:txXfrm>
        <a:off x="4709791" y="4895134"/>
        <a:ext cx="802787" cy="244752"/>
      </dsp:txXfrm>
    </dsp:sp>
    <dsp:sp modelId="{B3A16A8D-BDEA-44E5-A062-78715E4B15B6}">
      <dsp:nvSpPr>
        <dsp:cNvPr id="0" name=""/>
        <dsp:cNvSpPr/>
      </dsp:nvSpPr>
      <dsp:spPr>
        <a:xfrm>
          <a:off x="4709791" y="5201074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*Crédito DH</a:t>
          </a:r>
        </a:p>
      </dsp:txBody>
      <dsp:txXfrm>
        <a:off x="4709791" y="5201074"/>
        <a:ext cx="802787" cy="244752"/>
      </dsp:txXfrm>
    </dsp:sp>
    <dsp:sp modelId="{3A573B39-4F88-4D8B-A12B-B314D5D8B0ED}">
      <dsp:nvSpPr>
        <dsp:cNvPr id="0" name=""/>
        <dsp:cNvSpPr/>
      </dsp:nvSpPr>
      <dsp:spPr>
        <a:xfrm>
          <a:off x="4709791" y="5507014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Confirming</a:t>
          </a:r>
        </a:p>
      </dsp:txBody>
      <dsp:txXfrm>
        <a:off x="4709791" y="5507014"/>
        <a:ext cx="802787" cy="244752"/>
      </dsp:txXfrm>
    </dsp:sp>
    <dsp:sp modelId="{3786E62E-C61B-4768-BE14-D5ACBD91B2DA}">
      <dsp:nvSpPr>
        <dsp:cNvPr id="0" name=""/>
        <dsp:cNvSpPr/>
      </dsp:nvSpPr>
      <dsp:spPr>
        <a:xfrm>
          <a:off x="3746446" y="5812955"/>
          <a:ext cx="802787" cy="24475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baseline="0" dirty="0">
              <a:solidFill>
                <a:schemeClr val="bg1">
                  <a:lumMod val="95000"/>
                </a:schemeClr>
              </a:solidFill>
            </a:rPr>
            <a:t>Póliza</a:t>
          </a:r>
        </a:p>
      </dsp:txBody>
      <dsp:txXfrm>
        <a:off x="3746446" y="5812955"/>
        <a:ext cx="802787" cy="244752"/>
      </dsp:txXfrm>
    </dsp:sp>
    <dsp:sp modelId="{ED7AE535-3B05-4E8E-BA97-B04049458DB3}">
      <dsp:nvSpPr>
        <dsp:cNvPr id="0" name=""/>
        <dsp:cNvSpPr/>
      </dsp:nvSpPr>
      <dsp:spPr>
        <a:xfrm>
          <a:off x="4709791" y="5812955"/>
          <a:ext cx="802787" cy="24475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>
              <a:solidFill>
                <a:srgbClr val="150F41"/>
              </a:solidFill>
            </a:rPr>
            <a:t>Inversión</a:t>
          </a:r>
          <a:endParaRPr lang="es-EC" sz="1100" kern="1200" dirty="0">
            <a:solidFill>
              <a:srgbClr val="150F41"/>
            </a:solidFill>
          </a:endParaRPr>
        </a:p>
      </dsp:txBody>
      <dsp:txXfrm>
        <a:off x="4709791" y="5812955"/>
        <a:ext cx="802787" cy="2447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2D9ED-EB2C-4E20-890A-87B6433763BD}">
      <dsp:nvSpPr>
        <dsp:cNvPr id="0" name=""/>
        <dsp:cNvSpPr/>
      </dsp:nvSpPr>
      <dsp:spPr>
        <a:xfrm>
          <a:off x="4550594" y="5229040"/>
          <a:ext cx="162343" cy="464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464015"/>
              </a:lnTo>
              <a:lnTo>
                <a:pt x="162343" y="46401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9476" y="5448758"/>
        <a:ext cx="24579" cy="24579"/>
      </dsp:txXfrm>
    </dsp:sp>
    <dsp:sp modelId="{4BC74C6A-A727-4FD8-8A8B-C55AF6E4ED33}">
      <dsp:nvSpPr>
        <dsp:cNvPr id="0" name=""/>
        <dsp:cNvSpPr/>
      </dsp:nvSpPr>
      <dsp:spPr>
        <a:xfrm>
          <a:off x="4550594" y="5229040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154671"/>
              </a:lnTo>
              <a:lnTo>
                <a:pt x="162343" y="15467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5300770"/>
        <a:ext cx="11211" cy="11211"/>
      </dsp:txXfrm>
    </dsp:sp>
    <dsp:sp modelId="{31955690-7179-40C4-9E8A-5D70DFC377E7}">
      <dsp:nvSpPr>
        <dsp:cNvPr id="0" name=""/>
        <dsp:cNvSpPr/>
      </dsp:nvSpPr>
      <dsp:spPr>
        <a:xfrm>
          <a:off x="4550594" y="5074368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154671"/>
              </a:moveTo>
              <a:lnTo>
                <a:pt x="81171" y="15467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5146098"/>
        <a:ext cx="11211" cy="11211"/>
      </dsp:txXfrm>
    </dsp:sp>
    <dsp:sp modelId="{48B72B3E-C983-4274-B2B2-70D16748E2BB}">
      <dsp:nvSpPr>
        <dsp:cNvPr id="0" name=""/>
        <dsp:cNvSpPr/>
      </dsp:nvSpPr>
      <dsp:spPr>
        <a:xfrm>
          <a:off x="4550594" y="4765024"/>
          <a:ext cx="162343" cy="464015"/>
        </a:xfrm>
        <a:custGeom>
          <a:avLst/>
          <a:gdLst/>
          <a:ahLst/>
          <a:cxnLst/>
          <a:rect l="0" t="0" r="0" b="0"/>
          <a:pathLst>
            <a:path>
              <a:moveTo>
                <a:pt x="0" y="464015"/>
              </a:moveTo>
              <a:lnTo>
                <a:pt x="81171" y="464015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9476" y="4984742"/>
        <a:ext cx="24579" cy="24579"/>
      </dsp:txXfrm>
    </dsp:sp>
    <dsp:sp modelId="{606C6F1E-498E-4DDB-A186-9DA9B6E34A4F}">
      <dsp:nvSpPr>
        <dsp:cNvPr id="0" name=""/>
        <dsp:cNvSpPr/>
      </dsp:nvSpPr>
      <dsp:spPr>
        <a:xfrm>
          <a:off x="3576533" y="2986298"/>
          <a:ext cx="162343" cy="22427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2242741"/>
              </a:lnTo>
              <a:lnTo>
                <a:pt x="162343" y="224274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800" kern="1200"/>
        </a:p>
      </dsp:txBody>
      <dsp:txXfrm>
        <a:off x="3601490" y="4051454"/>
        <a:ext cx="112430" cy="112430"/>
      </dsp:txXfrm>
    </dsp:sp>
    <dsp:sp modelId="{E7448DA2-ABEA-4A21-9757-53D581D7F3FD}">
      <dsp:nvSpPr>
        <dsp:cNvPr id="0" name=""/>
        <dsp:cNvSpPr/>
      </dsp:nvSpPr>
      <dsp:spPr>
        <a:xfrm>
          <a:off x="4550594" y="3836993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618687"/>
              </a:lnTo>
              <a:lnTo>
                <a:pt x="162343" y="61868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4130346"/>
        <a:ext cx="31981" cy="31981"/>
      </dsp:txXfrm>
    </dsp:sp>
    <dsp:sp modelId="{5E6DA394-939F-4A95-8F6F-3209A3895CB8}">
      <dsp:nvSpPr>
        <dsp:cNvPr id="0" name=""/>
        <dsp:cNvSpPr/>
      </dsp:nvSpPr>
      <dsp:spPr>
        <a:xfrm>
          <a:off x="4550594" y="3836993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3982931"/>
        <a:ext cx="17467" cy="17467"/>
      </dsp:txXfrm>
    </dsp:sp>
    <dsp:sp modelId="{6A1F7B97-5B80-483A-A0C1-E0085B4BB7F9}">
      <dsp:nvSpPr>
        <dsp:cNvPr id="0" name=""/>
        <dsp:cNvSpPr/>
      </dsp:nvSpPr>
      <dsp:spPr>
        <a:xfrm>
          <a:off x="4550594" y="3791273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3832935"/>
        <a:ext cx="8117" cy="8117"/>
      </dsp:txXfrm>
    </dsp:sp>
    <dsp:sp modelId="{D039A37C-16E1-46DE-83F2-FE1AFA19E6B5}">
      <dsp:nvSpPr>
        <dsp:cNvPr id="0" name=""/>
        <dsp:cNvSpPr/>
      </dsp:nvSpPr>
      <dsp:spPr>
        <a:xfrm>
          <a:off x="4550594" y="3527650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3673588"/>
        <a:ext cx="17467" cy="17467"/>
      </dsp:txXfrm>
    </dsp:sp>
    <dsp:sp modelId="{35D85E89-8219-4EAD-B131-FFB670BDF21E}">
      <dsp:nvSpPr>
        <dsp:cNvPr id="0" name=""/>
        <dsp:cNvSpPr/>
      </dsp:nvSpPr>
      <dsp:spPr>
        <a:xfrm>
          <a:off x="4550594" y="3218306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618687"/>
              </a:moveTo>
              <a:lnTo>
                <a:pt x="81171" y="61868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3511659"/>
        <a:ext cx="31981" cy="31981"/>
      </dsp:txXfrm>
    </dsp:sp>
    <dsp:sp modelId="{FA624BE1-9ACC-4E7D-9F6D-BDD9E6D78BF6}">
      <dsp:nvSpPr>
        <dsp:cNvPr id="0" name=""/>
        <dsp:cNvSpPr/>
      </dsp:nvSpPr>
      <dsp:spPr>
        <a:xfrm>
          <a:off x="3576533" y="2986298"/>
          <a:ext cx="162343" cy="8506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850695"/>
              </a:lnTo>
              <a:lnTo>
                <a:pt x="162343" y="8506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36054" y="3389995"/>
        <a:ext cx="43302" cy="43302"/>
      </dsp:txXfrm>
    </dsp:sp>
    <dsp:sp modelId="{051C7EE5-64C2-4B32-9CB4-6E697A8B079C}">
      <dsp:nvSpPr>
        <dsp:cNvPr id="0" name=""/>
        <dsp:cNvSpPr/>
      </dsp:nvSpPr>
      <dsp:spPr>
        <a:xfrm>
          <a:off x="4550594" y="2754291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154671"/>
              </a:lnTo>
              <a:lnTo>
                <a:pt x="162343" y="15467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2826021"/>
        <a:ext cx="11211" cy="11211"/>
      </dsp:txXfrm>
    </dsp:sp>
    <dsp:sp modelId="{A77A702B-712F-4ECF-ABF5-D128154D2C84}">
      <dsp:nvSpPr>
        <dsp:cNvPr id="0" name=""/>
        <dsp:cNvSpPr/>
      </dsp:nvSpPr>
      <dsp:spPr>
        <a:xfrm>
          <a:off x="4550594" y="2599619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154671"/>
              </a:moveTo>
              <a:lnTo>
                <a:pt x="81171" y="15467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2671349"/>
        <a:ext cx="11211" cy="11211"/>
      </dsp:txXfrm>
    </dsp:sp>
    <dsp:sp modelId="{E43A60A7-9DDF-42B2-A812-4D4F0F75076B}">
      <dsp:nvSpPr>
        <dsp:cNvPr id="0" name=""/>
        <dsp:cNvSpPr/>
      </dsp:nvSpPr>
      <dsp:spPr>
        <a:xfrm>
          <a:off x="3576533" y="2754291"/>
          <a:ext cx="162343" cy="232007"/>
        </a:xfrm>
        <a:custGeom>
          <a:avLst/>
          <a:gdLst/>
          <a:ahLst/>
          <a:cxnLst/>
          <a:rect l="0" t="0" r="0" b="0"/>
          <a:pathLst>
            <a:path>
              <a:moveTo>
                <a:pt x="0" y="232007"/>
              </a:moveTo>
              <a:lnTo>
                <a:pt x="81171" y="23200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50626" y="2863215"/>
        <a:ext cx="14158" cy="14158"/>
      </dsp:txXfrm>
    </dsp:sp>
    <dsp:sp modelId="{1727B044-8190-4C0C-A27D-97E6DA4EBBD8}">
      <dsp:nvSpPr>
        <dsp:cNvPr id="0" name=""/>
        <dsp:cNvSpPr/>
      </dsp:nvSpPr>
      <dsp:spPr>
        <a:xfrm>
          <a:off x="4550594" y="1980932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2126870"/>
        <a:ext cx="17467" cy="17467"/>
      </dsp:txXfrm>
    </dsp:sp>
    <dsp:sp modelId="{80CCDF43-4A90-4DB9-90BB-F37BB6A6CE64}">
      <dsp:nvSpPr>
        <dsp:cNvPr id="0" name=""/>
        <dsp:cNvSpPr/>
      </dsp:nvSpPr>
      <dsp:spPr>
        <a:xfrm>
          <a:off x="4550594" y="1935212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1976873"/>
        <a:ext cx="8117" cy="8117"/>
      </dsp:txXfrm>
    </dsp:sp>
    <dsp:sp modelId="{F26F67FB-D19B-4991-9A66-98D479004DA6}">
      <dsp:nvSpPr>
        <dsp:cNvPr id="0" name=""/>
        <dsp:cNvSpPr/>
      </dsp:nvSpPr>
      <dsp:spPr>
        <a:xfrm>
          <a:off x="4550594" y="1671588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1817526"/>
        <a:ext cx="17467" cy="17467"/>
      </dsp:txXfrm>
    </dsp:sp>
    <dsp:sp modelId="{F31F3F23-7C72-452A-ADC8-1CB2C7B14B46}">
      <dsp:nvSpPr>
        <dsp:cNvPr id="0" name=""/>
        <dsp:cNvSpPr/>
      </dsp:nvSpPr>
      <dsp:spPr>
        <a:xfrm>
          <a:off x="3576533" y="1980932"/>
          <a:ext cx="162343" cy="1005366"/>
        </a:xfrm>
        <a:custGeom>
          <a:avLst/>
          <a:gdLst/>
          <a:ahLst/>
          <a:cxnLst/>
          <a:rect l="0" t="0" r="0" b="0"/>
          <a:pathLst>
            <a:path>
              <a:moveTo>
                <a:pt x="0" y="1005366"/>
              </a:moveTo>
              <a:lnTo>
                <a:pt x="81171" y="1005366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32245" y="2458155"/>
        <a:ext cx="50919" cy="50919"/>
      </dsp:txXfrm>
    </dsp:sp>
    <dsp:sp modelId="{F226263A-149C-45EB-8D74-9D5F16BB2DF3}">
      <dsp:nvSpPr>
        <dsp:cNvPr id="0" name=""/>
        <dsp:cNvSpPr/>
      </dsp:nvSpPr>
      <dsp:spPr>
        <a:xfrm>
          <a:off x="4550594" y="743557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618687"/>
              </a:lnTo>
              <a:lnTo>
                <a:pt x="162343" y="61868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1036910"/>
        <a:ext cx="31981" cy="31981"/>
      </dsp:txXfrm>
    </dsp:sp>
    <dsp:sp modelId="{04620BEB-0EEC-4835-AA29-7DE825A6C113}">
      <dsp:nvSpPr>
        <dsp:cNvPr id="0" name=""/>
        <dsp:cNvSpPr/>
      </dsp:nvSpPr>
      <dsp:spPr>
        <a:xfrm>
          <a:off x="4550594" y="743557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889495"/>
        <a:ext cx="17467" cy="17467"/>
      </dsp:txXfrm>
    </dsp:sp>
    <dsp:sp modelId="{22D0EEAC-F1C3-4BAD-B8D4-AFFC576382CC}">
      <dsp:nvSpPr>
        <dsp:cNvPr id="0" name=""/>
        <dsp:cNvSpPr/>
      </dsp:nvSpPr>
      <dsp:spPr>
        <a:xfrm>
          <a:off x="4550594" y="697837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739498"/>
        <a:ext cx="8117" cy="8117"/>
      </dsp:txXfrm>
    </dsp:sp>
    <dsp:sp modelId="{0BFB8105-4697-4547-9449-F2D6976200F3}">
      <dsp:nvSpPr>
        <dsp:cNvPr id="0" name=""/>
        <dsp:cNvSpPr/>
      </dsp:nvSpPr>
      <dsp:spPr>
        <a:xfrm>
          <a:off x="4550594" y="434213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580151"/>
        <a:ext cx="17467" cy="17467"/>
      </dsp:txXfrm>
    </dsp:sp>
    <dsp:sp modelId="{25457684-6A6A-46B1-BEFA-440DA349A4E1}">
      <dsp:nvSpPr>
        <dsp:cNvPr id="0" name=""/>
        <dsp:cNvSpPr/>
      </dsp:nvSpPr>
      <dsp:spPr>
        <a:xfrm>
          <a:off x="4550594" y="124870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618687"/>
              </a:moveTo>
              <a:lnTo>
                <a:pt x="81171" y="61868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418223"/>
        <a:ext cx="31981" cy="31981"/>
      </dsp:txXfrm>
    </dsp:sp>
    <dsp:sp modelId="{92090F43-5B4E-4749-BCAA-CA724B1D4710}">
      <dsp:nvSpPr>
        <dsp:cNvPr id="0" name=""/>
        <dsp:cNvSpPr/>
      </dsp:nvSpPr>
      <dsp:spPr>
        <a:xfrm>
          <a:off x="3576533" y="743557"/>
          <a:ext cx="162343" cy="2242741"/>
        </a:xfrm>
        <a:custGeom>
          <a:avLst/>
          <a:gdLst/>
          <a:ahLst/>
          <a:cxnLst/>
          <a:rect l="0" t="0" r="0" b="0"/>
          <a:pathLst>
            <a:path>
              <a:moveTo>
                <a:pt x="0" y="2242741"/>
              </a:moveTo>
              <a:lnTo>
                <a:pt x="81171" y="224274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800" kern="1200"/>
        </a:p>
      </dsp:txBody>
      <dsp:txXfrm>
        <a:off x="3601490" y="1808712"/>
        <a:ext cx="112430" cy="112430"/>
      </dsp:txXfrm>
    </dsp:sp>
    <dsp:sp modelId="{1A8C8775-11A9-4910-9DB9-4ADDC072442C}">
      <dsp:nvSpPr>
        <dsp:cNvPr id="0" name=""/>
        <dsp:cNvSpPr/>
      </dsp:nvSpPr>
      <dsp:spPr>
        <a:xfrm rot="16200000">
          <a:off x="2801546" y="2862561"/>
          <a:ext cx="1302499" cy="2474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dirty="0"/>
            <a:t>Productos</a:t>
          </a:r>
        </a:p>
      </dsp:txBody>
      <dsp:txXfrm>
        <a:off x="2801546" y="2862561"/>
        <a:ext cx="1302499" cy="247474"/>
      </dsp:txXfrm>
    </dsp:sp>
    <dsp:sp modelId="{B2ADA6F2-50C6-4A88-AAA9-37F38027290A}">
      <dsp:nvSpPr>
        <dsp:cNvPr id="0" name=""/>
        <dsp:cNvSpPr/>
      </dsp:nvSpPr>
      <dsp:spPr>
        <a:xfrm>
          <a:off x="3738877" y="619820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Cuentas</a:t>
          </a:r>
        </a:p>
      </dsp:txBody>
      <dsp:txXfrm>
        <a:off x="3738877" y="619820"/>
        <a:ext cx="811717" cy="247474"/>
      </dsp:txXfrm>
    </dsp:sp>
    <dsp:sp modelId="{5BB8511B-BEEB-4D95-9928-1B6F31389179}">
      <dsp:nvSpPr>
        <dsp:cNvPr id="0" name=""/>
        <dsp:cNvSpPr/>
      </dsp:nvSpPr>
      <dsp:spPr>
        <a:xfrm>
          <a:off x="4712938" y="1132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Amiga</a:t>
          </a:r>
        </a:p>
      </dsp:txBody>
      <dsp:txXfrm>
        <a:off x="4712938" y="1132"/>
        <a:ext cx="811717" cy="247474"/>
      </dsp:txXfrm>
    </dsp:sp>
    <dsp:sp modelId="{27B4AF17-3646-481D-A3F4-26A127527259}">
      <dsp:nvSpPr>
        <dsp:cNvPr id="0" name=""/>
        <dsp:cNvSpPr/>
      </dsp:nvSpPr>
      <dsp:spPr>
        <a:xfrm>
          <a:off x="4712938" y="310476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 err="1">
              <a:solidFill>
                <a:srgbClr val="150F41"/>
              </a:solidFill>
            </a:rPr>
            <a:t>Peigo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712938" y="310476"/>
        <a:ext cx="811717" cy="247474"/>
      </dsp:txXfrm>
    </dsp:sp>
    <dsp:sp modelId="{0647BFC3-B5D7-4EAF-82AD-3EB8CC090092}">
      <dsp:nvSpPr>
        <dsp:cNvPr id="0" name=""/>
        <dsp:cNvSpPr/>
      </dsp:nvSpPr>
      <dsp:spPr>
        <a:xfrm>
          <a:off x="4712938" y="61982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Ahorro</a:t>
          </a:r>
        </a:p>
      </dsp:txBody>
      <dsp:txXfrm>
        <a:off x="4712938" y="619820"/>
        <a:ext cx="811717" cy="247474"/>
      </dsp:txXfrm>
    </dsp:sp>
    <dsp:sp modelId="{E8145716-6D58-4345-8073-80600F1C9F42}">
      <dsp:nvSpPr>
        <dsp:cNvPr id="0" name=""/>
        <dsp:cNvSpPr/>
      </dsp:nvSpPr>
      <dsp:spPr>
        <a:xfrm>
          <a:off x="4712938" y="929163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Corriente</a:t>
          </a:r>
        </a:p>
      </dsp:txBody>
      <dsp:txXfrm>
        <a:off x="4712938" y="929163"/>
        <a:ext cx="811717" cy="247474"/>
      </dsp:txXfrm>
    </dsp:sp>
    <dsp:sp modelId="{A393CB0A-BEF7-4DB8-81E5-1154DE861CF6}">
      <dsp:nvSpPr>
        <dsp:cNvPr id="0" name=""/>
        <dsp:cNvSpPr/>
      </dsp:nvSpPr>
      <dsp:spPr>
        <a:xfrm>
          <a:off x="4712938" y="1238507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Inversión</a:t>
          </a:r>
        </a:p>
      </dsp:txBody>
      <dsp:txXfrm>
        <a:off x="4712938" y="1238507"/>
        <a:ext cx="811717" cy="247474"/>
      </dsp:txXfrm>
    </dsp:sp>
    <dsp:sp modelId="{8F7C36BE-E589-4461-8F16-778807C0B166}">
      <dsp:nvSpPr>
        <dsp:cNvPr id="0" name=""/>
        <dsp:cNvSpPr/>
      </dsp:nvSpPr>
      <dsp:spPr>
        <a:xfrm>
          <a:off x="3738877" y="1857194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Tarjetas</a:t>
          </a:r>
        </a:p>
      </dsp:txBody>
      <dsp:txXfrm>
        <a:off x="3738877" y="1857194"/>
        <a:ext cx="811717" cy="247474"/>
      </dsp:txXfrm>
    </dsp:sp>
    <dsp:sp modelId="{B451BF21-E3E7-4DE8-AB73-A070BD52A292}">
      <dsp:nvSpPr>
        <dsp:cNvPr id="0" name=""/>
        <dsp:cNvSpPr/>
      </dsp:nvSpPr>
      <dsp:spPr>
        <a:xfrm>
          <a:off x="4712938" y="154785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Crédito</a:t>
          </a:r>
        </a:p>
      </dsp:txBody>
      <dsp:txXfrm>
        <a:off x="4712938" y="1547850"/>
        <a:ext cx="811717" cy="247474"/>
      </dsp:txXfrm>
    </dsp:sp>
    <dsp:sp modelId="{DDA79D3F-A64C-4EED-8BE6-B172036968B7}">
      <dsp:nvSpPr>
        <dsp:cNvPr id="0" name=""/>
        <dsp:cNvSpPr/>
      </dsp:nvSpPr>
      <dsp:spPr>
        <a:xfrm>
          <a:off x="4712938" y="1857194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Cupo 0</a:t>
          </a:r>
        </a:p>
      </dsp:txBody>
      <dsp:txXfrm>
        <a:off x="4712938" y="1857194"/>
        <a:ext cx="811717" cy="247474"/>
      </dsp:txXfrm>
    </dsp:sp>
    <dsp:sp modelId="{953DE894-07BF-479E-983A-CE5469800A68}">
      <dsp:nvSpPr>
        <dsp:cNvPr id="0" name=""/>
        <dsp:cNvSpPr/>
      </dsp:nvSpPr>
      <dsp:spPr>
        <a:xfrm>
          <a:off x="4712938" y="2166538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Debito</a:t>
          </a:r>
        </a:p>
      </dsp:txBody>
      <dsp:txXfrm>
        <a:off x="4712938" y="2166538"/>
        <a:ext cx="811717" cy="247474"/>
      </dsp:txXfrm>
    </dsp:sp>
    <dsp:sp modelId="{32ACC1F6-D5B9-4CEA-991A-2E04658BD206}">
      <dsp:nvSpPr>
        <dsp:cNvPr id="0" name=""/>
        <dsp:cNvSpPr/>
      </dsp:nvSpPr>
      <dsp:spPr>
        <a:xfrm>
          <a:off x="3738877" y="2630553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Seguros</a:t>
          </a:r>
        </a:p>
      </dsp:txBody>
      <dsp:txXfrm>
        <a:off x="3738877" y="2630553"/>
        <a:ext cx="811717" cy="247474"/>
      </dsp:txXfrm>
    </dsp:sp>
    <dsp:sp modelId="{CFCF47A2-F139-4B47-977C-1611FBA1DAB3}">
      <dsp:nvSpPr>
        <dsp:cNvPr id="0" name=""/>
        <dsp:cNvSpPr/>
      </dsp:nvSpPr>
      <dsp:spPr>
        <a:xfrm>
          <a:off x="4712938" y="2475881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Voluntarios</a:t>
          </a:r>
        </a:p>
      </dsp:txBody>
      <dsp:txXfrm>
        <a:off x="4712938" y="2475881"/>
        <a:ext cx="811717" cy="247474"/>
      </dsp:txXfrm>
    </dsp:sp>
    <dsp:sp modelId="{8B6A1FEE-6309-4F91-8601-1AC9179B566D}">
      <dsp:nvSpPr>
        <dsp:cNvPr id="0" name=""/>
        <dsp:cNvSpPr/>
      </dsp:nvSpPr>
      <dsp:spPr>
        <a:xfrm>
          <a:off x="4712938" y="2785225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Obligatorios</a:t>
          </a:r>
        </a:p>
      </dsp:txBody>
      <dsp:txXfrm>
        <a:off x="4712938" y="2785225"/>
        <a:ext cx="811717" cy="247474"/>
      </dsp:txXfrm>
    </dsp:sp>
    <dsp:sp modelId="{BEDCAB73-F473-4593-A1D1-34DA9B04C965}">
      <dsp:nvSpPr>
        <dsp:cNvPr id="0" name=""/>
        <dsp:cNvSpPr/>
      </dsp:nvSpPr>
      <dsp:spPr>
        <a:xfrm>
          <a:off x="3738877" y="3713256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Créditos</a:t>
          </a:r>
        </a:p>
      </dsp:txBody>
      <dsp:txXfrm>
        <a:off x="3738877" y="3713256"/>
        <a:ext cx="811717" cy="247474"/>
      </dsp:txXfrm>
    </dsp:sp>
    <dsp:sp modelId="{B933AC5F-4C04-4E26-B56E-83A35B7B75A0}">
      <dsp:nvSpPr>
        <dsp:cNvPr id="0" name=""/>
        <dsp:cNvSpPr/>
      </dsp:nvSpPr>
      <dsp:spPr>
        <a:xfrm>
          <a:off x="4712938" y="3094569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Consumo</a:t>
          </a:r>
        </a:p>
      </dsp:txBody>
      <dsp:txXfrm>
        <a:off x="4712938" y="3094569"/>
        <a:ext cx="811717" cy="247474"/>
      </dsp:txXfrm>
    </dsp:sp>
    <dsp:sp modelId="{C96BA59C-3D83-4DC3-B99D-FEFB4E6D77F1}">
      <dsp:nvSpPr>
        <dsp:cNvPr id="0" name=""/>
        <dsp:cNvSpPr/>
      </dsp:nvSpPr>
      <dsp:spPr>
        <a:xfrm>
          <a:off x="4712938" y="3403912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Comercial</a:t>
          </a:r>
        </a:p>
      </dsp:txBody>
      <dsp:txXfrm>
        <a:off x="4712938" y="3403912"/>
        <a:ext cx="811717" cy="247474"/>
      </dsp:txXfrm>
    </dsp:sp>
    <dsp:sp modelId="{73E2F408-D084-4DE5-AFF5-72C7E2B981C0}">
      <dsp:nvSpPr>
        <dsp:cNvPr id="0" name=""/>
        <dsp:cNvSpPr/>
      </dsp:nvSpPr>
      <dsp:spPr>
        <a:xfrm>
          <a:off x="4712938" y="3713256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Educativo</a:t>
          </a:r>
        </a:p>
      </dsp:txBody>
      <dsp:txXfrm>
        <a:off x="4712938" y="3713256"/>
        <a:ext cx="811717" cy="247474"/>
      </dsp:txXfrm>
    </dsp:sp>
    <dsp:sp modelId="{60E800C2-3ACD-4894-B2D1-02C51C896C2D}">
      <dsp:nvSpPr>
        <dsp:cNvPr id="0" name=""/>
        <dsp:cNvSpPr/>
      </dsp:nvSpPr>
      <dsp:spPr>
        <a:xfrm>
          <a:off x="4712938" y="402260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Hipotecario</a:t>
          </a:r>
        </a:p>
      </dsp:txBody>
      <dsp:txXfrm>
        <a:off x="4712938" y="4022600"/>
        <a:ext cx="811717" cy="247474"/>
      </dsp:txXfrm>
    </dsp:sp>
    <dsp:sp modelId="{F79FB1EC-FF45-40C7-BCB6-021087AEF7A4}">
      <dsp:nvSpPr>
        <dsp:cNvPr id="0" name=""/>
        <dsp:cNvSpPr/>
      </dsp:nvSpPr>
      <dsp:spPr>
        <a:xfrm>
          <a:off x="4712938" y="4331943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Auto</a:t>
          </a:r>
        </a:p>
      </dsp:txBody>
      <dsp:txXfrm>
        <a:off x="4712938" y="4331943"/>
        <a:ext cx="811717" cy="247474"/>
      </dsp:txXfrm>
    </dsp:sp>
    <dsp:sp modelId="{2B29F018-F637-4258-A9C2-9FD5539BC75D}">
      <dsp:nvSpPr>
        <dsp:cNvPr id="0" name=""/>
        <dsp:cNvSpPr/>
      </dsp:nvSpPr>
      <dsp:spPr>
        <a:xfrm>
          <a:off x="3738877" y="5105302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Servicios</a:t>
          </a:r>
        </a:p>
      </dsp:txBody>
      <dsp:txXfrm>
        <a:off x="3738877" y="5105302"/>
        <a:ext cx="811717" cy="247474"/>
      </dsp:txXfrm>
    </dsp:sp>
    <dsp:sp modelId="{C0937D04-21A0-43F6-85AC-6D62800094D9}">
      <dsp:nvSpPr>
        <dsp:cNvPr id="0" name=""/>
        <dsp:cNvSpPr/>
      </dsp:nvSpPr>
      <dsp:spPr>
        <a:xfrm>
          <a:off x="4712938" y="4641287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Ahorro Meta</a:t>
          </a:r>
        </a:p>
      </dsp:txBody>
      <dsp:txXfrm>
        <a:off x="4712938" y="4641287"/>
        <a:ext cx="811717" cy="247474"/>
      </dsp:txXfrm>
    </dsp:sp>
    <dsp:sp modelId="{88E111A6-EFA1-4544-AFA8-6F1120FCE148}">
      <dsp:nvSpPr>
        <dsp:cNvPr id="0" name=""/>
        <dsp:cNvSpPr/>
      </dsp:nvSpPr>
      <dsp:spPr>
        <a:xfrm>
          <a:off x="4712938" y="4950631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Nómina</a:t>
          </a:r>
        </a:p>
      </dsp:txBody>
      <dsp:txXfrm>
        <a:off x="4712938" y="4950631"/>
        <a:ext cx="811717" cy="247474"/>
      </dsp:txXfrm>
    </dsp:sp>
    <dsp:sp modelId="{B3A16A8D-BDEA-44E5-A062-78715E4B15B6}">
      <dsp:nvSpPr>
        <dsp:cNvPr id="0" name=""/>
        <dsp:cNvSpPr/>
      </dsp:nvSpPr>
      <dsp:spPr>
        <a:xfrm>
          <a:off x="4712938" y="5259974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Crédito DM</a:t>
          </a:r>
        </a:p>
      </dsp:txBody>
      <dsp:txXfrm>
        <a:off x="4712938" y="5259974"/>
        <a:ext cx="811717" cy="247474"/>
      </dsp:txXfrm>
    </dsp:sp>
    <dsp:sp modelId="{3A573B39-4F88-4D8B-A12B-B314D5D8B0ED}">
      <dsp:nvSpPr>
        <dsp:cNvPr id="0" name=""/>
        <dsp:cNvSpPr/>
      </dsp:nvSpPr>
      <dsp:spPr>
        <a:xfrm>
          <a:off x="4712938" y="5569318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Confirming</a:t>
          </a:r>
        </a:p>
      </dsp:txBody>
      <dsp:txXfrm>
        <a:off x="4712938" y="5569318"/>
        <a:ext cx="811717" cy="2474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7EF1D-6146-4506-8EDE-65ACDE987B1F}">
      <dsp:nvSpPr>
        <dsp:cNvPr id="0" name=""/>
        <dsp:cNvSpPr/>
      </dsp:nvSpPr>
      <dsp:spPr>
        <a:xfrm>
          <a:off x="2880392" y="5505314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5542368"/>
        <a:ext cx="17331" cy="17331"/>
      </dsp:txXfrm>
    </dsp:sp>
    <dsp:sp modelId="{88664CCB-9214-4D82-86B3-EFDDCFEAF4FB}">
      <dsp:nvSpPr>
        <dsp:cNvPr id="0" name=""/>
        <dsp:cNvSpPr/>
      </dsp:nvSpPr>
      <dsp:spPr>
        <a:xfrm>
          <a:off x="800554" y="2908963"/>
          <a:ext cx="346639" cy="26420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3319" y="0"/>
              </a:lnTo>
              <a:lnTo>
                <a:pt x="173319" y="2642071"/>
              </a:lnTo>
              <a:lnTo>
                <a:pt x="346639" y="264207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>
            <a:solidFill>
              <a:schemeClr val="bg1"/>
            </a:solidFill>
          </a:endParaRPr>
        </a:p>
      </dsp:txBody>
      <dsp:txXfrm>
        <a:off x="907256" y="4163380"/>
        <a:ext cx="133235" cy="133235"/>
      </dsp:txXfrm>
    </dsp:sp>
    <dsp:sp modelId="{0D8E187A-7BFB-4E86-8920-897B6EBBCC7D}">
      <dsp:nvSpPr>
        <dsp:cNvPr id="0" name=""/>
        <dsp:cNvSpPr/>
      </dsp:nvSpPr>
      <dsp:spPr>
        <a:xfrm>
          <a:off x="2880392" y="4844796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4881850"/>
        <a:ext cx="17331" cy="17331"/>
      </dsp:txXfrm>
    </dsp:sp>
    <dsp:sp modelId="{E7448DA2-ABEA-4A21-9757-53D581D7F3FD}">
      <dsp:nvSpPr>
        <dsp:cNvPr id="0" name=""/>
        <dsp:cNvSpPr/>
      </dsp:nvSpPr>
      <dsp:spPr>
        <a:xfrm>
          <a:off x="800554" y="2908963"/>
          <a:ext cx="346639" cy="19815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3319" y="0"/>
              </a:lnTo>
              <a:lnTo>
                <a:pt x="173319" y="1981553"/>
              </a:lnTo>
              <a:lnTo>
                <a:pt x="346639" y="198155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700" kern="1200">
            <a:solidFill>
              <a:schemeClr val="bg1"/>
            </a:solidFill>
          </a:endParaRPr>
        </a:p>
      </dsp:txBody>
      <dsp:txXfrm>
        <a:off x="923583" y="3849448"/>
        <a:ext cx="100582" cy="100582"/>
      </dsp:txXfrm>
    </dsp:sp>
    <dsp:sp modelId="{BDCFE27E-26F6-4FD4-8AE4-8BC51FEBD9BF}">
      <dsp:nvSpPr>
        <dsp:cNvPr id="0" name=""/>
        <dsp:cNvSpPr/>
      </dsp:nvSpPr>
      <dsp:spPr>
        <a:xfrm>
          <a:off x="2880392" y="4184278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4221332"/>
        <a:ext cx="17331" cy="17331"/>
      </dsp:txXfrm>
    </dsp:sp>
    <dsp:sp modelId="{EA21B7AA-9486-4067-B349-50CE4D95F9B9}">
      <dsp:nvSpPr>
        <dsp:cNvPr id="0" name=""/>
        <dsp:cNvSpPr/>
      </dsp:nvSpPr>
      <dsp:spPr>
        <a:xfrm>
          <a:off x="800554" y="2908963"/>
          <a:ext cx="346639" cy="13210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3319" y="0"/>
              </a:lnTo>
              <a:lnTo>
                <a:pt x="173319" y="1321035"/>
              </a:lnTo>
              <a:lnTo>
                <a:pt x="346639" y="132103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939730" y="3535336"/>
        <a:ext cx="68287" cy="68287"/>
      </dsp:txXfrm>
    </dsp:sp>
    <dsp:sp modelId="{23D8B84C-DB91-4AEA-97CC-CAEF5977E10D}">
      <dsp:nvSpPr>
        <dsp:cNvPr id="0" name=""/>
        <dsp:cNvSpPr/>
      </dsp:nvSpPr>
      <dsp:spPr>
        <a:xfrm>
          <a:off x="2880392" y="3523760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3560814"/>
        <a:ext cx="17331" cy="17331"/>
      </dsp:txXfrm>
    </dsp:sp>
    <dsp:sp modelId="{F7C38909-BE07-464E-834D-BDCFBA258100}">
      <dsp:nvSpPr>
        <dsp:cNvPr id="0" name=""/>
        <dsp:cNvSpPr/>
      </dsp:nvSpPr>
      <dsp:spPr>
        <a:xfrm>
          <a:off x="800554" y="2908963"/>
          <a:ext cx="346639" cy="6605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3319" y="0"/>
              </a:lnTo>
              <a:lnTo>
                <a:pt x="173319" y="660517"/>
              </a:lnTo>
              <a:lnTo>
                <a:pt x="346639" y="66051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955225" y="3220573"/>
        <a:ext cx="37297" cy="37297"/>
      </dsp:txXfrm>
    </dsp:sp>
    <dsp:sp modelId="{242DFC76-2C2F-4E5B-A434-3069E266996F}">
      <dsp:nvSpPr>
        <dsp:cNvPr id="0" name=""/>
        <dsp:cNvSpPr/>
      </dsp:nvSpPr>
      <dsp:spPr>
        <a:xfrm>
          <a:off x="2880392" y="2863243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2900297"/>
        <a:ext cx="17331" cy="17331"/>
      </dsp:txXfrm>
    </dsp:sp>
    <dsp:sp modelId="{FE9BAB8F-E46F-4F0B-9F5C-E8662C1E6217}">
      <dsp:nvSpPr>
        <dsp:cNvPr id="0" name=""/>
        <dsp:cNvSpPr/>
      </dsp:nvSpPr>
      <dsp:spPr>
        <a:xfrm>
          <a:off x="800554" y="2863243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965208" y="2900297"/>
        <a:ext cx="17331" cy="17331"/>
      </dsp:txXfrm>
    </dsp:sp>
    <dsp:sp modelId="{8CC5F557-42F1-4B0B-AC0D-0C0CBF6ED1B3}">
      <dsp:nvSpPr>
        <dsp:cNvPr id="0" name=""/>
        <dsp:cNvSpPr/>
      </dsp:nvSpPr>
      <dsp:spPr>
        <a:xfrm>
          <a:off x="2880392" y="2202725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2239779"/>
        <a:ext cx="17331" cy="17331"/>
      </dsp:txXfrm>
    </dsp:sp>
    <dsp:sp modelId="{FA624BE1-9ACC-4E7D-9F6D-BDD9E6D78BF6}">
      <dsp:nvSpPr>
        <dsp:cNvPr id="0" name=""/>
        <dsp:cNvSpPr/>
      </dsp:nvSpPr>
      <dsp:spPr>
        <a:xfrm>
          <a:off x="800554" y="2248445"/>
          <a:ext cx="346639" cy="660517"/>
        </a:xfrm>
        <a:custGeom>
          <a:avLst/>
          <a:gdLst/>
          <a:ahLst/>
          <a:cxnLst/>
          <a:rect l="0" t="0" r="0" b="0"/>
          <a:pathLst>
            <a:path>
              <a:moveTo>
                <a:pt x="0" y="660517"/>
              </a:moveTo>
              <a:lnTo>
                <a:pt x="173319" y="660517"/>
              </a:lnTo>
              <a:lnTo>
                <a:pt x="173319" y="0"/>
              </a:lnTo>
              <a:lnTo>
                <a:pt x="34663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955225" y="2560055"/>
        <a:ext cx="37297" cy="37297"/>
      </dsp:txXfrm>
    </dsp:sp>
    <dsp:sp modelId="{B2B4A0BD-CC93-4FCA-BF75-A830AFB73DEC}">
      <dsp:nvSpPr>
        <dsp:cNvPr id="0" name=""/>
        <dsp:cNvSpPr/>
      </dsp:nvSpPr>
      <dsp:spPr>
        <a:xfrm>
          <a:off x="2880392" y="1542207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1579261"/>
        <a:ext cx="17331" cy="17331"/>
      </dsp:txXfrm>
    </dsp:sp>
    <dsp:sp modelId="{E43A60A7-9DDF-42B2-A812-4D4F0F75076B}">
      <dsp:nvSpPr>
        <dsp:cNvPr id="0" name=""/>
        <dsp:cNvSpPr/>
      </dsp:nvSpPr>
      <dsp:spPr>
        <a:xfrm>
          <a:off x="800554" y="1587927"/>
          <a:ext cx="346639" cy="1321035"/>
        </a:xfrm>
        <a:custGeom>
          <a:avLst/>
          <a:gdLst/>
          <a:ahLst/>
          <a:cxnLst/>
          <a:rect l="0" t="0" r="0" b="0"/>
          <a:pathLst>
            <a:path>
              <a:moveTo>
                <a:pt x="0" y="1321035"/>
              </a:moveTo>
              <a:lnTo>
                <a:pt x="173319" y="1321035"/>
              </a:lnTo>
              <a:lnTo>
                <a:pt x="173319" y="0"/>
              </a:lnTo>
              <a:lnTo>
                <a:pt x="34663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939730" y="2214301"/>
        <a:ext cx="68287" cy="68287"/>
      </dsp:txXfrm>
    </dsp:sp>
    <dsp:sp modelId="{AED007FA-37FB-4F86-89CC-6C075822185A}">
      <dsp:nvSpPr>
        <dsp:cNvPr id="0" name=""/>
        <dsp:cNvSpPr/>
      </dsp:nvSpPr>
      <dsp:spPr>
        <a:xfrm>
          <a:off x="2880392" y="881689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918743"/>
        <a:ext cx="17331" cy="17331"/>
      </dsp:txXfrm>
    </dsp:sp>
    <dsp:sp modelId="{F31F3F23-7C72-452A-ADC8-1CB2C7B14B46}">
      <dsp:nvSpPr>
        <dsp:cNvPr id="0" name=""/>
        <dsp:cNvSpPr/>
      </dsp:nvSpPr>
      <dsp:spPr>
        <a:xfrm>
          <a:off x="800554" y="927409"/>
          <a:ext cx="346639" cy="1981553"/>
        </a:xfrm>
        <a:custGeom>
          <a:avLst/>
          <a:gdLst/>
          <a:ahLst/>
          <a:cxnLst/>
          <a:rect l="0" t="0" r="0" b="0"/>
          <a:pathLst>
            <a:path>
              <a:moveTo>
                <a:pt x="0" y="1981553"/>
              </a:moveTo>
              <a:lnTo>
                <a:pt x="173319" y="1981553"/>
              </a:lnTo>
              <a:lnTo>
                <a:pt x="173319" y="0"/>
              </a:lnTo>
              <a:lnTo>
                <a:pt x="34663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700" kern="1200">
            <a:solidFill>
              <a:schemeClr val="bg1"/>
            </a:solidFill>
          </a:endParaRPr>
        </a:p>
      </dsp:txBody>
      <dsp:txXfrm>
        <a:off x="923583" y="1867895"/>
        <a:ext cx="100582" cy="100582"/>
      </dsp:txXfrm>
    </dsp:sp>
    <dsp:sp modelId="{4B05A99A-E246-46F2-AB3A-026B7D4A2E61}">
      <dsp:nvSpPr>
        <dsp:cNvPr id="0" name=""/>
        <dsp:cNvSpPr/>
      </dsp:nvSpPr>
      <dsp:spPr>
        <a:xfrm>
          <a:off x="2880392" y="221171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258225"/>
        <a:ext cx="17331" cy="17331"/>
      </dsp:txXfrm>
    </dsp:sp>
    <dsp:sp modelId="{92090F43-5B4E-4749-BCAA-CA724B1D4710}">
      <dsp:nvSpPr>
        <dsp:cNvPr id="0" name=""/>
        <dsp:cNvSpPr/>
      </dsp:nvSpPr>
      <dsp:spPr>
        <a:xfrm>
          <a:off x="800554" y="266891"/>
          <a:ext cx="346639" cy="2642071"/>
        </a:xfrm>
        <a:custGeom>
          <a:avLst/>
          <a:gdLst/>
          <a:ahLst/>
          <a:cxnLst/>
          <a:rect l="0" t="0" r="0" b="0"/>
          <a:pathLst>
            <a:path>
              <a:moveTo>
                <a:pt x="0" y="2642071"/>
              </a:moveTo>
              <a:lnTo>
                <a:pt x="173319" y="2642071"/>
              </a:lnTo>
              <a:lnTo>
                <a:pt x="173319" y="0"/>
              </a:lnTo>
              <a:lnTo>
                <a:pt x="34663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>
            <a:solidFill>
              <a:schemeClr val="bg1"/>
            </a:solidFill>
          </a:endParaRPr>
        </a:p>
      </dsp:txBody>
      <dsp:txXfrm>
        <a:off x="907256" y="1521309"/>
        <a:ext cx="133235" cy="133235"/>
      </dsp:txXfrm>
    </dsp:sp>
    <dsp:sp modelId="{1A8C8775-11A9-4910-9DB9-4ADDC072442C}">
      <dsp:nvSpPr>
        <dsp:cNvPr id="0" name=""/>
        <dsp:cNvSpPr/>
      </dsp:nvSpPr>
      <dsp:spPr>
        <a:xfrm rot="16200000">
          <a:off x="-854216" y="2644755"/>
          <a:ext cx="2781127" cy="5284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400" kern="1200">
              <a:solidFill>
                <a:schemeClr val="bg1"/>
              </a:solidFill>
            </a:rPr>
            <a:t>Tenencia</a:t>
          </a:r>
          <a:endParaRPr lang="es-EC" sz="3400" kern="1200" dirty="0">
            <a:solidFill>
              <a:schemeClr val="bg1"/>
            </a:solidFill>
          </a:endParaRPr>
        </a:p>
      </dsp:txBody>
      <dsp:txXfrm>
        <a:off x="-854216" y="2644755"/>
        <a:ext cx="2781127" cy="528414"/>
      </dsp:txXfrm>
    </dsp:sp>
    <dsp:sp modelId="{B2ADA6F2-50C6-4A88-AAA9-37F38027290A}">
      <dsp:nvSpPr>
        <dsp:cNvPr id="0" name=""/>
        <dsp:cNvSpPr/>
      </dsp:nvSpPr>
      <dsp:spPr>
        <a:xfrm>
          <a:off x="1147194" y="2684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Cuentas</a:t>
          </a:r>
        </a:p>
      </dsp:txBody>
      <dsp:txXfrm>
        <a:off x="1147194" y="2684"/>
        <a:ext cx="1733198" cy="528414"/>
      </dsp:txXfrm>
    </dsp:sp>
    <dsp:sp modelId="{A4C45FEA-92CF-410A-BAE6-F2E78B0126BC}">
      <dsp:nvSpPr>
        <dsp:cNvPr id="0" name=""/>
        <dsp:cNvSpPr/>
      </dsp:nvSpPr>
      <dsp:spPr>
        <a:xfrm>
          <a:off x="3227032" y="2684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2684"/>
        <a:ext cx="735292" cy="528414"/>
      </dsp:txXfrm>
    </dsp:sp>
    <dsp:sp modelId="{8F7C36BE-E589-4461-8F16-778807C0B166}">
      <dsp:nvSpPr>
        <dsp:cNvPr id="0" name=""/>
        <dsp:cNvSpPr/>
      </dsp:nvSpPr>
      <dsp:spPr>
        <a:xfrm>
          <a:off x="1147194" y="663202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Tarjetas</a:t>
          </a:r>
        </a:p>
      </dsp:txBody>
      <dsp:txXfrm>
        <a:off x="1147194" y="663202"/>
        <a:ext cx="1733198" cy="528414"/>
      </dsp:txXfrm>
    </dsp:sp>
    <dsp:sp modelId="{1940D8D1-D8D2-44B3-97F1-1DE66184A9F5}">
      <dsp:nvSpPr>
        <dsp:cNvPr id="0" name=""/>
        <dsp:cNvSpPr/>
      </dsp:nvSpPr>
      <dsp:spPr>
        <a:xfrm>
          <a:off x="3227032" y="663202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663202"/>
        <a:ext cx="735292" cy="528414"/>
      </dsp:txXfrm>
    </dsp:sp>
    <dsp:sp modelId="{32ACC1F6-D5B9-4CEA-991A-2E04658BD206}">
      <dsp:nvSpPr>
        <dsp:cNvPr id="0" name=""/>
        <dsp:cNvSpPr/>
      </dsp:nvSpPr>
      <dsp:spPr>
        <a:xfrm>
          <a:off x="1147194" y="1323720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Seguros / Asistencia</a:t>
          </a:r>
        </a:p>
      </dsp:txBody>
      <dsp:txXfrm>
        <a:off x="1147194" y="1323720"/>
        <a:ext cx="1733198" cy="528414"/>
      </dsp:txXfrm>
    </dsp:sp>
    <dsp:sp modelId="{628A2A3E-5D89-4597-B4EF-9A03E6CD111F}">
      <dsp:nvSpPr>
        <dsp:cNvPr id="0" name=""/>
        <dsp:cNvSpPr/>
      </dsp:nvSpPr>
      <dsp:spPr>
        <a:xfrm>
          <a:off x="3227032" y="1323720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1323720"/>
        <a:ext cx="735292" cy="528414"/>
      </dsp:txXfrm>
    </dsp:sp>
    <dsp:sp modelId="{BEDCAB73-F473-4593-A1D1-34DA9B04C965}">
      <dsp:nvSpPr>
        <dsp:cNvPr id="0" name=""/>
        <dsp:cNvSpPr/>
      </dsp:nvSpPr>
      <dsp:spPr>
        <a:xfrm>
          <a:off x="1147194" y="1984238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Crédito</a:t>
          </a:r>
        </a:p>
      </dsp:txBody>
      <dsp:txXfrm>
        <a:off x="1147194" y="1984238"/>
        <a:ext cx="1733198" cy="528414"/>
      </dsp:txXfrm>
    </dsp:sp>
    <dsp:sp modelId="{BF0809FD-2D3B-44DC-9B5F-F7279B419970}">
      <dsp:nvSpPr>
        <dsp:cNvPr id="0" name=""/>
        <dsp:cNvSpPr/>
      </dsp:nvSpPr>
      <dsp:spPr>
        <a:xfrm>
          <a:off x="3227032" y="1984238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1984238"/>
        <a:ext cx="735292" cy="528414"/>
      </dsp:txXfrm>
    </dsp:sp>
    <dsp:sp modelId="{DAE82DBF-0D60-41F0-896E-3650DCF6B75A}">
      <dsp:nvSpPr>
        <dsp:cNvPr id="0" name=""/>
        <dsp:cNvSpPr/>
      </dsp:nvSpPr>
      <dsp:spPr>
        <a:xfrm>
          <a:off x="1147194" y="2644755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Póliza</a:t>
          </a:r>
        </a:p>
      </dsp:txBody>
      <dsp:txXfrm>
        <a:off x="1147194" y="2644755"/>
        <a:ext cx="1733198" cy="528414"/>
      </dsp:txXfrm>
    </dsp:sp>
    <dsp:sp modelId="{28608C39-3F6E-4FF4-B46E-25405EEBF80D}">
      <dsp:nvSpPr>
        <dsp:cNvPr id="0" name=""/>
        <dsp:cNvSpPr/>
      </dsp:nvSpPr>
      <dsp:spPr>
        <a:xfrm>
          <a:off x="3227032" y="2644755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2644755"/>
        <a:ext cx="735292" cy="528414"/>
      </dsp:txXfrm>
    </dsp:sp>
    <dsp:sp modelId="{FDF91A2A-2A66-4C6C-A86A-CDF4326DA8EE}">
      <dsp:nvSpPr>
        <dsp:cNvPr id="0" name=""/>
        <dsp:cNvSpPr/>
      </dsp:nvSpPr>
      <dsp:spPr>
        <a:xfrm>
          <a:off x="1147194" y="3305273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Ahorro Meta</a:t>
          </a:r>
        </a:p>
      </dsp:txBody>
      <dsp:txXfrm>
        <a:off x="1147194" y="3305273"/>
        <a:ext cx="1733198" cy="528414"/>
      </dsp:txXfrm>
    </dsp:sp>
    <dsp:sp modelId="{90A1B84C-1E56-49A9-89CD-6FECF2BA6A56}">
      <dsp:nvSpPr>
        <dsp:cNvPr id="0" name=""/>
        <dsp:cNvSpPr/>
      </dsp:nvSpPr>
      <dsp:spPr>
        <a:xfrm>
          <a:off x="3227032" y="3305273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1</a:t>
          </a:r>
        </a:p>
      </dsp:txBody>
      <dsp:txXfrm>
        <a:off x="3227032" y="3305273"/>
        <a:ext cx="735292" cy="528414"/>
      </dsp:txXfrm>
    </dsp:sp>
    <dsp:sp modelId="{C3BAA938-E657-4B3A-9C99-A24D140B8CBB}">
      <dsp:nvSpPr>
        <dsp:cNvPr id="0" name=""/>
        <dsp:cNvSpPr/>
      </dsp:nvSpPr>
      <dsp:spPr>
        <a:xfrm>
          <a:off x="1147194" y="3965791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Hipotecario</a:t>
          </a:r>
        </a:p>
      </dsp:txBody>
      <dsp:txXfrm>
        <a:off x="1147194" y="3965791"/>
        <a:ext cx="1733198" cy="528414"/>
      </dsp:txXfrm>
    </dsp:sp>
    <dsp:sp modelId="{F8F523A0-50B5-49B0-870A-BBD6A436C9F3}">
      <dsp:nvSpPr>
        <dsp:cNvPr id="0" name=""/>
        <dsp:cNvSpPr/>
      </dsp:nvSpPr>
      <dsp:spPr>
        <a:xfrm>
          <a:off x="3227032" y="3965791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3965791"/>
        <a:ext cx="735292" cy="528414"/>
      </dsp:txXfrm>
    </dsp:sp>
    <dsp:sp modelId="{F79FB1EC-FF45-40C7-BCB6-021087AEF7A4}">
      <dsp:nvSpPr>
        <dsp:cNvPr id="0" name=""/>
        <dsp:cNvSpPr/>
      </dsp:nvSpPr>
      <dsp:spPr>
        <a:xfrm>
          <a:off x="1147194" y="4626309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Auto</a:t>
          </a:r>
        </a:p>
      </dsp:txBody>
      <dsp:txXfrm>
        <a:off x="1147194" y="4626309"/>
        <a:ext cx="1733198" cy="528414"/>
      </dsp:txXfrm>
    </dsp:sp>
    <dsp:sp modelId="{676AE3D0-5F4C-4EE7-B7E9-D1E6FBA3729D}">
      <dsp:nvSpPr>
        <dsp:cNvPr id="0" name=""/>
        <dsp:cNvSpPr/>
      </dsp:nvSpPr>
      <dsp:spPr>
        <a:xfrm>
          <a:off x="3227032" y="4626309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4626309"/>
        <a:ext cx="735292" cy="528414"/>
      </dsp:txXfrm>
    </dsp:sp>
    <dsp:sp modelId="{93341C07-B5F1-4CC7-BB14-0920D0E784AE}">
      <dsp:nvSpPr>
        <dsp:cNvPr id="0" name=""/>
        <dsp:cNvSpPr/>
      </dsp:nvSpPr>
      <dsp:spPr>
        <a:xfrm>
          <a:off x="1147194" y="5286827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Banca Virtual / Banca Virtual Empresa</a:t>
          </a:r>
        </a:p>
      </dsp:txBody>
      <dsp:txXfrm>
        <a:off x="1147194" y="5286827"/>
        <a:ext cx="1733198" cy="528414"/>
      </dsp:txXfrm>
    </dsp:sp>
    <dsp:sp modelId="{64157383-8302-466E-B954-AC5434009D24}">
      <dsp:nvSpPr>
        <dsp:cNvPr id="0" name=""/>
        <dsp:cNvSpPr/>
      </dsp:nvSpPr>
      <dsp:spPr>
        <a:xfrm>
          <a:off x="3227032" y="5286827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5286827"/>
        <a:ext cx="735292" cy="5284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E187A-7BFB-4E86-8920-897B6EBBCC7D}">
      <dsp:nvSpPr>
        <dsp:cNvPr id="0" name=""/>
        <dsp:cNvSpPr/>
      </dsp:nvSpPr>
      <dsp:spPr>
        <a:xfrm>
          <a:off x="2977834" y="5470230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5506178"/>
        <a:ext cx="19544" cy="19544"/>
      </dsp:txXfrm>
    </dsp:sp>
    <dsp:sp modelId="{E7448DA2-ABEA-4A21-9757-53D581D7F3FD}">
      <dsp:nvSpPr>
        <dsp:cNvPr id="0" name=""/>
        <dsp:cNvSpPr/>
      </dsp:nvSpPr>
      <dsp:spPr>
        <a:xfrm>
          <a:off x="632439" y="2908963"/>
          <a:ext cx="390899" cy="26069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449" y="0"/>
              </a:lnTo>
              <a:lnTo>
                <a:pt x="195449" y="2606987"/>
              </a:lnTo>
              <a:lnTo>
                <a:pt x="390899" y="260698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>
            <a:solidFill>
              <a:schemeClr val="bg1"/>
            </a:solidFill>
          </a:endParaRPr>
        </a:p>
      </dsp:txBody>
      <dsp:txXfrm>
        <a:off x="761985" y="4146553"/>
        <a:ext cx="131806" cy="131806"/>
      </dsp:txXfrm>
    </dsp:sp>
    <dsp:sp modelId="{BDCFE27E-26F6-4FD4-8AE4-8BC51FEBD9BF}">
      <dsp:nvSpPr>
        <dsp:cNvPr id="0" name=""/>
        <dsp:cNvSpPr/>
      </dsp:nvSpPr>
      <dsp:spPr>
        <a:xfrm>
          <a:off x="2977834" y="4725377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4761324"/>
        <a:ext cx="19544" cy="19544"/>
      </dsp:txXfrm>
    </dsp:sp>
    <dsp:sp modelId="{EA21B7AA-9486-4067-B349-50CE4D95F9B9}">
      <dsp:nvSpPr>
        <dsp:cNvPr id="0" name=""/>
        <dsp:cNvSpPr/>
      </dsp:nvSpPr>
      <dsp:spPr>
        <a:xfrm>
          <a:off x="632439" y="2908963"/>
          <a:ext cx="390899" cy="1862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449" y="0"/>
              </a:lnTo>
              <a:lnTo>
                <a:pt x="195449" y="1862134"/>
              </a:lnTo>
              <a:lnTo>
                <a:pt x="390899" y="186213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600" kern="1200">
            <a:solidFill>
              <a:schemeClr val="bg1"/>
            </a:solidFill>
          </a:endParaRPr>
        </a:p>
      </dsp:txBody>
      <dsp:txXfrm>
        <a:off x="780320" y="3792462"/>
        <a:ext cx="95136" cy="95136"/>
      </dsp:txXfrm>
    </dsp:sp>
    <dsp:sp modelId="{23D8B84C-DB91-4AEA-97CC-CAEF5977E10D}">
      <dsp:nvSpPr>
        <dsp:cNvPr id="0" name=""/>
        <dsp:cNvSpPr/>
      </dsp:nvSpPr>
      <dsp:spPr>
        <a:xfrm>
          <a:off x="2977834" y="3980523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4016470"/>
        <a:ext cx="19544" cy="19544"/>
      </dsp:txXfrm>
    </dsp:sp>
    <dsp:sp modelId="{F7C38909-BE07-464E-834D-BDCFBA258100}">
      <dsp:nvSpPr>
        <dsp:cNvPr id="0" name=""/>
        <dsp:cNvSpPr/>
      </dsp:nvSpPr>
      <dsp:spPr>
        <a:xfrm>
          <a:off x="632439" y="2908963"/>
          <a:ext cx="390899" cy="1117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449" y="0"/>
              </a:lnTo>
              <a:lnTo>
                <a:pt x="195449" y="1117280"/>
              </a:lnTo>
              <a:lnTo>
                <a:pt x="390899" y="111728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798296" y="3438011"/>
        <a:ext cx="59184" cy="59184"/>
      </dsp:txXfrm>
    </dsp:sp>
    <dsp:sp modelId="{242DFC76-2C2F-4E5B-A434-3069E266996F}">
      <dsp:nvSpPr>
        <dsp:cNvPr id="0" name=""/>
        <dsp:cNvSpPr/>
      </dsp:nvSpPr>
      <dsp:spPr>
        <a:xfrm>
          <a:off x="2977834" y="3235669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3271617"/>
        <a:ext cx="19544" cy="19544"/>
      </dsp:txXfrm>
    </dsp:sp>
    <dsp:sp modelId="{FE9BAB8F-E46F-4F0B-9F5C-E8662C1E6217}">
      <dsp:nvSpPr>
        <dsp:cNvPr id="0" name=""/>
        <dsp:cNvSpPr/>
      </dsp:nvSpPr>
      <dsp:spPr>
        <a:xfrm>
          <a:off x="632439" y="2908963"/>
          <a:ext cx="390899" cy="3724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449" y="0"/>
              </a:lnTo>
              <a:lnTo>
                <a:pt x="195449" y="372426"/>
              </a:lnTo>
              <a:lnTo>
                <a:pt x="390899" y="37242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814390" y="3081678"/>
        <a:ext cx="26995" cy="26995"/>
      </dsp:txXfrm>
    </dsp:sp>
    <dsp:sp modelId="{8CC5F557-42F1-4B0B-AC0D-0C0CBF6ED1B3}">
      <dsp:nvSpPr>
        <dsp:cNvPr id="0" name=""/>
        <dsp:cNvSpPr/>
      </dsp:nvSpPr>
      <dsp:spPr>
        <a:xfrm>
          <a:off x="2977834" y="2490816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2526763"/>
        <a:ext cx="19544" cy="19544"/>
      </dsp:txXfrm>
    </dsp:sp>
    <dsp:sp modelId="{FA624BE1-9ACC-4E7D-9F6D-BDD9E6D78BF6}">
      <dsp:nvSpPr>
        <dsp:cNvPr id="0" name=""/>
        <dsp:cNvSpPr/>
      </dsp:nvSpPr>
      <dsp:spPr>
        <a:xfrm>
          <a:off x="632439" y="2536536"/>
          <a:ext cx="390899" cy="372426"/>
        </a:xfrm>
        <a:custGeom>
          <a:avLst/>
          <a:gdLst/>
          <a:ahLst/>
          <a:cxnLst/>
          <a:rect l="0" t="0" r="0" b="0"/>
          <a:pathLst>
            <a:path>
              <a:moveTo>
                <a:pt x="0" y="372426"/>
              </a:moveTo>
              <a:lnTo>
                <a:pt x="195449" y="372426"/>
              </a:lnTo>
              <a:lnTo>
                <a:pt x="195449" y="0"/>
              </a:lnTo>
              <a:lnTo>
                <a:pt x="3908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814390" y="2709251"/>
        <a:ext cx="26995" cy="26995"/>
      </dsp:txXfrm>
    </dsp:sp>
    <dsp:sp modelId="{B2B4A0BD-CC93-4FCA-BF75-A830AFB73DEC}">
      <dsp:nvSpPr>
        <dsp:cNvPr id="0" name=""/>
        <dsp:cNvSpPr/>
      </dsp:nvSpPr>
      <dsp:spPr>
        <a:xfrm>
          <a:off x="2977834" y="1745962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1781910"/>
        <a:ext cx="19544" cy="19544"/>
      </dsp:txXfrm>
    </dsp:sp>
    <dsp:sp modelId="{E43A60A7-9DDF-42B2-A812-4D4F0F75076B}">
      <dsp:nvSpPr>
        <dsp:cNvPr id="0" name=""/>
        <dsp:cNvSpPr/>
      </dsp:nvSpPr>
      <dsp:spPr>
        <a:xfrm>
          <a:off x="632439" y="1791682"/>
          <a:ext cx="390899" cy="1117280"/>
        </a:xfrm>
        <a:custGeom>
          <a:avLst/>
          <a:gdLst/>
          <a:ahLst/>
          <a:cxnLst/>
          <a:rect l="0" t="0" r="0" b="0"/>
          <a:pathLst>
            <a:path>
              <a:moveTo>
                <a:pt x="0" y="1117280"/>
              </a:moveTo>
              <a:lnTo>
                <a:pt x="195449" y="1117280"/>
              </a:lnTo>
              <a:lnTo>
                <a:pt x="195449" y="0"/>
              </a:lnTo>
              <a:lnTo>
                <a:pt x="3908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798296" y="2320730"/>
        <a:ext cx="59184" cy="59184"/>
      </dsp:txXfrm>
    </dsp:sp>
    <dsp:sp modelId="{AED007FA-37FB-4F86-89CC-6C075822185A}">
      <dsp:nvSpPr>
        <dsp:cNvPr id="0" name=""/>
        <dsp:cNvSpPr/>
      </dsp:nvSpPr>
      <dsp:spPr>
        <a:xfrm>
          <a:off x="2977834" y="1001108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1037056"/>
        <a:ext cx="19544" cy="19544"/>
      </dsp:txXfrm>
    </dsp:sp>
    <dsp:sp modelId="{F31F3F23-7C72-452A-ADC8-1CB2C7B14B46}">
      <dsp:nvSpPr>
        <dsp:cNvPr id="0" name=""/>
        <dsp:cNvSpPr/>
      </dsp:nvSpPr>
      <dsp:spPr>
        <a:xfrm>
          <a:off x="632439" y="1046828"/>
          <a:ext cx="390899" cy="1862134"/>
        </a:xfrm>
        <a:custGeom>
          <a:avLst/>
          <a:gdLst/>
          <a:ahLst/>
          <a:cxnLst/>
          <a:rect l="0" t="0" r="0" b="0"/>
          <a:pathLst>
            <a:path>
              <a:moveTo>
                <a:pt x="0" y="1862134"/>
              </a:moveTo>
              <a:lnTo>
                <a:pt x="195449" y="1862134"/>
              </a:lnTo>
              <a:lnTo>
                <a:pt x="195449" y="0"/>
              </a:lnTo>
              <a:lnTo>
                <a:pt x="3908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600" kern="1200">
            <a:solidFill>
              <a:schemeClr val="bg1"/>
            </a:solidFill>
          </a:endParaRPr>
        </a:p>
      </dsp:txBody>
      <dsp:txXfrm>
        <a:off x="780320" y="1930327"/>
        <a:ext cx="95136" cy="95136"/>
      </dsp:txXfrm>
    </dsp:sp>
    <dsp:sp modelId="{4B05A99A-E246-46F2-AB3A-026B7D4A2E61}">
      <dsp:nvSpPr>
        <dsp:cNvPr id="0" name=""/>
        <dsp:cNvSpPr/>
      </dsp:nvSpPr>
      <dsp:spPr>
        <a:xfrm>
          <a:off x="2977834" y="256255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292202"/>
        <a:ext cx="19544" cy="19544"/>
      </dsp:txXfrm>
    </dsp:sp>
    <dsp:sp modelId="{92090F43-5B4E-4749-BCAA-CA724B1D4710}">
      <dsp:nvSpPr>
        <dsp:cNvPr id="0" name=""/>
        <dsp:cNvSpPr/>
      </dsp:nvSpPr>
      <dsp:spPr>
        <a:xfrm>
          <a:off x="632439" y="301975"/>
          <a:ext cx="390899" cy="2606987"/>
        </a:xfrm>
        <a:custGeom>
          <a:avLst/>
          <a:gdLst/>
          <a:ahLst/>
          <a:cxnLst/>
          <a:rect l="0" t="0" r="0" b="0"/>
          <a:pathLst>
            <a:path>
              <a:moveTo>
                <a:pt x="0" y="2606987"/>
              </a:moveTo>
              <a:lnTo>
                <a:pt x="195449" y="2606987"/>
              </a:lnTo>
              <a:lnTo>
                <a:pt x="195449" y="0"/>
              </a:lnTo>
              <a:lnTo>
                <a:pt x="3908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>
            <a:solidFill>
              <a:schemeClr val="bg1"/>
            </a:solidFill>
          </a:endParaRPr>
        </a:p>
      </dsp:txBody>
      <dsp:txXfrm>
        <a:off x="761985" y="1539565"/>
        <a:ext cx="131806" cy="131806"/>
      </dsp:txXfrm>
    </dsp:sp>
    <dsp:sp modelId="{1A8C8775-11A9-4910-9DB9-4ADDC072442C}">
      <dsp:nvSpPr>
        <dsp:cNvPr id="0" name=""/>
        <dsp:cNvSpPr/>
      </dsp:nvSpPr>
      <dsp:spPr>
        <a:xfrm rot="16200000">
          <a:off x="-1233615" y="2611021"/>
          <a:ext cx="3136225" cy="59588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900" kern="1200">
              <a:solidFill>
                <a:schemeClr val="bg1"/>
              </a:solidFill>
            </a:rPr>
            <a:t>Tenencia</a:t>
          </a:r>
          <a:endParaRPr lang="es-EC" sz="3900" kern="1200" dirty="0">
            <a:solidFill>
              <a:schemeClr val="bg1"/>
            </a:solidFill>
          </a:endParaRPr>
        </a:p>
      </dsp:txBody>
      <dsp:txXfrm>
        <a:off x="-1233615" y="2611021"/>
        <a:ext cx="3136225" cy="595882"/>
      </dsp:txXfrm>
    </dsp:sp>
    <dsp:sp modelId="{B2ADA6F2-50C6-4A88-AAA9-37F38027290A}">
      <dsp:nvSpPr>
        <dsp:cNvPr id="0" name=""/>
        <dsp:cNvSpPr/>
      </dsp:nvSpPr>
      <dsp:spPr>
        <a:xfrm>
          <a:off x="1023338" y="4033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Cuentas</a:t>
          </a:r>
        </a:p>
      </dsp:txBody>
      <dsp:txXfrm>
        <a:off x="1023338" y="4033"/>
        <a:ext cx="1954495" cy="595882"/>
      </dsp:txXfrm>
    </dsp:sp>
    <dsp:sp modelId="{A4C45FEA-92CF-410A-BAE6-F2E78B0126BC}">
      <dsp:nvSpPr>
        <dsp:cNvPr id="0" name=""/>
        <dsp:cNvSpPr/>
      </dsp:nvSpPr>
      <dsp:spPr>
        <a:xfrm>
          <a:off x="3368733" y="4033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4033"/>
        <a:ext cx="829175" cy="595882"/>
      </dsp:txXfrm>
    </dsp:sp>
    <dsp:sp modelId="{8F7C36BE-E589-4461-8F16-778807C0B166}">
      <dsp:nvSpPr>
        <dsp:cNvPr id="0" name=""/>
        <dsp:cNvSpPr/>
      </dsp:nvSpPr>
      <dsp:spPr>
        <a:xfrm>
          <a:off x="1023338" y="748887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Tarjetas</a:t>
          </a:r>
        </a:p>
      </dsp:txBody>
      <dsp:txXfrm>
        <a:off x="1023338" y="748887"/>
        <a:ext cx="1954495" cy="595882"/>
      </dsp:txXfrm>
    </dsp:sp>
    <dsp:sp modelId="{1940D8D1-D8D2-44B3-97F1-1DE66184A9F5}">
      <dsp:nvSpPr>
        <dsp:cNvPr id="0" name=""/>
        <dsp:cNvSpPr/>
      </dsp:nvSpPr>
      <dsp:spPr>
        <a:xfrm>
          <a:off x="3368733" y="748887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748887"/>
        <a:ext cx="829175" cy="595882"/>
      </dsp:txXfrm>
    </dsp:sp>
    <dsp:sp modelId="{32ACC1F6-D5B9-4CEA-991A-2E04658BD206}">
      <dsp:nvSpPr>
        <dsp:cNvPr id="0" name=""/>
        <dsp:cNvSpPr/>
      </dsp:nvSpPr>
      <dsp:spPr>
        <a:xfrm>
          <a:off x="1023338" y="1493741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Seguros / Asistencia</a:t>
          </a:r>
        </a:p>
      </dsp:txBody>
      <dsp:txXfrm>
        <a:off x="1023338" y="1493741"/>
        <a:ext cx="1954495" cy="595882"/>
      </dsp:txXfrm>
    </dsp:sp>
    <dsp:sp modelId="{628A2A3E-5D89-4597-B4EF-9A03E6CD111F}">
      <dsp:nvSpPr>
        <dsp:cNvPr id="0" name=""/>
        <dsp:cNvSpPr/>
      </dsp:nvSpPr>
      <dsp:spPr>
        <a:xfrm>
          <a:off x="3368733" y="1493741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1493741"/>
        <a:ext cx="829175" cy="595882"/>
      </dsp:txXfrm>
    </dsp:sp>
    <dsp:sp modelId="{BEDCAB73-F473-4593-A1D1-34DA9B04C965}">
      <dsp:nvSpPr>
        <dsp:cNvPr id="0" name=""/>
        <dsp:cNvSpPr/>
      </dsp:nvSpPr>
      <dsp:spPr>
        <a:xfrm>
          <a:off x="1023338" y="2238594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Crédito</a:t>
          </a:r>
        </a:p>
      </dsp:txBody>
      <dsp:txXfrm>
        <a:off x="1023338" y="2238594"/>
        <a:ext cx="1954495" cy="595882"/>
      </dsp:txXfrm>
    </dsp:sp>
    <dsp:sp modelId="{BF0809FD-2D3B-44DC-9B5F-F7279B419970}">
      <dsp:nvSpPr>
        <dsp:cNvPr id="0" name=""/>
        <dsp:cNvSpPr/>
      </dsp:nvSpPr>
      <dsp:spPr>
        <a:xfrm>
          <a:off x="3368733" y="2238594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2238594"/>
        <a:ext cx="829175" cy="595882"/>
      </dsp:txXfrm>
    </dsp:sp>
    <dsp:sp modelId="{DAE82DBF-0D60-41F0-896E-3650DCF6B75A}">
      <dsp:nvSpPr>
        <dsp:cNvPr id="0" name=""/>
        <dsp:cNvSpPr/>
      </dsp:nvSpPr>
      <dsp:spPr>
        <a:xfrm>
          <a:off x="1023338" y="2983448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Póliza</a:t>
          </a:r>
        </a:p>
      </dsp:txBody>
      <dsp:txXfrm>
        <a:off x="1023338" y="2983448"/>
        <a:ext cx="1954495" cy="595882"/>
      </dsp:txXfrm>
    </dsp:sp>
    <dsp:sp modelId="{28608C39-3F6E-4FF4-B46E-25405EEBF80D}">
      <dsp:nvSpPr>
        <dsp:cNvPr id="0" name=""/>
        <dsp:cNvSpPr/>
      </dsp:nvSpPr>
      <dsp:spPr>
        <a:xfrm>
          <a:off x="3368733" y="2983448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2983448"/>
        <a:ext cx="829175" cy="595882"/>
      </dsp:txXfrm>
    </dsp:sp>
    <dsp:sp modelId="{FDF91A2A-2A66-4C6C-A86A-CDF4326DA8EE}">
      <dsp:nvSpPr>
        <dsp:cNvPr id="0" name=""/>
        <dsp:cNvSpPr/>
      </dsp:nvSpPr>
      <dsp:spPr>
        <a:xfrm>
          <a:off x="1023338" y="3728301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Ahorro Meta</a:t>
          </a:r>
        </a:p>
      </dsp:txBody>
      <dsp:txXfrm>
        <a:off x="1023338" y="3728301"/>
        <a:ext cx="1954495" cy="595882"/>
      </dsp:txXfrm>
    </dsp:sp>
    <dsp:sp modelId="{90A1B84C-1E56-49A9-89CD-6FECF2BA6A56}">
      <dsp:nvSpPr>
        <dsp:cNvPr id="0" name=""/>
        <dsp:cNvSpPr/>
      </dsp:nvSpPr>
      <dsp:spPr>
        <a:xfrm>
          <a:off x="3368733" y="3728301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1</a:t>
          </a:r>
        </a:p>
      </dsp:txBody>
      <dsp:txXfrm>
        <a:off x="3368733" y="3728301"/>
        <a:ext cx="829175" cy="595882"/>
      </dsp:txXfrm>
    </dsp:sp>
    <dsp:sp modelId="{C3BAA938-E657-4B3A-9C99-A24D140B8CBB}">
      <dsp:nvSpPr>
        <dsp:cNvPr id="0" name=""/>
        <dsp:cNvSpPr/>
      </dsp:nvSpPr>
      <dsp:spPr>
        <a:xfrm>
          <a:off x="1023338" y="4473155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Hipotecario</a:t>
          </a:r>
        </a:p>
      </dsp:txBody>
      <dsp:txXfrm>
        <a:off x="1023338" y="4473155"/>
        <a:ext cx="1954495" cy="595882"/>
      </dsp:txXfrm>
    </dsp:sp>
    <dsp:sp modelId="{F8F523A0-50B5-49B0-870A-BBD6A436C9F3}">
      <dsp:nvSpPr>
        <dsp:cNvPr id="0" name=""/>
        <dsp:cNvSpPr/>
      </dsp:nvSpPr>
      <dsp:spPr>
        <a:xfrm>
          <a:off x="3368733" y="4473155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4473155"/>
        <a:ext cx="829175" cy="595882"/>
      </dsp:txXfrm>
    </dsp:sp>
    <dsp:sp modelId="{F79FB1EC-FF45-40C7-BCB6-021087AEF7A4}">
      <dsp:nvSpPr>
        <dsp:cNvPr id="0" name=""/>
        <dsp:cNvSpPr/>
      </dsp:nvSpPr>
      <dsp:spPr>
        <a:xfrm>
          <a:off x="1023338" y="5218009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Auto</a:t>
          </a:r>
        </a:p>
      </dsp:txBody>
      <dsp:txXfrm>
        <a:off x="1023338" y="5218009"/>
        <a:ext cx="1954495" cy="595882"/>
      </dsp:txXfrm>
    </dsp:sp>
    <dsp:sp modelId="{676AE3D0-5F4C-4EE7-B7E9-D1E6FBA3729D}">
      <dsp:nvSpPr>
        <dsp:cNvPr id="0" name=""/>
        <dsp:cNvSpPr/>
      </dsp:nvSpPr>
      <dsp:spPr>
        <a:xfrm>
          <a:off x="3368733" y="5218009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5218009"/>
        <a:ext cx="829175" cy="5958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2D9ED-EB2C-4E20-890A-87B6433763BD}">
      <dsp:nvSpPr>
        <dsp:cNvPr id="0" name=""/>
        <dsp:cNvSpPr/>
      </dsp:nvSpPr>
      <dsp:spPr>
        <a:xfrm>
          <a:off x="4550594" y="5229040"/>
          <a:ext cx="162343" cy="464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464015"/>
              </a:lnTo>
              <a:lnTo>
                <a:pt x="162343" y="46401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9476" y="5448758"/>
        <a:ext cx="24579" cy="24579"/>
      </dsp:txXfrm>
    </dsp:sp>
    <dsp:sp modelId="{4BC74C6A-A727-4FD8-8A8B-C55AF6E4ED33}">
      <dsp:nvSpPr>
        <dsp:cNvPr id="0" name=""/>
        <dsp:cNvSpPr/>
      </dsp:nvSpPr>
      <dsp:spPr>
        <a:xfrm>
          <a:off x="4550594" y="5229040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154671"/>
              </a:lnTo>
              <a:lnTo>
                <a:pt x="162343" y="15467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5300770"/>
        <a:ext cx="11211" cy="11211"/>
      </dsp:txXfrm>
    </dsp:sp>
    <dsp:sp modelId="{31955690-7179-40C4-9E8A-5D70DFC377E7}">
      <dsp:nvSpPr>
        <dsp:cNvPr id="0" name=""/>
        <dsp:cNvSpPr/>
      </dsp:nvSpPr>
      <dsp:spPr>
        <a:xfrm>
          <a:off x="4550594" y="5074368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154671"/>
              </a:moveTo>
              <a:lnTo>
                <a:pt x="81171" y="15467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5146098"/>
        <a:ext cx="11211" cy="11211"/>
      </dsp:txXfrm>
    </dsp:sp>
    <dsp:sp modelId="{48B72B3E-C983-4274-B2B2-70D16748E2BB}">
      <dsp:nvSpPr>
        <dsp:cNvPr id="0" name=""/>
        <dsp:cNvSpPr/>
      </dsp:nvSpPr>
      <dsp:spPr>
        <a:xfrm>
          <a:off x="4550594" y="4765024"/>
          <a:ext cx="162343" cy="464015"/>
        </a:xfrm>
        <a:custGeom>
          <a:avLst/>
          <a:gdLst/>
          <a:ahLst/>
          <a:cxnLst/>
          <a:rect l="0" t="0" r="0" b="0"/>
          <a:pathLst>
            <a:path>
              <a:moveTo>
                <a:pt x="0" y="464015"/>
              </a:moveTo>
              <a:lnTo>
                <a:pt x="81171" y="464015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9476" y="4984742"/>
        <a:ext cx="24579" cy="24579"/>
      </dsp:txXfrm>
    </dsp:sp>
    <dsp:sp modelId="{606C6F1E-498E-4DDB-A186-9DA9B6E34A4F}">
      <dsp:nvSpPr>
        <dsp:cNvPr id="0" name=""/>
        <dsp:cNvSpPr/>
      </dsp:nvSpPr>
      <dsp:spPr>
        <a:xfrm>
          <a:off x="3576533" y="2986298"/>
          <a:ext cx="162343" cy="22427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2242741"/>
              </a:lnTo>
              <a:lnTo>
                <a:pt x="162343" y="224274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800" kern="1200"/>
        </a:p>
      </dsp:txBody>
      <dsp:txXfrm>
        <a:off x="3601490" y="4051454"/>
        <a:ext cx="112430" cy="112430"/>
      </dsp:txXfrm>
    </dsp:sp>
    <dsp:sp modelId="{E7448DA2-ABEA-4A21-9757-53D581D7F3FD}">
      <dsp:nvSpPr>
        <dsp:cNvPr id="0" name=""/>
        <dsp:cNvSpPr/>
      </dsp:nvSpPr>
      <dsp:spPr>
        <a:xfrm>
          <a:off x="4550594" y="3836993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618687"/>
              </a:lnTo>
              <a:lnTo>
                <a:pt x="162343" y="61868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4130346"/>
        <a:ext cx="31981" cy="31981"/>
      </dsp:txXfrm>
    </dsp:sp>
    <dsp:sp modelId="{5E6DA394-939F-4A95-8F6F-3209A3895CB8}">
      <dsp:nvSpPr>
        <dsp:cNvPr id="0" name=""/>
        <dsp:cNvSpPr/>
      </dsp:nvSpPr>
      <dsp:spPr>
        <a:xfrm>
          <a:off x="4550594" y="3836993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3982931"/>
        <a:ext cx="17467" cy="17467"/>
      </dsp:txXfrm>
    </dsp:sp>
    <dsp:sp modelId="{6A1F7B97-5B80-483A-A0C1-E0085B4BB7F9}">
      <dsp:nvSpPr>
        <dsp:cNvPr id="0" name=""/>
        <dsp:cNvSpPr/>
      </dsp:nvSpPr>
      <dsp:spPr>
        <a:xfrm>
          <a:off x="4550594" y="3791273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3832935"/>
        <a:ext cx="8117" cy="8117"/>
      </dsp:txXfrm>
    </dsp:sp>
    <dsp:sp modelId="{D039A37C-16E1-46DE-83F2-FE1AFA19E6B5}">
      <dsp:nvSpPr>
        <dsp:cNvPr id="0" name=""/>
        <dsp:cNvSpPr/>
      </dsp:nvSpPr>
      <dsp:spPr>
        <a:xfrm>
          <a:off x="4550594" y="3527650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3673588"/>
        <a:ext cx="17467" cy="17467"/>
      </dsp:txXfrm>
    </dsp:sp>
    <dsp:sp modelId="{35D85E89-8219-4EAD-B131-FFB670BDF21E}">
      <dsp:nvSpPr>
        <dsp:cNvPr id="0" name=""/>
        <dsp:cNvSpPr/>
      </dsp:nvSpPr>
      <dsp:spPr>
        <a:xfrm>
          <a:off x="4550594" y="3218306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618687"/>
              </a:moveTo>
              <a:lnTo>
                <a:pt x="81171" y="61868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3511659"/>
        <a:ext cx="31981" cy="31981"/>
      </dsp:txXfrm>
    </dsp:sp>
    <dsp:sp modelId="{FA624BE1-9ACC-4E7D-9F6D-BDD9E6D78BF6}">
      <dsp:nvSpPr>
        <dsp:cNvPr id="0" name=""/>
        <dsp:cNvSpPr/>
      </dsp:nvSpPr>
      <dsp:spPr>
        <a:xfrm>
          <a:off x="3576533" y="2986298"/>
          <a:ext cx="162343" cy="8506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850695"/>
              </a:lnTo>
              <a:lnTo>
                <a:pt x="162343" y="8506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36054" y="3389995"/>
        <a:ext cx="43302" cy="43302"/>
      </dsp:txXfrm>
    </dsp:sp>
    <dsp:sp modelId="{051C7EE5-64C2-4B32-9CB4-6E697A8B079C}">
      <dsp:nvSpPr>
        <dsp:cNvPr id="0" name=""/>
        <dsp:cNvSpPr/>
      </dsp:nvSpPr>
      <dsp:spPr>
        <a:xfrm>
          <a:off x="4550594" y="2754291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154671"/>
              </a:lnTo>
              <a:lnTo>
                <a:pt x="162343" y="15467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2826021"/>
        <a:ext cx="11211" cy="11211"/>
      </dsp:txXfrm>
    </dsp:sp>
    <dsp:sp modelId="{A77A702B-712F-4ECF-ABF5-D128154D2C84}">
      <dsp:nvSpPr>
        <dsp:cNvPr id="0" name=""/>
        <dsp:cNvSpPr/>
      </dsp:nvSpPr>
      <dsp:spPr>
        <a:xfrm>
          <a:off x="4550594" y="2599619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154671"/>
              </a:moveTo>
              <a:lnTo>
                <a:pt x="81171" y="15467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2671349"/>
        <a:ext cx="11211" cy="11211"/>
      </dsp:txXfrm>
    </dsp:sp>
    <dsp:sp modelId="{E43A60A7-9DDF-42B2-A812-4D4F0F75076B}">
      <dsp:nvSpPr>
        <dsp:cNvPr id="0" name=""/>
        <dsp:cNvSpPr/>
      </dsp:nvSpPr>
      <dsp:spPr>
        <a:xfrm>
          <a:off x="3576533" y="2754291"/>
          <a:ext cx="162343" cy="232007"/>
        </a:xfrm>
        <a:custGeom>
          <a:avLst/>
          <a:gdLst/>
          <a:ahLst/>
          <a:cxnLst/>
          <a:rect l="0" t="0" r="0" b="0"/>
          <a:pathLst>
            <a:path>
              <a:moveTo>
                <a:pt x="0" y="232007"/>
              </a:moveTo>
              <a:lnTo>
                <a:pt x="81171" y="23200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50626" y="2863215"/>
        <a:ext cx="14158" cy="14158"/>
      </dsp:txXfrm>
    </dsp:sp>
    <dsp:sp modelId="{1727B044-8190-4C0C-A27D-97E6DA4EBBD8}">
      <dsp:nvSpPr>
        <dsp:cNvPr id="0" name=""/>
        <dsp:cNvSpPr/>
      </dsp:nvSpPr>
      <dsp:spPr>
        <a:xfrm>
          <a:off x="4550594" y="1980932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2126870"/>
        <a:ext cx="17467" cy="17467"/>
      </dsp:txXfrm>
    </dsp:sp>
    <dsp:sp modelId="{80CCDF43-4A90-4DB9-90BB-F37BB6A6CE64}">
      <dsp:nvSpPr>
        <dsp:cNvPr id="0" name=""/>
        <dsp:cNvSpPr/>
      </dsp:nvSpPr>
      <dsp:spPr>
        <a:xfrm>
          <a:off x="4550594" y="1935212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1976873"/>
        <a:ext cx="8117" cy="8117"/>
      </dsp:txXfrm>
    </dsp:sp>
    <dsp:sp modelId="{F26F67FB-D19B-4991-9A66-98D479004DA6}">
      <dsp:nvSpPr>
        <dsp:cNvPr id="0" name=""/>
        <dsp:cNvSpPr/>
      </dsp:nvSpPr>
      <dsp:spPr>
        <a:xfrm>
          <a:off x="4550594" y="1671588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1817526"/>
        <a:ext cx="17467" cy="17467"/>
      </dsp:txXfrm>
    </dsp:sp>
    <dsp:sp modelId="{F31F3F23-7C72-452A-ADC8-1CB2C7B14B46}">
      <dsp:nvSpPr>
        <dsp:cNvPr id="0" name=""/>
        <dsp:cNvSpPr/>
      </dsp:nvSpPr>
      <dsp:spPr>
        <a:xfrm>
          <a:off x="3576533" y="1980932"/>
          <a:ext cx="162343" cy="1005366"/>
        </a:xfrm>
        <a:custGeom>
          <a:avLst/>
          <a:gdLst/>
          <a:ahLst/>
          <a:cxnLst/>
          <a:rect l="0" t="0" r="0" b="0"/>
          <a:pathLst>
            <a:path>
              <a:moveTo>
                <a:pt x="0" y="1005366"/>
              </a:moveTo>
              <a:lnTo>
                <a:pt x="81171" y="1005366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32245" y="2458155"/>
        <a:ext cx="50919" cy="50919"/>
      </dsp:txXfrm>
    </dsp:sp>
    <dsp:sp modelId="{F226263A-149C-45EB-8D74-9D5F16BB2DF3}">
      <dsp:nvSpPr>
        <dsp:cNvPr id="0" name=""/>
        <dsp:cNvSpPr/>
      </dsp:nvSpPr>
      <dsp:spPr>
        <a:xfrm>
          <a:off x="4550594" y="743557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618687"/>
              </a:lnTo>
              <a:lnTo>
                <a:pt x="162343" y="61868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1036910"/>
        <a:ext cx="31981" cy="31981"/>
      </dsp:txXfrm>
    </dsp:sp>
    <dsp:sp modelId="{04620BEB-0EEC-4835-AA29-7DE825A6C113}">
      <dsp:nvSpPr>
        <dsp:cNvPr id="0" name=""/>
        <dsp:cNvSpPr/>
      </dsp:nvSpPr>
      <dsp:spPr>
        <a:xfrm>
          <a:off x="4550594" y="743557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889495"/>
        <a:ext cx="17467" cy="17467"/>
      </dsp:txXfrm>
    </dsp:sp>
    <dsp:sp modelId="{22D0EEAC-F1C3-4BAD-B8D4-AFFC576382CC}">
      <dsp:nvSpPr>
        <dsp:cNvPr id="0" name=""/>
        <dsp:cNvSpPr/>
      </dsp:nvSpPr>
      <dsp:spPr>
        <a:xfrm>
          <a:off x="4550594" y="697837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739498"/>
        <a:ext cx="8117" cy="8117"/>
      </dsp:txXfrm>
    </dsp:sp>
    <dsp:sp modelId="{0BFB8105-4697-4547-9449-F2D6976200F3}">
      <dsp:nvSpPr>
        <dsp:cNvPr id="0" name=""/>
        <dsp:cNvSpPr/>
      </dsp:nvSpPr>
      <dsp:spPr>
        <a:xfrm>
          <a:off x="4550594" y="434213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580151"/>
        <a:ext cx="17467" cy="17467"/>
      </dsp:txXfrm>
    </dsp:sp>
    <dsp:sp modelId="{25457684-6A6A-46B1-BEFA-440DA349A4E1}">
      <dsp:nvSpPr>
        <dsp:cNvPr id="0" name=""/>
        <dsp:cNvSpPr/>
      </dsp:nvSpPr>
      <dsp:spPr>
        <a:xfrm>
          <a:off x="4550594" y="124870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618687"/>
              </a:moveTo>
              <a:lnTo>
                <a:pt x="81171" y="61868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418223"/>
        <a:ext cx="31981" cy="31981"/>
      </dsp:txXfrm>
    </dsp:sp>
    <dsp:sp modelId="{92090F43-5B4E-4749-BCAA-CA724B1D4710}">
      <dsp:nvSpPr>
        <dsp:cNvPr id="0" name=""/>
        <dsp:cNvSpPr/>
      </dsp:nvSpPr>
      <dsp:spPr>
        <a:xfrm>
          <a:off x="3576533" y="743557"/>
          <a:ext cx="162343" cy="2242741"/>
        </a:xfrm>
        <a:custGeom>
          <a:avLst/>
          <a:gdLst/>
          <a:ahLst/>
          <a:cxnLst/>
          <a:rect l="0" t="0" r="0" b="0"/>
          <a:pathLst>
            <a:path>
              <a:moveTo>
                <a:pt x="0" y="2242741"/>
              </a:moveTo>
              <a:lnTo>
                <a:pt x="81171" y="224274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800" kern="1200"/>
        </a:p>
      </dsp:txBody>
      <dsp:txXfrm>
        <a:off x="3601490" y="1808712"/>
        <a:ext cx="112430" cy="112430"/>
      </dsp:txXfrm>
    </dsp:sp>
    <dsp:sp modelId="{1A8C8775-11A9-4910-9DB9-4ADDC072442C}">
      <dsp:nvSpPr>
        <dsp:cNvPr id="0" name=""/>
        <dsp:cNvSpPr/>
      </dsp:nvSpPr>
      <dsp:spPr>
        <a:xfrm rot="16200000">
          <a:off x="2801546" y="2862561"/>
          <a:ext cx="1302499" cy="2474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dirty="0"/>
            <a:t>Productos</a:t>
          </a:r>
        </a:p>
      </dsp:txBody>
      <dsp:txXfrm>
        <a:off x="2801546" y="2862561"/>
        <a:ext cx="1302499" cy="247474"/>
      </dsp:txXfrm>
    </dsp:sp>
    <dsp:sp modelId="{B2ADA6F2-50C6-4A88-AAA9-37F38027290A}">
      <dsp:nvSpPr>
        <dsp:cNvPr id="0" name=""/>
        <dsp:cNvSpPr/>
      </dsp:nvSpPr>
      <dsp:spPr>
        <a:xfrm>
          <a:off x="3738877" y="619820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Cuentas</a:t>
          </a:r>
        </a:p>
      </dsp:txBody>
      <dsp:txXfrm>
        <a:off x="3738877" y="619820"/>
        <a:ext cx="811717" cy="247474"/>
      </dsp:txXfrm>
    </dsp:sp>
    <dsp:sp modelId="{5BB8511B-BEEB-4D95-9928-1B6F31389179}">
      <dsp:nvSpPr>
        <dsp:cNvPr id="0" name=""/>
        <dsp:cNvSpPr/>
      </dsp:nvSpPr>
      <dsp:spPr>
        <a:xfrm>
          <a:off x="4712938" y="1132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Amiga</a:t>
          </a:r>
        </a:p>
      </dsp:txBody>
      <dsp:txXfrm>
        <a:off x="4712938" y="1132"/>
        <a:ext cx="811717" cy="247474"/>
      </dsp:txXfrm>
    </dsp:sp>
    <dsp:sp modelId="{27B4AF17-3646-481D-A3F4-26A127527259}">
      <dsp:nvSpPr>
        <dsp:cNvPr id="0" name=""/>
        <dsp:cNvSpPr/>
      </dsp:nvSpPr>
      <dsp:spPr>
        <a:xfrm>
          <a:off x="4712938" y="310476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 err="1">
              <a:solidFill>
                <a:srgbClr val="150F41"/>
              </a:solidFill>
            </a:rPr>
            <a:t>Peigo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712938" y="310476"/>
        <a:ext cx="811717" cy="247474"/>
      </dsp:txXfrm>
    </dsp:sp>
    <dsp:sp modelId="{0647BFC3-B5D7-4EAF-82AD-3EB8CC090092}">
      <dsp:nvSpPr>
        <dsp:cNvPr id="0" name=""/>
        <dsp:cNvSpPr/>
      </dsp:nvSpPr>
      <dsp:spPr>
        <a:xfrm>
          <a:off x="4712938" y="61982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Ahorro</a:t>
          </a:r>
        </a:p>
      </dsp:txBody>
      <dsp:txXfrm>
        <a:off x="4712938" y="619820"/>
        <a:ext cx="811717" cy="247474"/>
      </dsp:txXfrm>
    </dsp:sp>
    <dsp:sp modelId="{E8145716-6D58-4345-8073-80600F1C9F42}">
      <dsp:nvSpPr>
        <dsp:cNvPr id="0" name=""/>
        <dsp:cNvSpPr/>
      </dsp:nvSpPr>
      <dsp:spPr>
        <a:xfrm>
          <a:off x="4712938" y="929163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Corriente</a:t>
          </a:r>
        </a:p>
      </dsp:txBody>
      <dsp:txXfrm>
        <a:off x="4712938" y="929163"/>
        <a:ext cx="811717" cy="247474"/>
      </dsp:txXfrm>
    </dsp:sp>
    <dsp:sp modelId="{A393CB0A-BEF7-4DB8-81E5-1154DE861CF6}">
      <dsp:nvSpPr>
        <dsp:cNvPr id="0" name=""/>
        <dsp:cNvSpPr/>
      </dsp:nvSpPr>
      <dsp:spPr>
        <a:xfrm>
          <a:off x="4712938" y="1238507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Inversión</a:t>
          </a:r>
        </a:p>
      </dsp:txBody>
      <dsp:txXfrm>
        <a:off x="4712938" y="1238507"/>
        <a:ext cx="811717" cy="247474"/>
      </dsp:txXfrm>
    </dsp:sp>
    <dsp:sp modelId="{8F7C36BE-E589-4461-8F16-778807C0B166}">
      <dsp:nvSpPr>
        <dsp:cNvPr id="0" name=""/>
        <dsp:cNvSpPr/>
      </dsp:nvSpPr>
      <dsp:spPr>
        <a:xfrm>
          <a:off x="3738877" y="1857194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Tarjetas</a:t>
          </a:r>
        </a:p>
      </dsp:txBody>
      <dsp:txXfrm>
        <a:off x="3738877" y="1857194"/>
        <a:ext cx="811717" cy="247474"/>
      </dsp:txXfrm>
    </dsp:sp>
    <dsp:sp modelId="{B451BF21-E3E7-4DE8-AB73-A070BD52A292}">
      <dsp:nvSpPr>
        <dsp:cNvPr id="0" name=""/>
        <dsp:cNvSpPr/>
      </dsp:nvSpPr>
      <dsp:spPr>
        <a:xfrm>
          <a:off x="4712938" y="154785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Crédito</a:t>
          </a:r>
        </a:p>
      </dsp:txBody>
      <dsp:txXfrm>
        <a:off x="4712938" y="1547850"/>
        <a:ext cx="811717" cy="247474"/>
      </dsp:txXfrm>
    </dsp:sp>
    <dsp:sp modelId="{DDA79D3F-A64C-4EED-8BE6-B172036968B7}">
      <dsp:nvSpPr>
        <dsp:cNvPr id="0" name=""/>
        <dsp:cNvSpPr/>
      </dsp:nvSpPr>
      <dsp:spPr>
        <a:xfrm>
          <a:off x="4712938" y="1857194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Cupo 0</a:t>
          </a:r>
        </a:p>
      </dsp:txBody>
      <dsp:txXfrm>
        <a:off x="4712938" y="1857194"/>
        <a:ext cx="811717" cy="247474"/>
      </dsp:txXfrm>
    </dsp:sp>
    <dsp:sp modelId="{953DE894-07BF-479E-983A-CE5469800A68}">
      <dsp:nvSpPr>
        <dsp:cNvPr id="0" name=""/>
        <dsp:cNvSpPr/>
      </dsp:nvSpPr>
      <dsp:spPr>
        <a:xfrm>
          <a:off x="4712938" y="2166538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Debito</a:t>
          </a:r>
        </a:p>
      </dsp:txBody>
      <dsp:txXfrm>
        <a:off x="4712938" y="2166538"/>
        <a:ext cx="811717" cy="247474"/>
      </dsp:txXfrm>
    </dsp:sp>
    <dsp:sp modelId="{32ACC1F6-D5B9-4CEA-991A-2E04658BD206}">
      <dsp:nvSpPr>
        <dsp:cNvPr id="0" name=""/>
        <dsp:cNvSpPr/>
      </dsp:nvSpPr>
      <dsp:spPr>
        <a:xfrm>
          <a:off x="3738877" y="2630553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Seguros</a:t>
          </a:r>
        </a:p>
      </dsp:txBody>
      <dsp:txXfrm>
        <a:off x="3738877" y="2630553"/>
        <a:ext cx="811717" cy="247474"/>
      </dsp:txXfrm>
    </dsp:sp>
    <dsp:sp modelId="{CFCF47A2-F139-4B47-977C-1611FBA1DAB3}">
      <dsp:nvSpPr>
        <dsp:cNvPr id="0" name=""/>
        <dsp:cNvSpPr/>
      </dsp:nvSpPr>
      <dsp:spPr>
        <a:xfrm>
          <a:off x="4712938" y="2475881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Voluntarios</a:t>
          </a:r>
        </a:p>
      </dsp:txBody>
      <dsp:txXfrm>
        <a:off x="4712938" y="2475881"/>
        <a:ext cx="811717" cy="247474"/>
      </dsp:txXfrm>
    </dsp:sp>
    <dsp:sp modelId="{8B6A1FEE-6309-4F91-8601-1AC9179B566D}">
      <dsp:nvSpPr>
        <dsp:cNvPr id="0" name=""/>
        <dsp:cNvSpPr/>
      </dsp:nvSpPr>
      <dsp:spPr>
        <a:xfrm>
          <a:off x="4712938" y="2785225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Obligatorios</a:t>
          </a:r>
        </a:p>
      </dsp:txBody>
      <dsp:txXfrm>
        <a:off x="4712938" y="2785225"/>
        <a:ext cx="811717" cy="247474"/>
      </dsp:txXfrm>
    </dsp:sp>
    <dsp:sp modelId="{BEDCAB73-F473-4593-A1D1-34DA9B04C965}">
      <dsp:nvSpPr>
        <dsp:cNvPr id="0" name=""/>
        <dsp:cNvSpPr/>
      </dsp:nvSpPr>
      <dsp:spPr>
        <a:xfrm>
          <a:off x="3738877" y="3713256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Créditos</a:t>
          </a:r>
        </a:p>
      </dsp:txBody>
      <dsp:txXfrm>
        <a:off x="3738877" y="3713256"/>
        <a:ext cx="811717" cy="247474"/>
      </dsp:txXfrm>
    </dsp:sp>
    <dsp:sp modelId="{B933AC5F-4C04-4E26-B56E-83A35B7B75A0}">
      <dsp:nvSpPr>
        <dsp:cNvPr id="0" name=""/>
        <dsp:cNvSpPr/>
      </dsp:nvSpPr>
      <dsp:spPr>
        <a:xfrm>
          <a:off x="4712938" y="3094569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Consumo</a:t>
          </a:r>
        </a:p>
      </dsp:txBody>
      <dsp:txXfrm>
        <a:off x="4712938" y="3094569"/>
        <a:ext cx="811717" cy="247474"/>
      </dsp:txXfrm>
    </dsp:sp>
    <dsp:sp modelId="{C96BA59C-3D83-4DC3-B99D-FEFB4E6D77F1}">
      <dsp:nvSpPr>
        <dsp:cNvPr id="0" name=""/>
        <dsp:cNvSpPr/>
      </dsp:nvSpPr>
      <dsp:spPr>
        <a:xfrm>
          <a:off x="4712938" y="3403912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Comercial</a:t>
          </a:r>
        </a:p>
      </dsp:txBody>
      <dsp:txXfrm>
        <a:off x="4712938" y="3403912"/>
        <a:ext cx="811717" cy="247474"/>
      </dsp:txXfrm>
    </dsp:sp>
    <dsp:sp modelId="{73E2F408-D084-4DE5-AFF5-72C7E2B981C0}">
      <dsp:nvSpPr>
        <dsp:cNvPr id="0" name=""/>
        <dsp:cNvSpPr/>
      </dsp:nvSpPr>
      <dsp:spPr>
        <a:xfrm>
          <a:off x="4712938" y="3713256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Educativo</a:t>
          </a:r>
        </a:p>
      </dsp:txBody>
      <dsp:txXfrm>
        <a:off x="4712938" y="3713256"/>
        <a:ext cx="811717" cy="247474"/>
      </dsp:txXfrm>
    </dsp:sp>
    <dsp:sp modelId="{60E800C2-3ACD-4894-B2D1-02C51C896C2D}">
      <dsp:nvSpPr>
        <dsp:cNvPr id="0" name=""/>
        <dsp:cNvSpPr/>
      </dsp:nvSpPr>
      <dsp:spPr>
        <a:xfrm>
          <a:off x="4712938" y="402260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Hipotecario</a:t>
          </a:r>
        </a:p>
      </dsp:txBody>
      <dsp:txXfrm>
        <a:off x="4712938" y="4022600"/>
        <a:ext cx="811717" cy="247474"/>
      </dsp:txXfrm>
    </dsp:sp>
    <dsp:sp modelId="{F79FB1EC-FF45-40C7-BCB6-021087AEF7A4}">
      <dsp:nvSpPr>
        <dsp:cNvPr id="0" name=""/>
        <dsp:cNvSpPr/>
      </dsp:nvSpPr>
      <dsp:spPr>
        <a:xfrm>
          <a:off x="4712938" y="4331943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Auto</a:t>
          </a:r>
        </a:p>
      </dsp:txBody>
      <dsp:txXfrm>
        <a:off x="4712938" y="4331943"/>
        <a:ext cx="811717" cy="247474"/>
      </dsp:txXfrm>
    </dsp:sp>
    <dsp:sp modelId="{2B29F018-F637-4258-A9C2-9FD5539BC75D}">
      <dsp:nvSpPr>
        <dsp:cNvPr id="0" name=""/>
        <dsp:cNvSpPr/>
      </dsp:nvSpPr>
      <dsp:spPr>
        <a:xfrm>
          <a:off x="3738877" y="5105302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Servicios</a:t>
          </a:r>
        </a:p>
      </dsp:txBody>
      <dsp:txXfrm>
        <a:off x="3738877" y="5105302"/>
        <a:ext cx="811717" cy="247474"/>
      </dsp:txXfrm>
    </dsp:sp>
    <dsp:sp modelId="{C0937D04-21A0-43F6-85AC-6D62800094D9}">
      <dsp:nvSpPr>
        <dsp:cNvPr id="0" name=""/>
        <dsp:cNvSpPr/>
      </dsp:nvSpPr>
      <dsp:spPr>
        <a:xfrm>
          <a:off x="4712938" y="4641287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Ahorro Meta</a:t>
          </a:r>
        </a:p>
      </dsp:txBody>
      <dsp:txXfrm>
        <a:off x="4712938" y="4641287"/>
        <a:ext cx="811717" cy="247474"/>
      </dsp:txXfrm>
    </dsp:sp>
    <dsp:sp modelId="{88E111A6-EFA1-4544-AFA8-6F1120FCE148}">
      <dsp:nvSpPr>
        <dsp:cNvPr id="0" name=""/>
        <dsp:cNvSpPr/>
      </dsp:nvSpPr>
      <dsp:spPr>
        <a:xfrm>
          <a:off x="4712938" y="4950631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Nómina</a:t>
          </a:r>
        </a:p>
      </dsp:txBody>
      <dsp:txXfrm>
        <a:off x="4712938" y="4950631"/>
        <a:ext cx="811717" cy="247474"/>
      </dsp:txXfrm>
    </dsp:sp>
    <dsp:sp modelId="{B3A16A8D-BDEA-44E5-A062-78715E4B15B6}">
      <dsp:nvSpPr>
        <dsp:cNvPr id="0" name=""/>
        <dsp:cNvSpPr/>
      </dsp:nvSpPr>
      <dsp:spPr>
        <a:xfrm>
          <a:off x="4712938" y="5259974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Crédito DM</a:t>
          </a:r>
        </a:p>
      </dsp:txBody>
      <dsp:txXfrm>
        <a:off x="4712938" y="5259974"/>
        <a:ext cx="811717" cy="247474"/>
      </dsp:txXfrm>
    </dsp:sp>
    <dsp:sp modelId="{3A573B39-4F88-4D8B-A12B-B314D5D8B0ED}">
      <dsp:nvSpPr>
        <dsp:cNvPr id="0" name=""/>
        <dsp:cNvSpPr/>
      </dsp:nvSpPr>
      <dsp:spPr>
        <a:xfrm>
          <a:off x="4712938" y="5569318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Confirming</a:t>
          </a:r>
        </a:p>
      </dsp:txBody>
      <dsp:txXfrm>
        <a:off x="4712938" y="5569318"/>
        <a:ext cx="811717" cy="2474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5B02D-F837-46A9-85F9-5F6D834B3855}">
      <dsp:nvSpPr>
        <dsp:cNvPr id="0" name=""/>
        <dsp:cNvSpPr/>
      </dsp:nvSpPr>
      <dsp:spPr>
        <a:xfrm>
          <a:off x="3779118" y="5877260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911817" y="5915996"/>
        <a:ext cx="13968" cy="13968"/>
      </dsp:txXfrm>
    </dsp:sp>
    <dsp:sp modelId="{2AEE0977-4A75-4059-821D-B21488B2EDD3}">
      <dsp:nvSpPr>
        <dsp:cNvPr id="0" name=""/>
        <dsp:cNvSpPr/>
      </dsp:nvSpPr>
      <dsp:spPr>
        <a:xfrm>
          <a:off x="2102926" y="5877260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235625" y="5915996"/>
        <a:ext cx="13968" cy="13968"/>
      </dsp:txXfrm>
    </dsp:sp>
    <dsp:sp modelId="{88664CCB-9214-4D82-86B3-EFDDCFEAF4FB}">
      <dsp:nvSpPr>
        <dsp:cNvPr id="0" name=""/>
        <dsp:cNvSpPr/>
      </dsp:nvSpPr>
      <dsp:spPr>
        <a:xfrm>
          <a:off x="426734" y="3793671"/>
          <a:ext cx="279365" cy="21293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9682" y="0"/>
              </a:lnTo>
              <a:lnTo>
                <a:pt x="139682" y="2129309"/>
              </a:lnTo>
              <a:lnTo>
                <a:pt x="279365" y="212930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700" kern="1200">
            <a:solidFill>
              <a:schemeClr val="bg1"/>
            </a:solidFill>
          </a:endParaRPr>
        </a:p>
      </dsp:txBody>
      <dsp:txXfrm>
        <a:off x="512728" y="4804637"/>
        <a:ext cx="107377" cy="107377"/>
      </dsp:txXfrm>
    </dsp:sp>
    <dsp:sp modelId="{31F36AA4-DD88-458F-818F-4B4E19268883}">
      <dsp:nvSpPr>
        <dsp:cNvPr id="0" name=""/>
        <dsp:cNvSpPr/>
      </dsp:nvSpPr>
      <dsp:spPr>
        <a:xfrm>
          <a:off x="3779118" y="5344933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911817" y="5383669"/>
        <a:ext cx="13968" cy="13968"/>
      </dsp:txXfrm>
    </dsp:sp>
    <dsp:sp modelId="{FEF38621-C909-48CF-B14E-859997849F5A}">
      <dsp:nvSpPr>
        <dsp:cNvPr id="0" name=""/>
        <dsp:cNvSpPr/>
      </dsp:nvSpPr>
      <dsp:spPr>
        <a:xfrm>
          <a:off x="2102926" y="5344933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235625" y="5383669"/>
        <a:ext cx="13968" cy="13968"/>
      </dsp:txXfrm>
    </dsp:sp>
    <dsp:sp modelId="{E7448DA2-ABEA-4A21-9757-53D581D7F3FD}">
      <dsp:nvSpPr>
        <dsp:cNvPr id="0" name=""/>
        <dsp:cNvSpPr/>
      </dsp:nvSpPr>
      <dsp:spPr>
        <a:xfrm>
          <a:off x="426734" y="3793671"/>
          <a:ext cx="279365" cy="1596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9682" y="0"/>
              </a:lnTo>
              <a:lnTo>
                <a:pt x="139682" y="1596981"/>
              </a:lnTo>
              <a:lnTo>
                <a:pt x="279365" y="159698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25886" y="4551631"/>
        <a:ext cx="81061" cy="81061"/>
      </dsp:txXfrm>
    </dsp:sp>
    <dsp:sp modelId="{73FD337A-6A62-440C-AAA2-FFC3EC6938DE}">
      <dsp:nvSpPr>
        <dsp:cNvPr id="0" name=""/>
        <dsp:cNvSpPr/>
      </dsp:nvSpPr>
      <dsp:spPr>
        <a:xfrm>
          <a:off x="3779118" y="4812606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911817" y="4851342"/>
        <a:ext cx="13968" cy="13968"/>
      </dsp:txXfrm>
    </dsp:sp>
    <dsp:sp modelId="{41991A70-5495-4DA6-ADF1-52AE3035041A}">
      <dsp:nvSpPr>
        <dsp:cNvPr id="0" name=""/>
        <dsp:cNvSpPr/>
      </dsp:nvSpPr>
      <dsp:spPr>
        <a:xfrm>
          <a:off x="2102926" y="4812606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235625" y="4851342"/>
        <a:ext cx="13968" cy="13968"/>
      </dsp:txXfrm>
    </dsp:sp>
    <dsp:sp modelId="{EA21B7AA-9486-4067-B349-50CE4D95F9B9}">
      <dsp:nvSpPr>
        <dsp:cNvPr id="0" name=""/>
        <dsp:cNvSpPr/>
      </dsp:nvSpPr>
      <dsp:spPr>
        <a:xfrm>
          <a:off x="426734" y="3793671"/>
          <a:ext cx="279365" cy="10646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9682" y="0"/>
              </a:lnTo>
              <a:lnTo>
                <a:pt x="139682" y="1064654"/>
              </a:lnTo>
              <a:lnTo>
                <a:pt x="279365" y="106465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38899" y="4298481"/>
        <a:ext cx="55034" cy="55034"/>
      </dsp:txXfrm>
    </dsp:sp>
    <dsp:sp modelId="{7B24AA88-93EC-4ACD-A3A2-F98FFA8C9C81}">
      <dsp:nvSpPr>
        <dsp:cNvPr id="0" name=""/>
        <dsp:cNvSpPr/>
      </dsp:nvSpPr>
      <dsp:spPr>
        <a:xfrm>
          <a:off x="3779118" y="4280278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911817" y="4319014"/>
        <a:ext cx="13968" cy="13968"/>
      </dsp:txXfrm>
    </dsp:sp>
    <dsp:sp modelId="{4D78C0FD-C85D-44AE-95F1-5625C530C688}">
      <dsp:nvSpPr>
        <dsp:cNvPr id="0" name=""/>
        <dsp:cNvSpPr/>
      </dsp:nvSpPr>
      <dsp:spPr>
        <a:xfrm>
          <a:off x="2102926" y="4280278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235625" y="4319014"/>
        <a:ext cx="13968" cy="13968"/>
      </dsp:txXfrm>
    </dsp:sp>
    <dsp:sp modelId="{F7C38909-BE07-464E-834D-BDCFBA258100}">
      <dsp:nvSpPr>
        <dsp:cNvPr id="0" name=""/>
        <dsp:cNvSpPr/>
      </dsp:nvSpPr>
      <dsp:spPr>
        <a:xfrm>
          <a:off x="426734" y="3793671"/>
          <a:ext cx="279365" cy="532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9682" y="0"/>
              </a:lnTo>
              <a:lnTo>
                <a:pt x="139682" y="532327"/>
              </a:lnTo>
              <a:lnTo>
                <a:pt x="279365" y="53232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51387" y="4044805"/>
        <a:ext cx="30058" cy="30058"/>
      </dsp:txXfrm>
    </dsp:sp>
    <dsp:sp modelId="{FE941F1F-20CA-4C55-B397-5F4B1C4D50F1}">
      <dsp:nvSpPr>
        <dsp:cNvPr id="0" name=""/>
        <dsp:cNvSpPr/>
      </dsp:nvSpPr>
      <dsp:spPr>
        <a:xfrm>
          <a:off x="3779118" y="3747951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911817" y="3786687"/>
        <a:ext cx="13968" cy="13968"/>
      </dsp:txXfrm>
    </dsp:sp>
    <dsp:sp modelId="{6E352E3A-D0F9-481B-A998-5B020A8C76CE}">
      <dsp:nvSpPr>
        <dsp:cNvPr id="0" name=""/>
        <dsp:cNvSpPr/>
      </dsp:nvSpPr>
      <dsp:spPr>
        <a:xfrm>
          <a:off x="2102926" y="3747951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235625" y="3786687"/>
        <a:ext cx="13968" cy="13968"/>
      </dsp:txXfrm>
    </dsp:sp>
    <dsp:sp modelId="{FE9BAB8F-E46F-4F0B-9F5C-E8662C1E6217}">
      <dsp:nvSpPr>
        <dsp:cNvPr id="0" name=""/>
        <dsp:cNvSpPr/>
      </dsp:nvSpPr>
      <dsp:spPr>
        <a:xfrm>
          <a:off x="426734" y="3747951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59433" y="3786687"/>
        <a:ext cx="13968" cy="13968"/>
      </dsp:txXfrm>
    </dsp:sp>
    <dsp:sp modelId="{E3EB1B03-3487-40DA-947F-CE0DCBC1024C}">
      <dsp:nvSpPr>
        <dsp:cNvPr id="0" name=""/>
        <dsp:cNvSpPr/>
      </dsp:nvSpPr>
      <dsp:spPr>
        <a:xfrm>
          <a:off x="3779118" y="3215624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911817" y="3254360"/>
        <a:ext cx="13968" cy="13968"/>
      </dsp:txXfrm>
    </dsp:sp>
    <dsp:sp modelId="{1025C237-A869-49AD-9337-1D7407CAC99C}">
      <dsp:nvSpPr>
        <dsp:cNvPr id="0" name=""/>
        <dsp:cNvSpPr/>
      </dsp:nvSpPr>
      <dsp:spPr>
        <a:xfrm>
          <a:off x="2102926" y="3215624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235625" y="3254360"/>
        <a:ext cx="13968" cy="13968"/>
      </dsp:txXfrm>
    </dsp:sp>
    <dsp:sp modelId="{FA624BE1-9ACC-4E7D-9F6D-BDD9E6D78BF6}">
      <dsp:nvSpPr>
        <dsp:cNvPr id="0" name=""/>
        <dsp:cNvSpPr/>
      </dsp:nvSpPr>
      <dsp:spPr>
        <a:xfrm>
          <a:off x="426734" y="3261344"/>
          <a:ext cx="279365" cy="532327"/>
        </a:xfrm>
        <a:custGeom>
          <a:avLst/>
          <a:gdLst/>
          <a:ahLst/>
          <a:cxnLst/>
          <a:rect l="0" t="0" r="0" b="0"/>
          <a:pathLst>
            <a:path>
              <a:moveTo>
                <a:pt x="0" y="532327"/>
              </a:moveTo>
              <a:lnTo>
                <a:pt x="139682" y="532327"/>
              </a:lnTo>
              <a:lnTo>
                <a:pt x="139682" y="0"/>
              </a:lnTo>
              <a:lnTo>
                <a:pt x="279365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51387" y="3512478"/>
        <a:ext cx="30058" cy="30058"/>
      </dsp:txXfrm>
    </dsp:sp>
    <dsp:sp modelId="{60DB86B8-AB26-4AE4-820F-80100E439A3D}">
      <dsp:nvSpPr>
        <dsp:cNvPr id="0" name=""/>
        <dsp:cNvSpPr/>
      </dsp:nvSpPr>
      <dsp:spPr>
        <a:xfrm>
          <a:off x="3779118" y="2683296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911817" y="2722032"/>
        <a:ext cx="13968" cy="13968"/>
      </dsp:txXfrm>
    </dsp:sp>
    <dsp:sp modelId="{0B2C3DEE-29F0-4A70-9C19-F3A6568122D1}">
      <dsp:nvSpPr>
        <dsp:cNvPr id="0" name=""/>
        <dsp:cNvSpPr/>
      </dsp:nvSpPr>
      <dsp:spPr>
        <a:xfrm>
          <a:off x="2102926" y="2683296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235625" y="2722032"/>
        <a:ext cx="13968" cy="13968"/>
      </dsp:txXfrm>
    </dsp:sp>
    <dsp:sp modelId="{E43A60A7-9DDF-42B2-A812-4D4F0F75076B}">
      <dsp:nvSpPr>
        <dsp:cNvPr id="0" name=""/>
        <dsp:cNvSpPr/>
      </dsp:nvSpPr>
      <dsp:spPr>
        <a:xfrm>
          <a:off x="426734" y="2729016"/>
          <a:ext cx="279365" cy="1064654"/>
        </a:xfrm>
        <a:custGeom>
          <a:avLst/>
          <a:gdLst/>
          <a:ahLst/>
          <a:cxnLst/>
          <a:rect l="0" t="0" r="0" b="0"/>
          <a:pathLst>
            <a:path>
              <a:moveTo>
                <a:pt x="0" y="1064654"/>
              </a:moveTo>
              <a:lnTo>
                <a:pt x="139682" y="1064654"/>
              </a:lnTo>
              <a:lnTo>
                <a:pt x="139682" y="0"/>
              </a:lnTo>
              <a:lnTo>
                <a:pt x="279365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38899" y="3233826"/>
        <a:ext cx="55034" cy="55034"/>
      </dsp:txXfrm>
    </dsp:sp>
    <dsp:sp modelId="{E66A7893-53DE-4C20-97F3-42A6AE3BBEA4}">
      <dsp:nvSpPr>
        <dsp:cNvPr id="0" name=""/>
        <dsp:cNvSpPr/>
      </dsp:nvSpPr>
      <dsp:spPr>
        <a:xfrm>
          <a:off x="3779118" y="2150969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911817" y="2189705"/>
        <a:ext cx="13968" cy="13968"/>
      </dsp:txXfrm>
    </dsp:sp>
    <dsp:sp modelId="{5E4E42DD-3DC5-4B9C-A797-9F0465C2C0C2}">
      <dsp:nvSpPr>
        <dsp:cNvPr id="0" name=""/>
        <dsp:cNvSpPr/>
      </dsp:nvSpPr>
      <dsp:spPr>
        <a:xfrm>
          <a:off x="2102926" y="2150969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235625" y="2189705"/>
        <a:ext cx="13968" cy="13968"/>
      </dsp:txXfrm>
    </dsp:sp>
    <dsp:sp modelId="{F31F3F23-7C72-452A-ADC8-1CB2C7B14B46}">
      <dsp:nvSpPr>
        <dsp:cNvPr id="0" name=""/>
        <dsp:cNvSpPr/>
      </dsp:nvSpPr>
      <dsp:spPr>
        <a:xfrm>
          <a:off x="426734" y="2196689"/>
          <a:ext cx="279365" cy="1596981"/>
        </a:xfrm>
        <a:custGeom>
          <a:avLst/>
          <a:gdLst/>
          <a:ahLst/>
          <a:cxnLst/>
          <a:rect l="0" t="0" r="0" b="0"/>
          <a:pathLst>
            <a:path>
              <a:moveTo>
                <a:pt x="0" y="1596981"/>
              </a:moveTo>
              <a:lnTo>
                <a:pt x="139682" y="1596981"/>
              </a:lnTo>
              <a:lnTo>
                <a:pt x="139682" y="0"/>
              </a:lnTo>
              <a:lnTo>
                <a:pt x="279365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25886" y="2954649"/>
        <a:ext cx="81061" cy="81061"/>
      </dsp:txXfrm>
    </dsp:sp>
    <dsp:sp modelId="{A127D93A-C082-4168-98F1-0A3741E23D2D}">
      <dsp:nvSpPr>
        <dsp:cNvPr id="0" name=""/>
        <dsp:cNvSpPr/>
      </dsp:nvSpPr>
      <dsp:spPr>
        <a:xfrm>
          <a:off x="3779118" y="1618642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911817" y="1657378"/>
        <a:ext cx="13968" cy="13968"/>
      </dsp:txXfrm>
    </dsp:sp>
    <dsp:sp modelId="{3F3348B2-04C2-46F8-8EB7-421170EC45A5}">
      <dsp:nvSpPr>
        <dsp:cNvPr id="0" name=""/>
        <dsp:cNvSpPr/>
      </dsp:nvSpPr>
      <dsp:spPr>
        <a:xfrm>
          <a:off x="2102926" y="1618642"/>
          <a:ext cx="279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9365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235625" y="1657378"/>
        <a:ext cx="13968" cy="13968"/>
      </dsp:txXfrm>
    </dsp:sp>
    <dsp:sp modelId="{92090F43-5B4E-4749-BCAA-CA724B1D4710}">
      <dsp:nvSpPr>
        <dsp:cNvPr id="0" name=""/>
        <dsp:cNvSpPr/>
      </dsp:nvSpPr>
      <dsp:spPr>
        <a:xfrm>
          <a:off x="426734" y="1664362"/>
          <a:ext cx="279365" cy="2129309"/>
        </a:xfrm>
        <a:custGeom>
          <a:avLst/>
          <a:gdLst/>
          <a:ahLst/>
          <a:cxnLst/>
          <a:rect l="0" t="0" r="0" b="0"/>
          <a:pathLst>
            <a:path>
              <a:moveTo>
                <a:pt x="0" y="2129309"/>
              </a:moveTo>
              <a:lnTo>
                <a:pt x="139682" y="2129309"/>
              </a:lnTo>
              <a:lnTo>
                <a:pt x="139682" y="0"/>
              </a:lnTo>
              <a:lnTo>
                <a:pt x="279365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700" kern="1200">
            <a:solidFill>
              <a:schemeClr val="bg1"/>
            </a:solidFill>
          </a:endParaRPr>
        </a:p>
      </dsp:txBody>
      <dsp:txXfrm>
        <a:off x="512728" y="2675327"/>
        <a:ext cx="107377" cy="107377"/>
      </dsp:txXfrm>
    </dsp:sp>
    <dsp:sp modelId="{1A8C8775-11A9-4910-9DB9-4ADDC072442C}">
      <dsp:nvSpPr>
        <dsp:cNvPr id="0" name=""/>
        <dsp:cNvSpPr/>
      </dsp:nvSpPr>
      <dsp:spPr>
        <a:xfrm rot="16200000">
          <a:off x="-906885" y="3580740"/>
          <a:ext cx="2241378" cy="42586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700" kern="1200">
              <a:solidFill>
                <a:schemeClr val="bg1"/>
              </a:solidFill>
            </a:rPr>
            <a:t>Uso</a:t>
          </a:r>
          <a:endParaRPr lang="es-EC" sz="2700" kern="1200" dirty="0">
            <a:solidFill>
              <a:schemeClr val="bg1"/>
            </a:solidFill>
          </a:endParaRPr>
        </a:p>
      </dsp:txBody>
      <dsp:txXfrm>
        <a:off x="-906885" y="3580740"/>
        <a:ext cx="2241378" cy="425861"/>
      </dsp:txXfrm>
    </dsp:sp>
    <dsp:sp modelId="{B2ADA6F2-50C6-4A88-AAA9-37F38027290A}">
      <dsp:nvSpPr>
        <dsp:cNvPr id="0" name=""/>
        <dsp:cNvSpPr/>
      </dsp:nvSpPr>
      <dsp:spPr>
        <a:xfrm>
          <a:off x="706099" y="1451431"/>
          <a:ext cx="1396826" cy="42586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chemeClr val="bg1"/>
              </a:solidFill>
            </a:rPr>
            <a:t>Cuentas</a:t>
          </a:r>
        </a:p>
      </dsp:txBody>
      <dsp:txXfrm>
        <a:off x="706099" y="1451431"/>
        <a:ext cx="1396826" cy="425861"/>
      </dsp:txXfrm>
    </dsp:sp>
    <dsp:sp modelId="{0D1B3F7F-30ED-4F6C-931F-D0F75EB516EC}">
      <dsp:nvSpPr>
        <dsp:cNvPr id="0" name=""/>
        <dsp:cNvSpPr/>
      </dsp:nvSpPr>
      <dsp:spPr>
        <a:xfrm>
          <a:off x="2382292" y="1451431"/>
          <a:ext cx="1396826" cy="4258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baseline="0" dirty="0">
              <a:solidFill>
                <a:srgbClr val="150F41"/>
              </a:solidFill>
            </a:rPr>
            <a:t>1 deposito + 1 transferencia (</a:t>
          </a:r>
          <a:r>
            <a:rPr lang="es-EC" sz="1100" kern="1200" baseline="0" dirty="0" err="1">
              <a:solidFill>
                <a:srgbClr val="150F41"/>
              </a:solidFill>
            </a:rPr>
            <a:t>últ</a:t>
          </a:r>
          <a:r>
            <a:rPr lang="es-EC" sz="1100" kern="1200" baseline="0" dirty="0">
              <a:solidFill>
                <a:srgbClr val="150F41"/>
              </a:solidFill>
            </a:rPr>
            <a:t> mes)</a:t>
          </a:r>
        </a:p>
      </dsp:txBody>
      <dsp:txXfrm>
        <a:off x="2382292" y="1451431"/>
        <a:ext cx="1396826" cy="425861"/>
      </dsp:txXfrm>
    </dsp:sp>
    <dsp:sp modelId="{0B6CCB4A-7225-4330-8D7C-CAD770CEC914}">
      <dsp:nvSpPr>
        <dsp:cNvPr id="0" name=""/>
        <dsp:cNvSpPr/>
      </dsp:nvSpPr>
      <dsp:spPr>
        <a:xfrm>
          <a:off x="4058484" y="1451431"/>
          <a:ext cx="673508" cy="42586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>
              <a:solidFill>
                <a:srgbClr val="150F41"/>
              </a:solidFill>
            </a:rPr>
            <a:t>1</a:t>
          </a:r>
          <a:endParaRPr lang="es-EC" sz="1100" kern="1200" dirty="0">
            <a:solidFill>
              <a:srgbClr val="150F41"/>
            </a:solidFill>
          </a:endParaRPr>
        </a:p>
      </dsp:txBody>
      <dsp:txXfrm>
        <a:off x="4058484" y="1451431"/>
        <a:ext cx="673508" cy="425861"/>
      </dsp:txXfrm>
    </dsp:sp>
    <dsp:sp modelId="{8F7C36BE-E589-4461-8F16-778807C0B166}">
      <dsp:nvSpPr>
        <dsp:cNvPr id="0" name=""/>
        <dsp:cNvSpPr/>
      </dsp:nvSpPr>
      <dsp:spPr>
        <a:xfrm>
          <a:off x="706099" y="1983758"/>
          <a:ext cx="1396826" cy="42586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chemeClr val="bg1"/>
              </a:solidFill>
            </a:rPr>
            <a:t>Tarjetas</a:t>
          </a:r>
        </a:p>
      </dsp:txBody>
      <dsp:txXfrm>
        <a:off x="706099" y="1983758"/>
        <a:ext cx="1396826" cy="425861"/>
      </dsp:txXfrm>
    </dsp:sp>
    <dsp:sp modelId="{6F6144C2-8CC6-4AA7-AF21-168289CF647E}">
      <dsp:nvSpPr>
        <dsp:cNvPr id="0" name=""/>
        <dsp:cNvSpPr/>
      </dsp:nvSpPr>
      <dsp:spPr>
        <a:xfrm>
          <a:off x="2382292" y="1983758"/>
          <a:ext cx="1396826" cy="4258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baseline="0" dirty="0">
              <a:solidFill>
                <a:srgbClr val="150F41"/>
              </a:solidFill>
            </a:rPr>
            <a:t>consumo recurrente – </a:t>
          </a:r>
          <a:r>
            <a:rPr lang="es-EC" sz="1100" kern="1200" baseline="0" dirty="0" err="1">
              <a:solidFill>
                <a:srgbClr val="150F41"/>
              </a:solidFill>
            </a:rPr>
            <a:t>consmo</a:t>
          </a:r>
          <a:r>
            <a:rPr lang="es-EC" sz="1100" kern="1200" baseline="0" dirty="0">
              <a:solidFill>
                <a:srgbClr val="150F41"/>
              </a:solidFill>
            </a:rPr>
            <a:t> (ult mes</a:t>
          </a:r>
        </a:p>
      </dsp:txBody>
      <dsp:txXfrm>
        <a:off x="2382292" y="1983758"/>
        <a:ext cx="1396826" cy="425861"/>
      </dsp:txXfrm>
    </dsp:sp>
    <dsp:sp modelId="{B4C17056-AF94-4420-AB8F-2D52248DC182}">
      <dsp:nvSpPr>
        <dsp:cNvPr id="0" name=""/>
        <dsp:cNvSpPr/>
      </dsp:nvSpPr>
      <dsp:spPr>
        <a:xfrm>
          <a:off x="4058484" y="1983758"/>
          <a:ext cx="673508" cy="42586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>
              <a:solidFill>
                <a:srgbClr val="150F41"/>
              </a:solidFill>
            </a:rPr>
            <a:t>1</a:t>
          </a:r>
          <a:endParaRPr lang="es-EC" sz="1100" kern="1200" dirty="0">
            <a:solidFill>
              <a:srgbClr val="150F41"/>
            </a:solidFill>
          </a:endParaRPr>
        </a:p>
      </dsp:txBody>
      <dsp:txXfrm>
        <a:off x="4058484" y="1983758"/>
        <a:ext cx="673508" cy="425861"/>
      </dsp:txXfrm>
    </dsp:sp>
    <dsp:sp modelId="{32ACC1F6-D5B9-4CEA-991A-2E04658BD206}">
      <dsp:nvSpPr>
        <dsp:cNvPr id="0" name=""/>
        <dsp:cNvSpPr/>
      </dsp:nvSpPr>
      <dsp:spPr>
        <a:xfrm>
          <a:off x="706099" y="2516085"/>
          <a:ext cx="1396826" cy="42586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chemeClr val="bg1"/>
              </a:solidFill>
            </a:rPr>
            <a:t>Seguros / Asistencia</a:t>
          </a:r>
        </a:p>
      </dsp:txBody>
      <dsp:txXfrm>
        <a:off x="706099" y="2516085"/>
        <a:ext cx="1396826" cy="425861"/>
      </dsp:txXfrm>
    </dsp:sp>
    <dsp:sp modelId="{7BB34EAD-A9D4-4433-82FB-8D85B83831B2}">
      <dsp:nvSpPr>
        <dsp:cNvPr id="0" name=""/>
        <dsp:cNvSpPr/>
      </dsp:nvSpPr>
      <dsp:spPr>
        <a:xfrm>
          <a:off x="2382292" y="2516085"/>
          <a:ext cx="1396826" cy="4258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baseline="0" dirty="0">
              <a:solidFill>
                <a:srgbClr val="150F41"/>
              </a:solidFill>
            </a:rPr>
            <a:t>Débito (</a:t>
          </a:r>
          <a:r>
            <a:rPr lang="es-EC" sz="1100" kern="1200" baseline="0" dirty="0" err="1">
              <a:solidFill>
                <a:srgbClr val="150F41"/>
              </a:solidFill>
            </a:rPr>
            <a:t>últ</a:t>
          </a:r>
          <a:r>
            <a:rPr lang="es-EC" sz="1100" kern="1200" baseline="0" dirty="0">
              <a:solidFill>
                <a:srgbClr val="150F41"/>
              </a:solidFill>
            </a:rPr>
            <a:t> mes)</a:t>
          </a:r>
        </a:p>
      </dsp:txBody>
      <dsp:txXfrm>
        <a:off x="2382292" y="2516085"/>
        <a:ext cx="1396826" cy="425861"/>
      </dsp:txXfrm>
    </dsp:sp>
    <dsp:sp modelId="{B2BD390E-5AA1-48EE-BC8C-249D037084F5}">
      <dsp:nvSpPr>
        <dsp:cNvPr id="0" name=""/>
        <dsp:cNvSpPr/>
      </dsp:nvSpPr>
      <dsp:spPr>
        <a:xfrm>
          <a:off x="4058484" y="2516085"/>
          <a:ext cx="673508" cy="42586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1</a:t>
          </a:r>
        </a:p>
      </dsp:txBody>
      <dsp:txXfrm>
        <a:off x="4058484" y="2516085"/>
        <a:ext cx="673508" cy="425861"/>
      </dsp:txXfrm>
    </dsp:sp>
    <dsp:sp modelId="{BEDCAB73-F473-4593-A1D1-34DA9B04C965}">
      <dsp:nvSpPr>
        <dsp:cNvPr id="0" name=""/>
        <dsp:cNvSpPr/>
      </dsp:nvSpPr>
      <dsp:spPr>
        <a:xfrm>
          <a:off x="706099" y="3048413"/>
          <a:ext cx="1396826" cy="42586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chemeClr val="bg1"/>
              </a:solidFill>
            </a:rPr>
            <a:t>Crédito</a:t>
          </a:r>
        </a:p>
      </dsp:txBody>
      <dsp:txXfrm>
        <a:off x="706099" y="3048413"/>
        <a:ext cx="1396826" cy="425861"/>
      </dsp:txXfrm>
    </dsp:sp>
    <dsp:sp modelId="{0BA20883-AC06-46A2-BDB2-084685A86392}">
      <dsp:nvSpPr>
        <dsp:cNvPr id="0" name=""/>
        <dsp:cNvSpPr/>
      </dsp:nvSpPr>
      <dsp:spPr>
        <a:xfrm>
          <a:off x="2382292" y="3048413"/>
          <a:ext cx="1396826" cy="4258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382292" y="3048413"/>
        <a:ext cx="1396826" cy="425861"/>
      </dsp:txXfrm>
    </dsp:sp>
    <dsp:sp modelId="{FBC4DB25-4C66-409B-8343-CDA5C3416EF5}">
      <dsp:nvSpPr>
        <dsp:cNvPr id="0" name=""/>
        <dsp:cNvSpPr/>
      </dsp:nvSpPr>
      <dsp:spPr>
        <a:xfrm>
          <a:off x="4058484" y="3048413"/>
          <a:ext cx="673508" cy="42586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>
              <a:solidFill>
                <a:srgbClr val="150F41"/>
              </a:solidFill>
            </a:rPr>
            <a:t>1</a:t>
          </a:r>
          <a:endParaRPr lang="es-EC" sz="1100" kern="1200" dirty="0">
            <a:solidFill>
              <a:srgbClr val="150F41"/>
            </a:solidFill>
          </a:endParaRPr>
        </a:p>
      </dsp:txBody>
      <dsp:txXfrm>
        <a:off x="4058484" y="3048413"/>
        <a:ext cx="673508" cy="425861"/>
      </dsp:txXfrm>
    </dsp:sp>
    <dsp:sp modelId="{DAE82DBF-0D60-41F0-896E-3650DCF6B75A}">
      <dsp:nvSpPr>
        <dsp:cNvPr id="0" name=""/>
        <dsp:cNvSpPr/>
      </dsp:nvSpPr>
      <dsp:spPr>
        <a:xfrm>
          <a:off x="706099" y="3580740"/>
          <a:ext cx="1396826" cy="42586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chemeClr val="bg1"/>
              </a:solidFill>
            </a:rPr>
            <a:t>Póliza</a:t>
          </a:r>
        </a:p>
      </dsp:txBody>
      <dsp:txXfrm>
        <a:off x="706099" y="3580740"/>
        <a:ext cx="1396826" cy="425861"/>
      </dsp:txXfrm>
    </dsp:sp>
    <dsp:sp modelId="{A84F1D51-BB5A-4796-9230-3A120D891569}">
      <dsp:nvSpPr>
        <dsp:cNvPr id="0" name=""/>
        <dsp:cNvSpPr/>
      </dsp:nvSpPr>
      <dsp:spPr>
        <a:xfrm>
          <a:off x="2382292" y="3580740"/>
          <a:ext cx="1396826" cy="4258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382292" y="3580740"/>
        <a:ext cx="1396826" cy="425861"/>
      </dsp:txXfrm>
    </dsp:sp>
    <dsp:sp modelId="{A3CE5435-1141-42DD-980C-414E23182890}">
      <dsp:nvSpPr>
        <dsp:cNvPr id="0" name=""/>
        <dsp:cNvSpPr/>
      </dsp:nvSpPr>
      <dsp:spPr>
        <a:xfrm>
          <a:off x="4058484" y="3580740"/>
          <a:ext cx="673508" cy="42586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>
              <a:solidFill>
                <a:srgbClr val="150F41"/>
              </a:solidFill>
            </a:rPr>
            <a:t>1</a:t>
          </a:r>
          <a:endParaRPr lang="es-EC" sz="1100" kern="1200" dirty="0">
            <a:solidFill>
              <a:srgbClr val="150F41"/>
            </a:solidFill>
          </a:endParaRPr>
        </a:p>
      </dsp:txBody>
      <dsp:txXfrm>
        <a:off x="4058484" y="3580740"/>
        <a:ext cx="673508" cy="425861"/>
      </dsp:txXfrm>
    </dsp:sp>
    <dsp:sp modelId="{FDF91A2A-2A66-4C6C-A86A-CDF4326DA8EE}">
      <dsp:nvSpPr>
        <dsp:cNvPr id="0" name=""/>
        <dsp:cNvSpPr/>
      </dsp:nvSpPr>
      <dsp:spPr>
        <a:xfrm>
          <a:off x="706099" y="4113067"/>
          <a:ext cx="1396826" cy="42586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chemeClr val="bg1"/>
              </a:solidFill>
            </a:rPr>
            <a:t>Ahorro Meta</a:t>
          </a:r>
        </a:p>
      </dsp:txBody>
      <dsp:txXfrm>
        <a:off x="706099" y="4113067"/>
        <a:ext cx="1396826" cy="425861"/>
      </dsp:txXfrm>
    </dsp:sp>
    <dsp:sp modelId="{39579ECC-5A3F-4DBE-B681-3E450FCC0508}">
      <dsp:nvSpPr>
        <dsp:cNvPr id="0" name=""/>
        <dsp:cNvSpPr/>
      </dsp:nvSpPr>
      <dsp:spPr>
        <a:xfrm>
          <a:off x="2382292" y="4113067"/>
          <a:ext cx="1396826" cy="4258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baseline="0" dirty="0">
              <a:solidFill>
                <a:srgbClr val="150F41"/>
              </a:solidFill>
            </a:rPr>
            <a:t>Saldo en Meta</a:t>
          </a:r>
        </a:p>
      </dsp:txBody>
      <dsp:txXfrm>
        <a:off x="2382292" y="4113067"/>
        <a:ext cx="1396826" cy="425861"/>
      </dsp:txXfrm>
    </dsp:sp>
    <dsp:sp modelId="{6C0DA723-208C-456B-8DC0-14BE49161222}">
      <dsp:nvSpPr>
        <dsp:cNvPr id="0" name=""/>
        <dsp:cNvSpPr/>
      </dsp:nvSpPr>
      <dsp:spPr>
        <a:xfrm>
          <a:off x="4058484" y="4113067"/>
          <a:ext cx="673508" cy="42586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>
              <a:solidFill>
                <a:srgbClr val="150F41"/>
              </a:solidFill>
            </a:rPr>
            <a:t>1</a:t>
          </a:r>
          <a:endParaRPr lang="es-EC" sz="1100" kern="1200" dirty="0">
            <a:solidFill>
              <a:srgbClr val="150F41"/>
            </a:solidFill>
          </a:endParaRPr>
        </a:p>
      </dsp:txBody>
      <dsp:txXfrm>
        <a:off x="4058484" y="4113067"/>
        <a:ext cx="673508" cy="425861"/>
      </dsp:txXfrm>
    </dsp:sp>
    <dsp:sp modelId="{C3BAA938-E657-4B3A-9C99-A24D140B8CBB}">
      <dsp:nvSpPr>
        <dsp:cNvPr id="0" name=""/>
        <dsp:cNvSpPr/>
      </dsp:nvSpPr>
      <dsp:spPr>
        <a:xfrm>
          <a:off x="706099" y="4645395"/>
          <a:ext cx="1396826" cy="42586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chemeClr val="bg1"/>
              </a:solidFill>
            </a:rPr>
            <a:t>Hipotecario</a:t>
          </a:r>
        </a:p>
      </dsp:txBody>
      <dsp:txXfrm>
        <a:off x="706099" y="4645395"/>
        <a:ext cx="1396826" cy="425861"/>
      </dsp:txXfrm>
    </dsp:sp>
    <dsp:sp modelId="{22F4890B-3AF7-42E3-9465-6D51CBFE7F22}">
      <dsp:nvSpPr>
        <dsp:cNvPr id="0" name=""/>
        <dsp:cNvSpPr/>
      </dsp:nvSpPr>
      <dsp:spPr>
        <a:xfrm>
          <a:off x="2382292" y="4645395"/>
          <a:ext cx="1396826" cy="4258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382292" y="4645395"/>
        <a:ext cx="1396826" cy="425861"/>
      </dsp:txXfrm>
    </dsp:sp>
    <dsp:sp modelId="{F9485734-481E-4A53-B2D5-97F403D795A0}">
      <dsp:nvSpPr>
        <dsp:cNvPr id="0" name=""/>
        <dsp:cNvSpPr/>
      </dsp:nvSpPr>
      <dsp:spPr>
        <a:xfrm>
          <a:off x="4058484" y="4645395"/>
          <a:ext cx="673508" cy="42586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>
              <a:solidFill>
                <a:srgbClr val="150F41"/>
              </a:solidFill>
            </a:rPr>
            <a:t>1</a:t>
          </a:r>
          <a:endParaRPr lang="es-EC" sz="1100" kern="1200" dirty="0">
            <a:solidFill>
              <a:srgbClr val="150F41"/>
            </a:solidFill>
          </a:endParaRPr>
        </a:p>
      </dsp:txBody>
      <dsp:txXfrm>
        <a:off x="4058484" y="4645395"/>
        <a:ext cx="673508" cy="425861"/>
      </dsp:txXfrm>
    </dsp:sp>
    <dsp:sp modelId="{F79FB1EC-FF45-40C7-BCB6-021087AEF7A4}">
      <dsp:nvSpPr>
        <dsp:cNvPr id="0" name=""/>
        <dsp:cNvSpPr/>
      </dsp:nvSpPr>
      <dsp:spPr>
        <a:xfrm>
          <a:off x="706099" y="5177722"/>
          <a:ext cx="1396826" cy="42586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chemeClr val="bg1"/>
              </a:solidFill>
            </a:rPr>
            <a:t>Auto</a:t>
          </a:r>
        </a:p>
      </dsp:txBody>
      <dsp:txXfrm>
        <a:off x="706099" y="5177722"/>
        <a:ext cx="1396826" cy="425861"/>
      </dsp:txXfrm>
    </dsp:sp>
    <dsp:sp modelId="{A6BD61BC-4141-400E-ACB2-D57F9AF06952}">
      <dsp:nvSpPr>
        <dsp:cNvPr id="0" name=""/>
        <dsp:cNvSpPr/>
      </dsp:nvSpPr>
      <dsp:spPr>
        <a:xfrm>
          <a:off x="2382292" y="5177722"/>
          <a:ext cx="1396826" cy="4258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382292" y="5177722"/>
        <a:ext cx="1396826" cy="425861"/>
      </dsp:txXfrm>
    </dsp:sp>
    <dsp:sp modelId="{62CD0928-6BCA-4D3E-A0AE-B8409B2849FD}">
      <dsp:nvSpPr>
        <dsp:cNvPr id="0" name=""/>
        <dsp:cNvSpPr/>
      </dsp:nvSpPr>
      <dsp:spPr>
        <a:xfrm>
          <a:off x="4058484" y="5177722"/>
          <a:ext cx="673508" cy="42586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>
              <a:solidFill>
                <a:srgbClr val="150F41"/>
              </a:solidFill>
            </a:rPr>
            <a:t>1</a:t>
          </a:r>
          <a:endParaRPr lang="es-EC" sz="1100" kern="1200" dirty="0">
            <a:solidFill>
              <a:srgbClr val="150F41"/>
            </a:solidFill>
          </a:endParaRPr>
        </a:p>
      </dsp:txBody>
      <dsp:txXfrm>
        <a:off x="4058484" y="5177722"/>
        <a:ext cx="673508" cy="425861"/>
      </dsp:txXfrm>
    </dsp:sp>
    <dsp:sp modelId="{93341C07-B5F1-4CC7-BB14-0920D0E784AE}">
      <dsp:nvSpPr>
        <dsp:cNvPr id="0" name=""/>
        <dsp:cNvSpPr/>
      </dsp:nvSpPr>
      <dsp:spPr>
        <a:xfrm>
          <a:off x="706099" y="5710049"/>
          <a:ext cx="1396826" cy="42586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chemeClr val="bg1"/>
              </a:solidFill>
            </a:rPr>
            <a:t>Banca Virtual / Banca Virtual Empresa</a:t>
          </a:r>
        </a:p>
      </dsp:txBody>
      <dsp:txXfrm>
        <a:off x="706099" y="5710049"/>
        <a:ext cx="1396826" cy="425861"/>
      </dsp:txXfrm>
    </dsp:sp>
    <dsp:sp modelId="{3A5EF45C-5D59-4585-B71A-DF482DAE80EE}">
      <dsp:nvSpPr>
        <dsp:cNvPr id="0" name=""/>
        <dsp:cNvSpPr/>
      </dsp:nvSpPr>
      <dsp:spPr>
        <a:xfrm>
          <a:off x="2382292" y="5710049"/>
          <a:ext cx="1396826" cy="42586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baseline="0" dirty="0">
              <a:solidFill>
                <a:srgbClr val="150F41"/>
              </a:solidFill>
            </a:rPr>
            <a:t>Cliente Digital</a:t>
          </a:r>
        </a:p>
      </dsp:txBody>
      <dsp:txXfrm>
        <a:off x="2382292" y="5710049"/>
        <a:ext cx="1396826" cy="425861"/>
      </dsp:txXfrm>
    </dsp:sp>
    <dsp:sp modelId="{AC7A7488-4047-4261-AB4A-0880674A7AEE}">
      <dsp:nvSpPr>
        <dsp:cNvPr id="0" name=""/>
        <dsp:cNvSpPr/>
      </dsp:nvSpPr>
      <dsp:spPr>
        <a:xfrm>
          <a:off x="4058484" y="5710049"/>
          <a:ext cx="673508" cy="42586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100" kern="1200" dirty="0">
              <a:solidFill>
                <a:srgbClr val="150F41"/>
              </a:solidFill>
            </a:rPr>
            <a:t>1</a:t>
          </a:r>
        </a:p>
      </dsp:txBody>
      <dsp:txXfrm>
        <a:off x="4058484" y="5710049"/>
        <a:ext cx="673508" cy="4258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D399B-B673-4ADD-B2C7-191B70275F26}">
      <dsp:nvSpPr>
        <dsp:cNvPr id="0" name=""/>
        <dsp:cNvSpPr/>
      </dsp:nvSpPr>
      <dsp:spPr>
        <a:xfrm>
          <a:off x="4090605" y="6341397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6379556"/>
        <a:ext cx="15122" cy="15122"/>
      </dsp:txXfrm>
    </dsp:sp>
    <dsp:sp modelId="{747CBD9F-0F68-4B8F-BAF3-AEE6DB596339}">
      <dsp:nvSpPr>
        <dsp:cNvPr id="0" name=""/>
        <dsp:cNvSpPr/>
      </dsp:nvSpPr>
      <dsp:spPr>
        <a:xfrm>
          <a:off x="2275884" y="6341397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6379556"/>
        <a:ext cx="15122" cy="15122"/>
      </dsp:txXfrm>
    </dsp:sp>
    <dsp:sp modelId="{B54A146A-C397-4393-8761-FDBFA51A4112}">
      <dsp:nvSpPr>
        <dsp:cNvPr id="0" name=""/>
        <dsp:cNvSpPr/>
      </dsp:nvSpPr>
      <dsp:spPr>
        <a:xfrm>
          <a:off x="461164" y="3793671"/>
          <a:ext cx="302453" cy="2593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226" y="0"/>
              </a:lnTo>
              <a:lnTo>
                <a:pt x="151226" y="2593445"/>
              </a:lnTo>
              <a:lnTo>
                <a:pt x="302453" y="259344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/>
        </a:p>
      </dsp:txBody>
      <dsp:txXfrm>
        <a:off x="547115" y="5025118"/>
        <a:ext cx="130551" cy="130551"/>
      </dsp:txXfrm>
    </dsp:sp>
    <dsp:sp modelId="{5C95B02D-F837-46A9-85F9-5F6D834B3855}">
      <dsp:nvSpPr>
        <dsp:cNvPr id="0" name=""/>
        <dsp:cNvSpPr/>
      </dsp:nvSpPr>
      <dsp:spPr>
        <a:xfrm>
          <a:off x="4090605" y="5765076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5803234"/>
        <a:ext cx="15122" cy="15122"/>
      </dsp:txXfrm>
    </dsp:sp>
    <dsp:sp modelId="{2AEE0977-4A75-4059-821D-B21488B2EDD3}">
      <dsp:nvSpPr>
        <dsp:cNvPr id="0" name=""/>
        <dsp:cNvSpPr/>
      </dsp:nvSpPr>
      <dsp:spPr>
        <a:xfrm>
          <a:off x="2275884" y="5765076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5803234"/>
        <a:ext cx="15122" cy="15122"/>
      </dsp:txXfrm>
    </dsp:sp>
    <dsp:sp modelId="{88664CCB-9214-4D82-86B3-EFDDCFEAF4FB}">
      <dsp:nvSpPr>
        <dsp:cNvPr id="0" name=""/>
        <dsp:cNvSpPr/>
      </dsp:nvSpPr>
      <dsp:spPr>
        <a:xfrm>
          <a:off x="461164" y="3793671"/>
          <a:ext cx="302453" cy="20171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226" y="0"/>
              </a:lnTo>
              <a:lnTo>
                <a:pt x="151226" y="2017124"/>
              </a:lnTo>
              <a:lnTo>
                <a:pt x="302453" y="201712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700" kern="1200">
            <a:solidFill>
              <a:schemeClr val="bg1"/>
            </a:solidFill>
          </a:endParaRPr>
        </a:p>
      </dsp:txBody>
      <dsp:txXfrm>
        <a:off x="561399" y="4751241"/>
        <a:ext cx="101983" cy="101983"/>
      </dsp:txXfrm>
    </dsp:sp>
    <dsp:sp modelId="{31F36AA4-DD88-458F-818F-4B4E19268883}">
      <dsp:nvSpPr>
        <dsp:cNvPr id="0" name=""/>
        <dsp:cNvSpPr/>
      </dsp:nvSpPr>
      <dsp:spPr>
        <a:xfrm>
          <a:off x="4090605" y="5188754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5226913"/>
        <a:ext cx="15122" cy="15122"/>
      </dsp:txXfrm>
    </dsp:sp>
    <dsp:sp modelId="{FEF38621-C909-48CF-B14E-859997849F5A}">
      <dsp:nvSpPr>
        <dsp:cNvPr id="0" name=""/>
        <dsp:cNvSpPr/>
      </dsp:nvSpPr>
      <dsp:spPr>
        <a:xfrm>
          <a:off x="2275884" y="5188754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5226913"/>
        <a:ext cx="15122" cy="15122"/>
      </dsp:txXfrm>
    </dsp:sp>
    <dsp:sp modelId="{E7448DA2-ABEA-4A21-9757-53D581D7F3FD}">
      <dsp:nvSpPr>
        <dsp:cNvPr id="0" name=""/>
        <dsp:cNvSpPr/>
      </dsp:nvSpPr>
      <dsp:spPr>
        <a:xfrm>
          <a:off x="461164" y="3793671"/>
          <a:ext cx="302453" cy="144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226" y="0"/>
              </a:lnTo>
              <a:lnTo>
                <a:pt x="151226" y="1440803"/>
              </a:lnTo>
              <a:lnTo>
                <a:pt x="302453" y="144080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75585" y="4477267"/>
        <a:ext cx="73610" cy="73610"/>
      </dsp:txXfrm>
    </dsp:sp>
    <dsp:sp modelId="{73FD337A-6A62-440C-AAA2-FFC3EC6938DE}">
      <dsp:nvSpPr>
        <dsp:cNvPr id="0" name=""/>
        <dsp:cNvSpPr/>
      </dsp:nvSpPr>
      <dsp:spPr>
        <a:xfrm>
          <a:off x="4090605" y="4612433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4650592"/>
        <a:ext cx="15122" cy="15122"/>
      </dsp:txXfrm>
    </dsp:sp>
    <dsp:sp modelId="{41991A70-5495-4DA6-ADF1-52AE3035041A}">
      <dsp:nvSpPr>
        <dsp:cNvPr id="0" name=""/>
        <dsp:cNvSpPr/>
      </dsp:nvSpPr>
      <dsp:spPr>
        <a:xfrm>
          <a:off x="2275884" y="4612433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4650592"/>
        <a:ext cx="15122" cy="15122"/>
      </dsp:txXfrm>
    </dsp:sp>
    <dsp:sp modelId="{EA21B7AA-9486-4067-B349-50CE4D95F9B9}">
      <dsp:nvSpPr>
        <dsp:cNvPr id="0" name=""/>
        <dsp:cNvSpPr/>
      </dsp:nvSpPr>
      <dsp:spPr>
        <a:xfrm>
          <a:off x="461164" y="3793671"/>
          <a:ext cx="302453" cy="8644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226" y="0"/>
              </a:lnTo>
              <a:lnTo>
                <a:pt x="151226" y="864481"/>
              </a:lnTo>
              <a:lnTo>
                <a:pt x="302453" y="86448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89494" y="4203015"/>
        <a:ext cx="45793" cy="45793"/>
      </dsp:txXfrm>
    </dsp:sp>
    <dsp:sp modelId="{7B24AA88-93EC-4ACD-A3A2-F98FFA8C9C81}">
      <dsp:nvSpPr>
        <dsp:cNvPr id="0" name=""/>
        <dsp:cNvSpPr/>
      </dsp:nvSpPr>
      <dsp:spPr>
        <a:xfrm>
          <a:off x="4090605" y="4036112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4074270"/>
        <a:ext cx="15122" cy="15122"/>
      </dsp:txXfrm>
    </dsp:sp>
    <dsp:sp modelId="{4D78C0FD-C85D-44AE-95F1-5625C530C688}">
      <dsp:nvSpPr>
        <dsp:cNvPr id="0" name=""/>
        <dsp:cNvSpPr/>
      </dsp:nvSpPr>
      <dsp:spPr>
        <a:xfrm>
          <a:off x="2275884" y="4036112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4074270"/>
        <a:ext cx="15122" cy="15122"/>
      </dsp:txXfrm>
    </dsp:sp>
    <dsp:sp modelId="{F7C38909-BE07-464E-834D-BDCFBA258100}">
      <dsp:nvSpPr>
        <dsp:cNvPr id="0" name=""/>
        <dsp:cNvSpPr/>
      </dsp:nvSpPr>
      <dsp:spPr>
        <a:xfrm>
          <a:off x="461164" y="3793671"/>
          <a:ext cx="302453" cy="2881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226" y="0"/>
              </a:lnTo>
              <a:lnTo>
                <a:pt x="151226" y="288160"/>
              </a:lnTo>
              <a:lnTo>
                <a:pt x="302453" y="28816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601947" y="3927308"/>
        <a:ext cx="20887" cy="20887"/>
      </dsp:txXfrm>
    </dsp:sp>
    <dsp:sp modelId="{FE941F1F-20CA-4C55-B397-5F4B1C4D50F1}">
      <dsp:nvSpPr>
        <dsp:cNvPr id="0" name=""/>
        <dsp:cNvSpPr/>
      </dsp:nvSpPr>
      <dsp:spPr>
        <a:xfrm>
          <a:off x="4090605" y="3459790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3497949"/>
        <a:ext cx="15122" cy="15122"/>
      </dsp:txXfrm>
    </dsp:sp>
    <dsp:sp modelId="{6E352E3A-D0F9-481B-A998-5B020A8C76CE}">
      <dsp:nvSpPr>
        <dsp:cNvPr id="0" name=""/>
        <dsp:cNvSpPr/>
      </dsp:nvSpPr>
      <dsp:spPr>
        <a:xfrm>
          <a:off x="2275884" y="3459790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3497949"/>
        <a:ext cx="15122" cy="15122"/>
      </dsp:txXfrm>
    </dsp:sp>
    <dsp:sp modelId="{FE9BAB8F-E46F-4F0B-9F5C-E8662C1E6217}">
      <dsp:nvSpPr>
        <dsp:cNvPr id="0" name=""/>
        <dsp:cNvSpPr/>
      </dsp:nvSpPr>
      <dsp:spPr>
        <a:xfrm>
          <a:off x="461164" y="3505510"/>
          <a:ext cx="302453" cy="288160"/>
        </a:xfrm>
        <a:custGeom>
          <a:avLst/>
          <a:gdLst/>
          <a:ahLst/>
          <a:cxnLst/>
          <a:rect l="0" t="0" r="0" b="0"/>
          <a:pathLst>
            <a:path>
              <a:moveTo>
                <a:pt x="0" y="288160"/>
              </a:moveTo>
              <a:lnTo>
                <a:pt x="151226" y="288160"/>
              </a:lnTo>
              <a:lnTo>
                <a:pt x="151226" y="0"/>
              </a:lnTo>
              <a:lnTo>
                <a:pt x="30245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601947" y="3639147"/>
        <a:ext cx="20887" cy="20887"/>
      </dsp:txXfrm>
    </dsp:sp>
    <dsp:sp modelId="{E3EB1B03-3487-40DA-947F-CE0DCBC1024C}">
      <dsp:nvSpPr>
        <dsp:cNvPr id="0" name=""/>
        <dsp:cNvSpPr/>
      </dsp:nvSpPr>
      <dsp:spPr>
        <a:xfrm>
          <a:off x="4090605" y="2883469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2921628"/>
        <a:ext cx="15122" cy="15122"/>
      </dsp:txXfrm>
    </dsp:sp>
    <dsp:sp modelId="{1025C237-A869-49AD-9337-1D7407CAC99C}">
      <dsp:nvSpPr>
        <dsp:cNvPr id="0" name=""/>
        <dsp:cNvSpPr/>
      </dsp:nvSpPr>
      <dsp:spPr>
        <a:xfrm>
          <a:off x="2275884" y="2883469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2921628"/>
        <a:ext cx="15122" cy="15122"/>
      </dsp:txXfrm>
    </dsp:sp>
    <dsp:sp modelId="{FA624BE1-9ACC-4E7D-9F6D-BDD9E6D78BF6}">
      <dsp:nvSpPr>
        <dsp:cNvPr id="0" name=""/>
        <dsp:cNvSpPr/>
      </dsp:nvSpPr>
      <dsp:spPr>
        <a:xfrm>
          <a:off x="461164" y="2929189"/>
          <a:ext cx="302453" cy="864481"/>
        </a:xfrm>
        <a:custGeom>
          <a:avLst/>
          <a:gdLst/>
          <a:ahLst/>
          <a:cxnLst/>
          <a:rect l="0" t="0" r="0" b="0"/>
          <a:pathLst>
            <a:path>
              <a:moveTo>
                <a:pt x="0" y="864481"/>
              </a:moveTo>
              <a:lnTo>
                <a:pt x="151226" y="864481"/>
              </a:lnTo>
              <a:lnTo>
                <a:pt x="151226" y="0"/>
              </a:lnTo>
              <a:lnTo>
                <a:pt x="30245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89494" y="3338533"/>
        <a:ext cx="45793" cy="45793"/>
      </dsp:txXfrm>
    </dsp:sp>
    <dsp:sp modelId="{60DB86B8-AB26-4AE4-820F-80100E439A3D}">
      <dsp:nvSpPr>
        <dsp:cNvPr id="0" name=""/>
        <dsp:cNvSpPr/>
      </dsp:nvSpPr>
      <dsp:spPr>
        <a:xfrm>
          <a:off x="4090605" y="2307148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2345306"/>
        <a:ext cx="15122" cy="15122"/>
      </dsp:txXfrm>
    </dsp:sp>
    <dsp:sp modelId="{0B2C3DEE-29F0-4A70-9C19-F3A6568122D1}">
      <dsp:nvSpPr>
        <dsp:cNvPr id="0" name=""/>
        <dsp:cNvSpPr/>
      </dsp:nvSpPr>
      <dsp:spPr>
        <a:xfrm>
          <a:off x="2275884" y="2307148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2345306"/>
        <a:ext cx="15122" cy="15122"/>
      </dsp:txXfrm>
    </dsp:sp>
    <dsp:sp modelId="{E43A60A7-9DDF-42B2-A812-4D4F0F75076B}">
      <dsp:nvSpPr>
        <dsp:cNvPr id="0" name=""/>
        <dsp:cNvSpPr/>
      </dsp:nvSpPr>
      <dsp:spPr>
        <a:xfrm>
          <a:off x="461164" y="2352868"/>
          <a:ext cx="302453" cy="1440803"/>
        </a:xfrm>
        <a:custGeom>
          <a:avLst/>
          <a:gdLst/>
          <a:ahLst/>
          <a:cxnLst/>
          <a:rect l="0" t="0" r="0" b="0"/>
          <a:pathLst>
            <a:path>
              <a:moveTo>
                <a:pt x="0" y="1440803"/>
              </a:moveTo>
              <a:lnTo>
                <a:pt x="151226" y="1440803"/>
              </a:lnTo>
              <a:lnTo>
                <a:pt x="151226" y="0"/>
              </a:lnTo>
              <a:lnTo>
                <a:pt x="30245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75585" y="3036464"/>
        <a:ext cx="73610" cy="73610"/>
      </dsp:txXfrm>
    </dsp:sp>
    <dsp:sp modelId="{E66A7893-53DE-4C20-97F3-42A6AE3BBEA4}">
      <dsp:nvSpPr>
        <dsp:cNvPr id="0" name=""/>
        <dsp:cNvSpPr/>
      </dsp:nvSpPr>
      <dsp:spPr>
        <a:xfrm>
          <a:off x="4090605" y="1730826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1768985"/>
        <a:ext cx="15122" cy="15122"/>
      </dsp:txXfrm>
    </dsp:sp>
    <dsp:sp modelId="{5E4E42DD-3DC5-4B9C-A797-9F0465C2C0C2}">
      <dsp:nvSpPr>
        <dsp:cNvPr id="0" name=""/>
        <dsp:cNvSpPr/>
      </dsp:nvSpPr>
      <dsp:spPr>
        <a:xfrm>
          <a:off x="2275884" y="1730826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1768985"/>
        <a:ext cx="15122" cy="15122"/>
      </dsp:txXfrm>
    </dsp:sp>
    <dsp:sp modelId="{F31F3F23-7C72-452A-ADC8-1CB2C7B14B46}">
      <dsp:nvSpPr>
        <dsp:cNvPr id="0" name=""/>
        <dsp:cNvSpPr/>
      </dsp:nvSpPr>
      <dsp:spPr>
        <a:xfrm>
          <a:off x="461164" y="1776546"/>
          <a:ext cx="302453" cy="2017124"/>
        </a:xfrm>
        <a:custGeom>
          <a:avLst/>
          <a:gdLst/>
          <a:ahLst/>
          <a:cxnLst/>
          <a:rect l="0" t="0" r="0" b="0"/>
          <a:pathLst>
            <a:path>
              <a:moveTo>
                <a:pt x="0" y="2017124"/>
              </a:moveTo>
              <a:lnTo>
                <a:pt x="151226" y="2017124"/>
              </a:lnTo>
              <a:lnTo>
                <a:pt x="151226" y="0"/>
              </a:lnTo>
              <a:lnTo>
                <a:pt x="30245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700" kern="1200">
            <a:solidFill>
              <a:schemeClr val="bg1"/>
            </a:solidFill>
          </a:endParaRPr>
        </a:p>
      </dsp:txBody>
      <dsp:txXfrm>
        <a:off x="561399" y="2734117"/>
        <a:ext cx="101983" cy="101983"/>
      </dsp:txXfrm>
    </dsp:sp>
    <dsp:sp modelId="{A127D93A-C082-4168-98F1-0A3741E23D2D}">
      <dsp:nvSpPr>
        <dsp:cNvPr id="0" name=""/>
        <dsp:cNvSpPr/>
      </dsp:nvSpPr>
      <dsp:spPr>
        <a:xfrm>
          <a:off x="4090605" y="1154505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1192664"/>
        <a:ext cx="15122" cy="15122"/>
      </dsp:txXfrm>
    </dsp:sp>
    <dsp:sp modelId="{3F3348B2-04C2-46F8-8EB7-421170EC45A5}">
      <dsp:nvSpPr>
        <dsp:cNvPr id="0" name=""/>
        <dsp:cNvSpPr/>
      </dsp:nvSpPr>
      <dsp:spPr>
        <a:xfrm>
          <a:off x="2275884" y="1154505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1192664"/>
        <a:ext cx="15122" cy="15122"/>
      </dsp:txXfrm>
    </dsp:sp>
    <dsp:sp modelId="{92090F43-5B4E-4749-BCAA-CA724B1D4710}">
      <dsp:nvSpPr>
        <dsp:cNvPr id="0" name=""/>
        <dsp:cNvSpPr/>
      </dsp:nvSpPr>
      <dsp:spPr>
        <a:xfrm>
          <a:off x="461164" y="1200225"/>
          <a:ext cx="302453" cy="2593445"/>
        </a:xfrm>
        <a:custGeom>
          <a:avLst/>
          <a:gdLst/>
          <a:ahLst/>
          <a:cxnLst/>
          <a:rect l="0" t="0" r="0" b="0"/>
          <a:pathLst>
            <a:path>
              <a:moveTo>
                <a:pt x="0" y="2593445"/>
              </a:moveTo>
              <a:lnTo>
                <a:pt x="151226" y="2593445"/>
              </a:lnTo>
              <a:lnTo>
                <a:pt x="151226" y="0"/>
              </a:lnTo>
              <a:lnTo>
                <a:pt x="30245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>
            <a:solidFill>
              <a:schemeClr val="bg1"/>
            </a:solidFill>
          </a:endParaRPr>
        </a:p>
      </dsp:txBody>
      <dsp:txXfrm>
        <a:off x="547115" y="2431672"/>
        <a:ext cx="130551" cy="130551"/>
      </dsp:txXfrm>
    </dsp:sp>
    <dsp:sp modelId="{1A8C8775-11A9-4910-9DB9-4ADDC072442C}">
      <dsp:nvSpPr>
        <dsp:cNvPr id="0" name=""/>
        <dsp:cNvSpPr/>
      </dsp:nvSpPr>
      <dsp:spPr>
        <a:xfrm rot="16200000">
          <a:off x="-982672" y="3563142"/>
          <a:ext cx="2426616" cy="4610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000" kern="1200">
              <a:solidFill>
                <a:schemeClr val="bg1"/>
              </a:solidFill>
            </a:rPr>
            <a:t>Uso</a:t>
          </a:r>
          <a:endParaRPr lang="es-EC" sz="3000" kern="1200" dirty="0">
            <a:solidFill>
              <a:schemeClr val="bg1"/>
            </a:solidFill>
          </a:endParaRPr>
        </a:p>
      </dsp:txBody>
      <dsp:txXfrm>
        <a:off x="-982672" y="3563142"/>
        <a:ext cx="2426616" cy="461057"/>
      </dsp:txXfrm>
    </dsp:sp>
    <dsp:sp modelId="{B2ADA6F2-50C6-4A88-AAA9-37F38027290A}">
      <dsp:nvSpPr>
        <dsp:cNvPr id="0" name=""/>
        <dsp:cNvSpPr/>
      </dsp:nvSpPr>
      <dsp:spPr>
        <a:xfrm>
          <a:off x="763617" y="969697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Cuentas</a:t>
          </a:r>
        </a:p>
      </dsp:txBody>
      <dsp:txXfrm>
        <a:off x="763617" y="969697"/>
        <a:ext cx="1512267" cy="461057"/>
      </dsp:txXfrm>
    </dsp:sp>
    <dsp:sp modelId="{0D1B3F7F-30ED-4F6C-931F-D0F75EB516EC}">
      <dsp:nvSpPr>
        <dsp:cNvPr id="0" name=""/>
        <dsp:cNvSpPr/>
      </dsp:nvSpPr>
      <dsp:spPr>
        <a:xfrm>
          <a:off x="2578338" y="969697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1 deposito + 1 transferencia (</a:t>
          </a:r>
          <a:r>
            <a:rPr lang="es-EC" sz="1200" kern="1200" baseline="0" dirty="0" err="1">
              <a:solidFill>
                <a:srgbClr val="150F41"/>
              </a:solidFill>
            </a:rPr>
            <a:t>últ</a:t>
          </a:r>
          <a:r>
            <a:rPr lang="es-EC" sz="1200" kern="1200" baseline="0" dirty="0">
              <a:solidFill>
                <a:srgbClr val="150F41"/>
              </a:solidFill>
            </a:rPr>
            <a:t> mes)</a:t>
          </a:r>
        </a:p>
      </dsp:txBody>
      <dsp:txXfrm>
        <a:off x="2578338" y="969697"/>
        <a:ext cx="1512267" cy="461057"/>
      </dsp:txXfrm>
    </dsp:sp>
    <dsp:sp modelId="{0B6CCB4A-7225-4330-8D7C-CAD770CEC914}">
      <dsp:nvSpPr>
        <dsp:cNvPr id="0" name=""/>
        <dsp:cNvSpPr/>
      </dsp:nvSpPr>
      <dsp:spPr>
        <a:xfrm>
          <a:off x="4393058" y="969697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969697"/>
        <a:ext cx="729169" cy="461057"/>
      </dsp:txXfrm>
    </dsp:sp>
    <dsp:sp modelId="{8F7C36BE-E589-4461-8F16-778807C0B166}">
      <dsp:nvSpPr>
        <dsp:cNvPr id="0" name=""/>
        <dsp:cNvSpPr/>
      </dsp:nvSpPr>
      <dsp:spPr>
        <a:xfrm>
          <a:off x="763617" y="1546018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Tarjetas</a:t>
          </a:r>
        </a:p>
      </dsp:txBody>
      <dsp:txXfrm>
        <a:off x="763617" y="1546018"/>
        <a:ext cx="1512267" cy="461057"/>
      </dsp:txXfrm>
    </dsp:sp>
    <dsp:sp modelId="{6F6144C2-8CC6-4AA7-AF21-168289CF647E}">
      <dsp:nvSpPr>
        <dsp:cNvPr id="0" name=""/>
        <dsp:cNvSpPr/>
      </dsp:nvSpPr>
      <dsp:spPr>
        <a:xfrm>
          <a:off x="2578338" y="1546018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consumo recurrente – consumo (</a:t>
          </a:r>
          <a:r>
            <a:rPr lang="es-EC" sz="1200" kern="1200" baseline="0" dirty="0" err="1">
              <a:solidFill>
                <a:srgbClr val="150F41"/>
              </a:solidFill>
            </a:rPr>
            <a:t>últ</a:t>
          </a:r>
          <a:r>
            <a:rPr lang="es-EC" sz="1200" kern="1200" baseline="0" dirty="0">
              <a:solidFill>
                <a:srgbClr val="150F41"/>
              </a:solidFill>
            </a:rPr>
            <a:t> mes)</a:t>
          </a:r>
        </a:p>
      </dsp:txBody>
      <dsp:txXfrm>
        <a:off x="2578338" y="1546018"/>
        <a:ext cx="1512267" cy="461057"/>
      </dsp:txXfrm>
    </dsp:sp>
    <dsp:sp modelId="{B4C17056-AF94-4420-AB8F-2D52248DC182}">
      <dsp:nvSpPr>
        <dsp:cNvPr id="0" name=""/>
        <dsp:cNvSpPr/>
      </dsp:nvSpPr>
      <dsp:spPr>
        <a:xfrm>
          <a:off x="4393058" y="1546018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1546018"/>
        <a:ext cx="729169" cy="461057"/>
      </dsp:txXfrm>
    </dsp:sp>
    <dsp:sp modelId="{32ACC1F6-D5B9-4CEA-991A-2E04658BD206}">
      <dsp:nvSpPr>
        <dsp:cNvPr id="0" name=""/>
        <dsp:cNvSpPr/>
      </dsp:nvSpPr>
      <dsp:spPr>
        <a:xfrm>
          <a:off x="763617" y="2122339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Seguros V / Asistencia</a:t>
          </a:r>
        </a:p>
      </dsp:txBody>
      <dsp:txXfrm>
        <a:off x="763617" y="2122339"/>
        <a:ext cx="1512267" cy="461057"/>
      </dsp:txXfrm>
    </dsp:sp>
    <dsp:sp modelId="{7BB34EAD-A9D4-4433-82FB-8D85B83831B2}">
      <dsp:nvSpPr>
        <dsp:cNvPr id="0" name=""/>
        <dsp:cNvSpPr/>
      </dsp:nvSpPr>
      <dsp:spPr>
        <a:xfrm>
          <a:off x="2578338" y="2122339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Débito (</a:t>
          </a:r>
          <a:r>
            <a:rPr lang="es-EC" sz="1200" kern="1200" baseline="0" dirty="0" err="1">
              <a:solidFill>
                <a:srgbClr val="150F41"/>
              </a:solidFill>
            </a:rPr>
            <a:t>últ</a:t>
          </a:r>
          <a:r>
            <a:rPr lang="es-EC" sz="1200" kern="1200" baseline="0" dirty="0">
              <a:solidFill>
                <a:srgbClr val="150F41"/>
              </a:solidFill>
            </a:rPr>
            <a:t> mes)</a:t>
          </a:r>
        </a:p>
      </dsp:txBody>
      <dsp:txXfrm>
        <a:off x="2578338" y="2122339"/>
        <a:ext cx="1512267" cy="461057"/>
      </dsp:txXfrm>
    </dsp:sp>
    <dsp:sp modelId="{B2BD390E-5AA1-48EE-BC8C-249D037084F5}">
      <dsp:nvSpPr>
        <dsp:cNvPr id="0" name=""/>
        <dsp:cNvSpPr/>
      </dsp:nvSpPr>
      <dsp:spPr>
        <a:xfrm>
          <a:off x="4393058" y="2122339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1</a:t>
          </a:r>
        </a:p>
      </dsp:txBody>
      <dsp:txXfrm>
        <a:off x="4393058" y="2122339"/>
        <a:ext cx="729169" cy="461057"/>
      </dsp:txXfrm>
    </dsp:sp>
    <dsp:sp modelId="{BEDCAB73-F473-4593-A1D1-34DA9B04C965}">
      <dsp:nvSpPr>
        <dsp:cNvPr id="0" name=""/>
        <dsp:cNvSpPr/>
      </dsp:nvSpPr>
      <dsp:spPr>
        <a:xfrm>
          <a:off x="763617" y="2698661"/>
          <a:ext cx="1512267" cy="461057"/>
        </a:xfrm>
        <a:prstGeom prst="rect">
          <a:avLst/>
        </a:prstGeom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Crédito</a:t>
          </a:r>
        </a:p>
      </dsp:txBody>
      <dsp:txXfrm>
        <a:off x="763617" y="2698661"/>
        <a:ext cx="1512267" cy="461057"/>
      </dsp:txXfrm>
    </dsp:sp>
    <dsp:sp modelId="{0BA20883-AC06-46A2-BDB2-084685A86392}">
      <dsp:nvSpPr>
        <dsp:cNvPr id="0" name=""/>
        <dsp:cNvSpPr/>
      </dsp:nvSpPr>
      <dsp:spPr>
        <a:xfrm>
          <a:off x="2578338" y="2698661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578338" y="2698661"/>
        <a:ext cx="1512267" cy="461057"/>
      </dsp:txXfrm>
    </dsp:sp>
    <dsp:sp modelId="{FBC4DB25-4C66-409B-8343-CDA5C3416EF5}">
      <dsp:nvSpPr>
        <dsp:cNvPr id="0" name=""/>
        <dsp:cNvSpPr/>
      </dsp:nvSpPr>
      <dsp:spPr>
        <a:xfrm>
          <a:off x="4393058" y="2698661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2698661"/>
        <a:ext cx="729169" cy="461057"/>
      </dsp:txXfrm>
    </dsp:sp>
    <dsp:sp modelId="{DAE82DBF-0D60-41F0-896E-3650DCF6B75A}">
      <dsp:nvSpPr>
        <dsp:cNvPr id="0" name=""/>
        <dsp:cNvSpPr/>
      </dsp:nvSpPr>
      <dsp:spPr>
        <a:xfrm>
          <a:off x="763617" y="3274982"/>
          <a:ext cx="1512267" cy="461057"/>
        </a:xfrm>
        <a:prstGeom prst="rect">
          <a:avLst/>
        </a:prstGeom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Póliza</a:t>
          </a:r>
        </a:p>
      </dsp:txBody>
      <dsp:txXfrm>
        <a:off x="763617" y="3274982"/>
        <a:ext cx="1512267" cy="461057"/>
      </dsp:txXfrm>
    </dsp:sp>
    <dsp:sp modelId="{A84F1D51-BB5A-4796-9230-3A120D891569}">
      <dsp:nvSpPr>
        <dsp:cNvPr id="0" name=""/>
        <dsp:cNvSpPr/>
      </dsp:nvSpPr>
      <dsp:spPr>
        <a:xfrm>
          <a:off x="2578338" y="3274982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578338" y="3274982"/>
        <a:ext cx="1512267" cy="461057"/>
      </dsp:txXfrm>
    </dsp:sp>
    <dsp:sp modelId="{A3CE5435-1141-42DD-980C-414E23182890}">
      <dsp:nvSpPr>
        <dsp:cNvPr id="0" name=""/>
        <dsp:cNvSpPr/>
      </dsp:nvSpPr>
      <dsp:spPr>
        <a:xfrm>
          <a:off x="4393058" y="3274982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3274982"/>
        <a:ext cx="729169" cy="461057"/>
      </dsp:txXfrm>
    </dsp:sp>
    <dsp:sp modelId="{FDF91A2A-2A66-4C6C-A86A-CDF4326DA8EE}">
      <dsp:nvSpPr>
        <dsp:cNvPr id="0" name=""/>
        <dsp:cNvSpPr/>
      </dsp:nvSpPr>
      <dsp:spPr>
        <a:xfrm>
          <a:off x="763617" y="3851303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Ahorro Meta</a:t>
          </a:r>
        </a:p>
      </dsp:txBody>
      <dsp:txXfrm>
        <a:off x="763617" y="3851303"/>
        <a:ext cx="1512267" cy="461057"/>
      </dsp:txXfrm>
    </dsp:sp>
    <dsp:sp modelId="{39579ECC-5A3F-4DBE-B681-3E450FCC0508}">
      <dsp:nvSpPr>
        <dsp:cNvPr id="0" name=""/>
        <dsp:cNvSpPr/>
      </dsp:nvSpPr>
      <dsp:spPr>
        <a:xfrm>
          <a:off x="2578338" y="3851303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Saldo en Meta</a:t>
          </a:r>
        </a:p>
      </dsp:txBody>
      <dsp:txXfrm>
        <a:off x="2578338" y="3851303"/>
        <a:ext cx="1512267" cy="461057"/>
      </dsp:txXfrm>
    </dsp:sp>
    <dsp:sp modelId="{6C0DA723-208C-456B-8DC0-14BE49161222}">
      <dsp:nvSpPr>
        <dsp:cNvPr id="0" name=""/>
        <dsp:cNvSpPr/>
      </dsp:nvSpPr>
      <dsp:spPr>
        <a:xfrm>
          <a:off x="4393058" y="3851303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3851303"/>
        <a:ext cx="729169" cy="461057"/>
      </dsp:txXfrm>
    </dsp:sp>
    <dsp:sp modelId="{C3BAA938-E657-4B3A-9C99-A24D140B8CBB}">
      <dsp:nvSpPr>
        <dsp:cNvPr id="0" name=""/>
        <dsp:cNvSpPr/>
      </dsp:nvSpPr>
      <dsp:spPr>
        <a:xfrm>
          <a:off x="763617" y="4427624"/>
          <a:ext cx="1512267" cy="461057"/>
        </a:xfrm>
        <a:prstGeom prst="rect">
          <a:avLst/>
        </a:prstGeom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Hipotecario</a:t>
          </a:r>
        </a:p>
      </dsp:txBody>
      <dsp:txXfrm>
        <a:off x="763617" y="4427624"/>
        <a:ext cx="1512267" cy="461057"/>
      </dsp:txXfrm>
    </dsp:sp>
    <dsp:sp modelId="{22F4890B-3AF7-42E3-9465-6D51CBFE7F22}">
      <dsp:nvSpPr>
        <dsp:cNvPr id="0" name=""/>
        <dsp:cNvSpPr/>
      </dsp:nvSpPr>
      <dsp:spPr>
        <a:xfrm>
          <a:off x="2578338" y="4427624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578338" y="4427624"/>
        <a:ext cx="1512267" cy="461057"/>
      </dsp:txXfrm>
    </dsp:sp>
    <dsp:sp modelId="{F9485734-481E-4A53-B2D5-97F403D795A0}">
      <dsp:nvSpPr>
        <dsp:cNvPr id="0" name=""/>
        <dsp:cNvSpPr/>
      </dsp:nvSpPr>
      <dsp:spPr>
        <a:xfrm>
          <a:off x="4393058" y="4427624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4427624"/>
        <a:ext cx="729169" cy="461057"/>
      </dsp:txXfrm>
    </dsp:sp>
    <dsp:sp modelId="{F79FB1EC-FF45-40C7-BCB6-021087AEF7A4}">
      <dsp:nvSpPr>
        <dsp:cNvPr id="0" name=""/>
        <dsp:cNvSpPr/>
      </dsp:nvSpPr>
      <dsp:spPr>
        <a:xfrm>
          <a:off x="763617" y="5003946"/>
          <a:ext cx="1512267" cy="461057"/>
        </a:xfrm>
        <a:prstGeom prst="rect">
          <a:avLst/>
        </a:prstGeom>
        <a:gradFill rotWithShape="0">
          <a:gsLst>
            <a:gs pos="96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Auto</a:t>
          </a:r>
        </a:p>
      </dsp:txBody>
      <dsp:txXfrm>
        <a:off x="763617" y="5003946"/>
        <a:ext cx="1512267" cy="461057"/>
      </dsp:txXfrm>
    </dsp:sp>
    <dsp:sp modelId="{A6BD61BC-4141-400E-ACB2-D57F9AF06952}">
      <dsp:nvSpPr>
        <dsp:cNvPr id="0" name=""/>
        <dsp:cNvSpPr/>
      </dsp:nvSpPr>
      <dsp:spPr>
        <a:xfrm>
          <a:off x="2578338" y="5003946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578338" y="5003946"/>
        <a:ext cx="1512267" cy="461057"/>
      </dsp:txXfrm>
    </dsp:sp>
    <dsp:sp modelId="{62CD0928-6BCA-4D3E-A0AE-B8409B2849FD}">
      <dsp:nvSpPr>
        <dsp:cNvPr id="0" name=""/>
        <dsp:cNvSpPr/>
      </dsp:nvSpPr>
      <dsp:spPr>
        <a:xfrm>
          <a:off x="4393058" y="5003946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5003946"/>
        <a:ext cx="729169" cy="461057"/>
      </dsp:txXfrm>
    </dsp:sp>
    <dsp:sp modelId="{93341C07-B5F1-4CC7-BB14-0920D0E784AE}">
      <dsp:nvSpPr>
        <dsp:cNvPr id="0" name=""/>
        <dsp:cNvSpPr/>
      </dsp:nvSpPr>
      <dsp:spPr>
        <a:xfrm>
          <a:off x="763617" y="5580267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Banca Virtual / Banca Virtual Empresa</a:t>
          </a:r>
        </a:p>
      </dsp:txBody>
      <dsp:txXfrm>
        <a:off x="763617" y="5580267"/>
        <a:ext cx="1512267" cy="461057"/>
      </dsp:txXfrm>
    </dsp:sp>
    <dsp:sp modelId="{3A5EF45C-5D59-4585-B71A-DF482DAE80EE}">
      <dsp:nvSpPr>
        <dsp:cNvPr id="0" name=""/>
        <dsp:cNvSpPr/>
      </dsp:nvSpPr>
      <dsp:spPr>
        <a:xfrm>
          <a:off x="2578338" y="5580267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Cliente Digital</a:t>
          </a:r>
        </a:p>
      </dsp:txBody>
      <dsp:txXfrm>
        <a:off x="2578338" y="5580267"/>
        <a:ext cx="1512267" cy="461057"/>
      </dsp:txXfrm>
    </dsp:sp>
    <dsp:sp modelId="{AC7A7488-4047-4261-AB4A-0880674A7AEE}">
      <dsp:nvSpPr>
        <dsp:cNvPr id="0" name=""/>
        <dsp:cNvSpPr/>
      </dsp:nvSpPr>
      <dsp:spPr>
        <a:xfrm>
          <a:off x="4393058" y="5580267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1</a:t>
          </a:r>
        </a:p>
      </dsp:txBody>
      <dsp:txXfrm>
        <a:off x="4393058" y="5580267"/>
        <a:ext cx="729169" cy="461057"/>
      </dsp:txXfrm>
    </dsp:sp>
    <dsp:sp modelId="{75224694-FEBD-44E2-8AFD-7986A3DACA1B}">
      <dsp:nvSpPr>
        <dsp:cNvPr id="0" name=""/>
        <dsp:cNvSpPr/>
      </dsp:nvSpPr>
      <dsp:spPr>
        <a:xfrm>
          <a:off x="763617" y="6156588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chemeClr val="bg1"/>
              </a:solidFill>
            </a:rPr>
            <a:t>Nómina</a:t>
          </a:r>
        </a:p>
      </dsp:txBody>
      <dsp:txXfrm>
        <a:off x="763617" y="6156588"/>
        <a:ext cx="1512267" cy="461057"/>
      </dsp:txXfrm>
    </dsp:sp>
    <dsp:sp modelId="{D89E6211-9339-4E00-83E1-A64D8A24E0D9}">
      <dsp:nvSpPr>
        <dsp:cNvPr id="0" name=""/>
        <dsp:cNvSpPr/>
      </dsp:nvSpPr>
      <dsp:spPr>
        <a:xfrm>
          <a:off x="2578338" y="6156588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Tener Producto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2578338" y="6156588"/>
        <a:ext cx="1512267" cy="461057"/>
      </dsp:txXfrm>
    </dsp:sp>
    <dsp:sp modelId="{456F0F22-75ED-457F-8E88-1EB5484B99EB}">
      <dsp:nvSpPr>
        <dsp:cNvPr id="0" name=""/>
        <dsp:cNvSpPr/>
      </dsp:nvSpPr>
      <dsp:spPr>
        <a:xfrm>
          <a:off x="4393058" y="6156588"/>
          <a:ext cx="71989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6156588"/>
        <a:ext cx="719899" cy="4610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2D9ED-EB2C-4E20-890A-87B6433763BD}">
      <dsp:nvSpPr>
        <dsp:cNvPr id="0" name=""/>
        <dsp:cNvSpPr/>
      </dsp:nvSpPr>
      <dsp:spPr>
        <a:xfrm>
          <a:off x="4550594" y="5229040"/>
          <a:ext cx="162343" cy="464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464015"/>
              </a:lnTo>
              <a:lnTo>
                <a:pt x="162343" y="46401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9476" y="5448758"/>
        <a:ext cx="24579" cy="24579"/>
      </dsp:txXfrm>
    </dsp:sp>
    <dsp:sp modelId="{4BC74C6A-A727-4FD8-8A8B-C55AF6E4ED33}">
      <dsp:nvSpPr>
        <dsp:cNvPr id="0" name=""/>
        <dsp:cNvSpPr/>
      </dsp:nvSpPr>
      <dsp:spPr>
        <a:xfrm>
          <a:off x="4550594" y="5229040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154671"/>
              </a:lnTo>
              <a:lnTo>
                <a:pt x="162343" y="15467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5300770"/>
        <a:ext cx="11211" cy="11211"/>
      </dsp:txXfrm>
    </dsp:sp>
    <dsp:sp modelId="{31955690-7179-40C4-9E8A-5D70DFC377E7}">
      <dsp:nvSpPr>
        <dsp:cNvPr id="0" name=""/>
        <dsp:cNvSpPr/>
      </dsp:nvSpPr>
      <dsp:spPr>
        <a:xfrm>
          <a:off x="4550594" y="5074368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154671"/>
              </a:moveTo>
              <a:lnTo>
                <a:pt x="81171" y="15467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5146098"/>
        <a:ext cx="11211" cy="11211"/>
      </dsp:txXfrm>
    </dsp:sp>
    <dsp:sp modelId="{48B72B3E-C983-4274-B2B2-70D16748E2BB}">
      <dsp:nvSpPr>
        <dsp:cNvPr id="0" name=""/>
        <dsp:cNvSpPr/>
      </dsp:nvSpPr>
      <dsp:spPr>
        <a:xfrm>
          <a:off x="4550594" y="4765024"/>
          <a:ext cx="162343" cy="464015"/>
        </a:xfrm>
        <a:custGeom>
          <a:avLst/>
          <a:gdLst/>
          <a:ahLst/>
          <a:cxnLst/>
          <a:rect l="0" t="0" r="0" b="0"/>
          <a:pathLst>
            <a:path>
              <a:moveTo>
                <a:pt x="0" y="464015"/>
              </a:moveTo>
              <a:lnTo>
                <a:pt x="81171" y="464015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9476" y="4984742"/>
        <a:ext cx="24579" cy="24579"/>
      </dsp:txXfrm>
    </dsp:sp>
    <dsp:sp modelId="{606C6F1E-498E-4DDB-A186-9DA9B6E34A4F}">
      <dsp:nvSpPr>
        <dsp:cNvPr id="0" name=""/>
        <dsp:cNvSpPr/>
      </dsp:nvSpPr>
      <dsp:spPr>
        <a:xfrm>
          <a:off x="3576533" y="2986298"/>
          <a:ext cx="162343" cy="22427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2242741"/>
              </a:lnTo>
              <a:lnTo>
                <a:pt x="162343" y="224274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800" kern="1200"/>
        </a:p>
      </dsp:txBody>
      <dsp:txXfrm>
        <a:off x="3601490" y="4051454"/>
        <a:ext cx="112430" cy="112430"/>
      </dsp:txXfrm>
    </dsp:sp>
    <dsp:sp modelId="{E7448DA2-ABEA-4A21-9757-53D581D7F3FD}">
      <dsp:nvSpPr>
        <dsp:cNvPr id="0" name=""/>
        <dsp:cNvSpPr/>
      </dsp:nvSpPr>
      <dsp:spPr>
        <a:xfrm>
          <a:off x="4550594" y="3836993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618687"/>
              </a:lnTo>
              <a:lnTo>
                <a:pt x="162343" y="61868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4130346"/>
        <a:ext cx="31981" cy="31981"/>
      </dsp:txXfrm>
    </dsp:sp>
    <dsp:sp modelId="{5E6DA394-939F-4A95-8F6F-3209A3895CB8}">
      <dsp:nvSpPr>
        <dsp:cNvPr id="0" name=""/>
        <dsp:cNvSpPr/>
      </dsp:nvSpPr>
      <dsp:spPr>
        <a:xfrm>
          <a:off x="4550594" y="3836993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3982931"/>
        <a:ext cx="17467" cy="17467"/>
      </dsp:txXfrm>
    </dsp:sp>
    <dsp:sp modelId="{6A1F7B97-5B80-483A-A0C1-E0085B4BB7F9}">
      <dsp:nvSpPr>
        <dsp:cNvPr id="0" name=""/>
        <dsp:cNvSpPr/>
      </dsp:nvSpPr>
      <dsp:spPr>
        <a:xfrm>
          <a:off x="4550594" y="3791273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3832935"/>
        <a:ext cx="8117" cy="8117"/>
      </dsp:txXfrm>
    </dsp:sp>
    <dsp:sp modelId="{D039A37C-16E1-46DE-83F2-FE1AFA19E6B5}">
      <dsp:nvSpPr>
        <dsp:cNvPr id="0" name=""/>
        <dsp:cNvSpPr/>
      </dsp:nvSpPr>
      <dsp:spPr>
        <a:xfrm>
          <a:off x="4550594" y="3527650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3673588"/>
        <a:ext cx="17467" cy="17467"/>
      </dsp:txXfrm>
    </dsp:sp>
    <dsp:sp modelId="{35D85E89-8219-4EAD-B131-FFB670BDF21E}">
      <dsp:nvSpPr>
        <dsp:cNvPr id="0" name=""/>
        <dsp:cNvSpPr/>
      </dsp:nvSpPr>
      <dsp:spPr>
        <a:xfrm>
          <a:off x="4550594" y="3218306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618687"/>
              </a:moveTo>
              <a:lnTo>
                <a:pt x="81171" y="61868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3511659"/>
        <a:ext cx="31981" cy="31981"/>
      </dsp:txXfrm>
    </dsp:sp>
    <dsp:sp modelId="{FA624BE1-9ACC-4E7D-9F6D-BDD9E6D78BF6}">
      <dsp:nvSpPr>
        <dsp:cNvPr id="0" name=""/>
        <dsp:cNvSpPr/>
      </dsp:nvSpPr>
      <dsp:spPr>
        <a:xfrm>
          <a:off x="3576533" y="2986298"/>
          <a:ext cx="162343" cy="8506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850695"/>
              </a:lnTo>
              <a:lnTo>
                <a:pt x="162343" y="8506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36054" y="3389995"/>
        <a:ext cx="43302" cy="43302"/>
      </dsp:txXfrm>
    </dsp:sp>
    <dsp:sp modelId="{051C7EE5-64C2-4B32-9CB4-6E697A8B079C}">
      <dsp:nvSpPr>
        <dsp:cNvPr id="0" name=""/>
        <dsp:cNvSpPr/>
      </dsp:nvSpPr>
      <dsp:spPr>
        <a:xfrm>
          <a:off x="4550594" y="2754291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154671"/>
              </a:lnTo>
              <a:lnTo>
                <a:pt x="162343" y="15467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2826021"/>
        <a:ext cx="11211" cy="11211"/>
      </dsp:txXfrm>
    </dsp:sp>
    <dsp:sp modelId="{A77A702B-712F-4ECF-ABF5-D128154D2C84}">
      <dsp:nvSpPr>
        <dsp:cNvPr id="0" name=""/>
        <dsp:cNvSpPr/>
      </dsp:nvSpPr>
      <dsp:spPr>
        <a:xfrm>
          <a:off x="4550594" y="2599619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154671"/>
              </a:moveTo>
              <a:lnTo>
                <a:pt x="81171" y="15467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2671349"/>
        <a:ext cx="11211" cy="11211"/>
      </dsp:txXfrm>
    </dsp:sp>
    <dsp:sp modelId="{E43A60A7-9DDF-42B2-A812-4D4F0F75076B}">
      <dsp:nvSpPr>
        <dsp:cNvPr id="0" name=""/>
        <dsp:cNvSpPr/>
      </dsp:nvSpPr>
      <dsp:spPr>
        <a:xfrm>
          <a:off x="3576533" y="2754291"/>
          <a:ext cx="162343" cy="232007"/>
        </a:xfrm>
        <a:custGeom>
          <a:avLst/>
          <a:gdLst/>
          <a:ahLst/>
          <a:cxnLst/>
          <a:rect l="0" t="0" r="0" b="0"/>
          <a:pathLst>
            <a:path>
              <a:moveTo>
                <a:pt x="0" y="232007"/>
              </a:moveTo>
              <a:lnTo>
                <a:pt x="81171" y="23200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50626" y="2863215"/>
        <a:ext cx="14158" cy="14158"/>
      </dsp:txXfrm>
    </dsp:sp>
    <dsp:sp modelId="{1727B044-8190-4C0C-A27D-97E6DA4EBBD8}">
      <dsp:nvSpPr>
        <dsp:cNvPr id="0" name=""/>
        <dsp:cNvSpPr/>
      </dsp:nvSpPr>
      <dsp:spPr>
        <a:xfrm>
          <a:off x="4550594" y="1980932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2126870"/>
        <a:ext cx="17467" cy="17467"/>
      </dsp:txXfrm>
    </dsp:sp>
    <dsp:sp modelId="{80CCDF43-4A90-4DB9-90BB-F37BB6A6CE64}">
      <dsp:nvSpPr>
        <dsp:cNvPr id="0" name=""/>
        <dsp:cNvSpPr/>
      </dsp:nvSpPr>
      <dsp:spPr>
        <a:xfrm>
          <a:off x="4550594" y="1935212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1976873"/>
        <a:ext cx="8117" cy="8117"/>
      </dsp:txXfrm>
    </dsp:sp>
    <dsp:sp modelId="{F26F67FB-D19B-4991-9A66-98D479004DA6}">
      <dsp:nvSpPr>
        <dsp:cNvPr id="0" name=""/>
        <dsp:cNvSpPr/>
      </dsp:nvSpPr>
      <dsp:spPr>
        <a:xfrm>
          <a:off x="4550594" y="1671588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1817526"/>
        <a:ext cx="17467" cy="17467"/>
      </dsp:txXfrm>
    </dsp:sp>
    <dsp:sp modelId="{F31F3F23-7C72-452A-ADC8-1CB2C7B14B46}">
      <dsp:nvSpPr>
        <dsp:cNvPr id="0" name=""/>
        <dsp:cNvSpPr/>
      </dsp:nvSpPr>
      <dsp:spPr>
        <a:xfrm>
          <a:off x="3576533" y="1980932"/>
          <a:ext cx="162343" cy="1005366"/>
        </a:xfrm>
        <a:custGeom>
          <a:avLst/>
          <a:gdLst/>
          <a:ahLst/>
          <a:cxnLst/>
          <a:rect l="0" t="0" r="0" b="0"/>
          <a:pathLst>
            <a:path>
              <a:moveTo>
                <a:pt x="0" y="1005366"/>
              </a:moveTo>
              <a:lnTo>
                <a:pt x="81171" y="1005366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32245" y="2458155"/>
        <a:ext cx="50919" cy="50919"/>
      </dsp:txXfrm>
    </dsp:sp>
    <dsp:sp modelId="{F226263A-149C-45EB-8D74-9D5F16BB2DF3}">
      <dsp:nvSpPr>
        <dsp:cNvPr id="0" name=""/>
        <dsp:cNvSpPr/>
      </dsp:nvSpPr>
      <dsp:spPr>
        <a:xfrm>
          <a:off x="4550594" y="743557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618687"/>
              </a:lnTo>
              <a:lnTo>
                <a:pt x="162343" y="61868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1036910"/>
        <a:ext cx="31981" cy="31981"/>
      </dsp:txXfrm>
    </dsp:sp>
    <dsp:sp modelId="{04620BEB-0EEC-4835-AA29-7DE825A6C113}">
      <dsp:nvSpPr>
        <dsp:cNvPr id="0" name=""/>
        <dsp:cNvSpPr/>
      </dsp:nvSpPr>
      <dsp:spPr>
        <a:xfrm>
          <a:off x="4550594" y="743557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889495"/>
        <a:ext cx="17467" cy="17467"/>
      </dsp:txXfrm>
    </dsp:sp>
    <dsp:sp modelId="{22D0EEAC-F1C3-4BAD-B8D4-AFFC576382CC}">
      <dsp:nvSpPr>
        <dsp:cNvPr id="0" name=""/>
        <dsp:cNvSpPr/>
      </dsp:nvSpPr>
      <dsp:spPr>
        <a:xfrm>
          <a:off x="4550594" y="697837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739498"/>
        <a:ext cx="8117" cy="8117"/>
      </dsp:txXfrm>
    </dsp:sp>
    <dsp:sp modelId="{0BFB8105-4697-4547-9449-F2D6976200F3}">
      <dsp:nvSpPr>
        <dsp:cNvPr id="0" name=""/>
        <dsp:cNvSpPr/>
      </dsp:nvSpPr>
      <dsp:spPr>
        <a:xfrm>
          <a:off x="4550594" y="434213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580151"/>
        <a:ext cx="17467" cy="17467"/>
      </dsp:txXfrm>
    </dsp:sp>
    <dsp:sp modelId="{25457684-6A6A-46B1-BEFA-440DA349A4E1}">
      <dsp:nvSpPr>
        <dsp:cNvPr id="0" name=""/>
        <dsp:cNvSpPr/>
      </dsp:nvSpPr>
      <dsp:spPr>
        <a:xfrm>
          <a:off x="4550594" y="124870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618687"/>
              </a:moveTo>
              <a:lnTo>
                <a:pt x="81171" y="61868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418223"/>
        <a:ext cx="31981" cy="31981"/>
      </dsp:txXfrm>
    </dsp:sp>
    <dsp:sp modelId="{92090F43-5B4E-4749-BCAA-CA724B1D4710}">
      <dsp:nvSpPr>
        <dsp:cNvPr id="0" name=""/>
        <dsp:cNvSpPr/>
      </dsp:nvSpPr>
      <dsp:spPr>
        <a:xfrm>
          <a:off x="3576533" y="743557"/>
          <a:ext cx="162343" cy="2242741"/>
        </a:xfrm>
        <a:custGeom>
          <a:avLst/>
          <a:gdLst/>
          <a:ahLst/>
          <a:cxnLst/>
          <a:rect l="0" t="0" r="0" b="0"/>
          <a:pathLst>
            <a:path>
              <a:moveTo>
                <a:pt x="0" y="2242741"/>
              </a:moveTo>
              <a:lnTo>
                <a:pt x="81171" y="224274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800" kern="1200"/>
        </a:p>
      </dsp:txBody>
      <dsp:txXfrm>
        <a:off x="3601490" y="1808712"/>
        <a:ext cx="112430" cy="112430"/>
      </dsp:txXfrm>
    </dsp:sp>
    <dsp:sp modelId="{1A8C8775-11A9-4910-9DB9-4ADDC072442C}">
      <dsp:nvSpPr>
        <dsp:cNvPr id="0" name=""/>
        <dsp:cNvSpPr/>
      </dsp:nvSpPr>
      <dsp:spPr>
        <a:xfrm rot="16200000">
          <a:off x="2801546" y="2862561"/>
          <a:ext cx="1302499" cy="2474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dirty="0"/>
            <a:t>Productos</a:t>
          </a:r>
        </a:p>
      </dsp:txBody>
      <dsp:txXfrm>
        <a:off x="2801546" y="2862561"/>
        <a:ext cx="1302499" cy="247474"/>
      </dsp:txXfrm>
    </dsp:sp>
    <dsp:sp modelId="{B2ADA6F2-50C6-4A88-AAA9-37F38027290A}">
      <dsp:nvSpPr>
        <dsp:cNvPr id="0" name=""/>
        <dsp:cNvSpPr/>
      </dsp:nvSpPr>
      <dsp:spPr>
        <a:xfrm>
          <a:off x="3738877" y="619820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Cuentas</a:t>
          </a:r>
        </a:p>
      </dsp:txBody>
      <dsp:txXfrm>
        <a:off x="3738877" y="619820"/>
        <a:ext cx="811717" cy="247474"/>
      </dsp:txXfrm>
    </dsp:sp>
    <dsp:sp modelId="{5BB8511B-BEEB-4D95-9928-1B6F31389179}">
      <dsp:nvSpPr>
        <dsp:cNvPr id="0" name=""/>
        <dsp:cNvSpPr/>
      </dsp:nvSpPr>
      <dsp:spPr>
        <a:xfrm>
          <a:off x="4712938" y="1132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Amiga</a:t>
          </a:r>
        </a:p>
      </dsp:txBody>
      <dsp:txXfrm>
        <a:off x="4712938" y="1132"/>
        <a:ext cx="811717" cy="247474"/>
      </dsp:txXfrm>
    </dsp:sp>
    <dsp:sp modelId="{27B4AF17-3646-481D-A3F4-26A127527259}">
      <dsp:nvSpPr>
        <dsp:cNvPr id="0" name=""/>
        <dsp:cNvSpPr/>
      </dsp:nvSpPr>
      <dsp:spPr>
        <a:xfrm>
          <a:off x="4712938" y="310476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 err="1">
              <a:solidFill>
                <a:srgbClr val="150F41"/>
              </a:solidFill>
            </a:rPr>
            <a:t>Peigo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712938" y="310476"/>
        <a:ext cx="811717" cy="247474"/>
      </dsp:txXfrm>
    </dsp:sp>
    <dsp:sp modelId="{0647BFC3-B5D7-4EAF-82AD-3EB8CC090092}">
      <dsp:nvSpPr>
        <dsp:cNvPr id="0" name=""/>
        <dsp:cNvSpPr/>
      </dsp:nvSpPr>
      <dsp:spPr>
        <a:xfrm>
          <a:off x="4712938" y="61982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Ahorro</a:t>
          </a:r>
        </a:p>
      </dsp:txBody>
      <dsp:txXfrm>
        <a:off x="4712938" y="619820"/>
        <a:ext cx="811717" cy="247474"/>
      </dsp:txXfrm>
    </dsp:sp>
    <dsp:sp modelId="{E8145716-6D58-4345-8073-80600F1C9F42}">
      <dsp:nvSpPr>
        <dsp:cNvPr id="0" name=""/>
        <dsp:cNvSpPr/>
      </dsp:nvSpPr>
      <dsp:spPr>
        <a:xfrm>
          <a:off x="4712938" y="929163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Corriente</a:t>
          </a:r>
        </a:p>
      </dsp:txBody>
      <dsp:txXfrm>
        <a:off x="4712938" y="929163"/>
        <a:ext cx="811717" cy="247474"/>
      </dsp:txXfrm>
    </dsp:sp>
    <dsp:sp modelId="{A393CB0A-BEF7-4DB8-81E5-1154DE861CF6}">
      <dsp:nvSpPr>
        <dsp:cNvPr id="0" name=""/>
        <dsp:cNvSpPr/>
      </dsp:nvSpPr>
      <dsp:spPr>
        <a:xfrm>
          <a:off x="4712938" y="1238507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Inversión</a:t>
          </a:r>
        </a:p>
      </dsp:txBody>
      <dsp:txXfrm>
        <a:off x="4712938" y="1238507"/>
        <a:ext cx="811717" cy="247474"/>
      </dsp:txXfrm>
    </dsp:sp>
    <dsp:sp modelId="{8F7C36BE-E589-4461-8F16-778807C0B166}">
      <dsp:nvSpPr>
        <dsp:cNvPr id="0" name=""/>
        <dsp:cNvSpPr/>
      </dsp:nvSpPr>
      <dsp:spPr>
        <a:xfrm>
          <a:off x="3738877" y="1857194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Tarjetas</a:t>
          </a:r>
        </a:p>
      </dsp:txBody>
      <dsp:txXfrm>
        <a:off x="3738877" y="1857194"/>
        <a:ext cx="811717" cy="247474"/>
      </dsp:txXfrm>
    </dsp:sp>
    <dsp:sp modelId="{B451BF21-E3E7-4DE8-AB73-A070BD52A292}">
      <dsp:nvSpPr>
        <dsp:cNvPr id="0" name=""/>
        <dsp:cNvSpPr/>
      </dsp:nvSpPr>
      <dsp:spPr>
        <a:xfrm>
          <a:off x="4712938" y="154785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Crédito</a:t>
          </a:r>
        </a:p>
      </dsp:txBody>
      <dsp:txXfrm>
        <a:off x="4712938" y="1547850"/>
        <a:ext cx="811717" cy="247474"/>
      </dsp:txXfrm>
    </dsp:sp>
    <dsp:sp modelId="{DDA79D3F-A64C-4EED-8BE6-B172036968B7}">
      <dsp:nvSpPr>
        <dsp:cNvPr id="0" name=""/>
        <dsp:cNvSpPr/>
      </dsp:nvSpPr>
      <dsp:spPr>
        <a:xfrm>
          <a:off x="4712938" y="1857194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Cupo 0</a:t>
          </a:r>
        </a:p>
      </dsp:txBody>
      <dsp:txXfrm>
        <a:off x="4712938" y="1857194"/>
        <a:ext cx="811717" cy="247474"/>
      </dsp:txXfrm>
    </dsp:sp>
    <dsp:sp modelId="{953DE894-07BF-479E-983A-CE5469800A68}">
      <dsp:nvSpPr>
        <dsp:cNvPr id="0" name=""/>
        <dsp:cNvSpPr/>
      </dsp:nvSpPr>
      <dsp:spPr>
        <a:xfrm>
          <a:off x="4712938" y="2166538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Debito</a:t>
          </a:r>
        </a:p>
      </dsp:txBody>
      <dsp:txXfrm>
        <a:off x="4712938" y="2166538"/>
        <a:ext cx="811717" cy="247474"/>
      </dsp:txXfrm>
    </dsp:sp>
    <dsp:sp modelId="{32ACC1F6-D5B9-4CEA-991A-2E04658BD206}">
      <dsp:nvSpPr>
        <dsp:cNvPr id="0" name=""/>
        <dsp:cNvSpPr/>
      </dsp:nvSpPr>
      <dsp:spPr>
        <a:xfrm>
          <a:off x="3738877" y="2630553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Seguros</a:t>
          </a:r>
        </a:p>
      </dsp:txBody>
      <dsp:txXfrm>
        <a:off x="3738877" y="2630553"/>
        <a:ext cx="811717" cy="247474"/>
      </dsp:txXfrm>
    </dsp:sp>
    <dsp:sp modelId="{CFCF47A2-F139-4B47-977C-1611FBA1DAB3}">
      <dsp:nvSpPr>
        <dsp:cNvPr id="0" name=""/>
        <dsp:cNvSpPr/>
      </dsp:nvSpPr>
      <dsp:spPr>
        <a:xfrm>
          <a:off x="4712938" y="2475881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Voluntarios</a:t>
          </a:r>
        </a:p>
      </dsp:txBody>
      <dsp:txXfrm>
        <a:off x="4712938" y="2475881"/>
        <a:ext cx="811717" cy="247474"/>
      </dsp:txXfrm>
    </dsp:sp>
    <dsp:sp modelId="{8B6A1FEE-6309-4F91-8601-1AC9179B566D}">
      <dsp:nvSpPr>
        <dsp:cNvPr id="0" name=""/>
        <dsp:cNvSpPr/>
      </dsp:nvSpPr>
      <dsp:spPr>
        <a:xfrm>
          <a:off x="4712938" y="2785225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Obligatorios</a:t>
          </a:r>
        </a:p>
      </dsp:txBody>
      <dsp:txXfrm>
        <a:off x="4712938" y="2785225"/>
        <a:ext cx="811717" cy="247474"/>
      </dsp:txXfrm>
    </dsp:sp>
    <dsp:sp modelId="{BEDCAB73-F473-4593-A1D1-34DA9B04C965}">
      <dsp:nvSpPr>
        <dsp:cNvPr id="0" name=""/>
        <dsp:cNvSpPr/>
      </dsp:nvSpPr>
      <dsp:spPr>
        <a:xfrm>
          <a:off x="3738877" y="3713256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Créditos</a:t>
          </a:r>
        </a:p>
      </dsp:txBody>
      <dsp:txXfrm>
        <a:off x="3738877" y="3713256"/>
        <a:ext cx="811717" cy="247474"/>
      </dsp:txXfrm>
    </dsp:sp>
    <dsp:sp modelId="{B933AC5F-4C04-4E26-B56E-83A35B7B75A0}">
      <dsp:nvSpPr>
        <dsp:cNvPr id="0" name=""/>
        <dsp:cNvSpPr/>
      </dsp:nvSpPr>
      <dsp:spPr>
        <a:xfrm>
          <a:off x="4712938" y="3094569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Consumo</a:t>
          </a:r>
        </a:p>
      </dsp:txBody>
      <dsp:txXfrm>
        <a:off x="4712938" y="3094569"/>
        <a:ext cx="811717" cy="247474"/>
      </dsp:txXfrm>
    </dsp:sp>
    <dsp:sp modelId="{C96BA59C-3D83-4DC3-B99D-FEFB4E6D77F1}">
      <dsp:nvSpPr>
        <dsp:cNvPr id="0" name=""/>
        <dsp:cNvSpPr/>
      </dsp:nvSpPr>
      <dsp:spPr>
        <a:xfrm>
          <a:off x="4712938" y="3403912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Comercial</a:t>
          </a:r>
        </a:p>
      </dsp:txBody>
      <dsp:txXfrm>
        <a:off x="4712938" y="3403912"/>
        <a:ext cx="811717" cy="247474"/>
      </dsp:txXfrm>
    </dsp:sp>
    <dsp:sp modelId="{73E2F408-D084-4DE5-AFF5-72C7E2B981C0}">
      <dsp:nvSpPr>
        <dsp:cNvPr id="0" name=""/>
        <dsp:cNvSpPr/>
      </dsp:nvSpPr>
      <dsp:spPr>
        <a:xfrm>
          <a:off x="4712938" y="3713256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Educativo</a:t>
          </a:r>
        </a:p>
      </dsp:txBody>
      <dsp:txXfrm>
        <a:off x="4712938" y="3713256"/>
        <a:ext cx="811717" cy="247474"/>
      </dsp:txXfrm>
    </dsp:sp>
    <dsp:sp modelId="{60E800C2-3ACD-4894-B2D1-02C51C896C2D}">
      <dsp:nvSpPr>
        <dsp:cNvPr id="0" name=""/>
        <dsp:cNvSpPr/>
      </dsp:nvSpPr>
      <dsp:spPr>
        <a:xfrm>
          <a:off x="4712938" y="402260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Hipotecario</a:t>
          </a:r>
        </a:p>
      </dsp:txBody>
      <dsp:txXfrm>
        <a:off x="4712938" y="4022600"/>
        <a:ext cx="811717" cy="247474"/>
      </dsp:txXfrm>
    </dsp:sp>
    <dsp:sp modelId="{F79FB1EC-FF45-40C7-BCB6-021087AEF7A4}">
      <dsp:nvSpPr>
        <dsp:cNvPr id="0" name=""/>
        <dsp:cNvSpPr/>
      </dsp:nvSpPr>
      <dsp:spPr>
        <a:xfrm>
          <a:off x="4712938" y="4331943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Auto</a:t>
          </a:r>
        </a:p>
      </dsp:txBody>
      <dsp:txXfrm>
        <a:off x="4712938" y="4331943"/>
        <a:ext cx="811717" cy="247474"/>
      </dsp:txXfrm>
    </dsp:sp>
    <dsp:sp modelId="{2B29F018-F637-4258-A9C2-9FD5539BC75D}">
      <dsp:nvSpPr>
        <dsp:cNvPr id="0" name=""/>
        <dsp:cNvSpPr/>
      </dsp:nvSpPr>
      <dsp:spPr>
        <a:xfrm>
          <a:off x="3738877" y="5105302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Servicios</a:t>
          </a:r>
        </a:p>
      </dsp:txBody>
      <dsp:txXfrm>
        <a:off x="3738877" y="5105302"/>
        <a:ext cx="811717" cy="247474"/>
      </dsp:txXfrm>
    </dsp:sp>
    <dsp:sp modelId="{C0937D04-21A0-43F6-85AC-6D62800094D9}">
      <dsp:nvSpPr>
        <dsp:cNvPr id="0" name=""/>
        <dsp:cNvSpPr/>
      </dsp:nvSpPr>
      <dsp:spPr>
        <a:xfrm>
          <a:off x="4712938" y="4641287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Ahorro Meta</a:t>
          </a:r>
        </a:p>
      </dsp:txBody>
      <dsp:txXfrm>
        <a:off x="4712938" y="4641287"/>
        <a:ext cx="811717" cy="247474"/>
      </dsp:txXfrm>
    </dsp:sp>
    <dsp:sp modelId="{88E111A6-EFA1-4544-AFA8-6F1120FCE148}">
      <dsp:nvSpPr>
        <dsp:cNvPr id="0" name=""/>
        <dsp:cNvSpPr/>
      </dsp:nvSpPr>
      <dsp:spPr>
        <a:xfrm>
          <a:off x="4712938" y="4950631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Nómina</a:t>
          </a:r>
        </a:p>
      </dsp:txBody>
      <dsp:txXfrm>
        <a:off x="4712938" y="4950631"/>
        <a:ext cx="811717" cy="247474"/>
      </dsp:txXfrm>
    </dsp:sp>
    <dsp:sp modelId="{B3A16A8D-BDEA-44E5-A062-78715E4B15B6}">
      <dsp:nvSpPr>
        <dsp:cNvPr id="0" name=""/>
        <dsp:cNvSpPr/>
      </dsp:nvSpPr>
      <dsp:spPr>
        <a:xfrm>
          <a:off x="4712938" y="5259974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Crédito DM</a:t>
          </a:r>
        </a:p>
      </dsp:txBody>
      <dsp:txXfrm>
        <a:off x="4712938" y="5259974"/>
        <a:ext cx="811717" cy="247474"/>
      </dsp:txXfrm>
    </dsp:sp>
    <dsp:sp modelId="{3A573B39-4F88-4D8B-A12B-B314D5D8B0ED}">
      <dsp:nvSpPr>
        <dsp:cNvPr id="0" name=""/>
        <dsp:cNvSpPr/>
      </dsp:nvSpPr>
      <dsp:spPr>
        <a:xfrm>
          <a:off x="4712938" y="5569318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Confirming</a:t>
          </a:r>
        </a:p>
      </dsp:txBody>
      <dsp:txXfrm>
        <a:off x="4712938" y="5569318"/>
        <a:ext cx="811717" cy="24747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7EF1D-6146-4506-8EDE-65ACDE987B1F}">
      <dsp:nvSpPr>
        <dsp:cNvPr id="0" name=""/>
        <dsp:cNvSpPr/>
      </dsp:nvSpPr>
      <dsp:spPr>
        <a:xfrm>
          <a:off x="2880392" y="5505314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5542368"/>
        <a:ext cx="17331" cy="17331"/>
      </dsp:txXfrm>
    </dsp:sp>
    <dsp:sp modelId="{88664CCB-9214-4D82-86B3-EFDDCFEAF4FB}">
      <dsp:nvSpPr>
        <dsp:cNvPr id="0" name=""/>
        <dsp:cNvSpPr/>
      </dsp:nvSpPr>
      <dsp:spPr>
        <a:xfrm>
          <a:off x="800554" y="2908963"/>
          <a:ext cx="346639" cy="26420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3319" y="0"/>
              </a:lnTo>
              <a:lnTo>
                <a:pt x="173319" y="2642071"/>
              </a:lnTo>
              <a:lnTo>
                <a:pt x="346639" y="264207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>
            <a:solidFill>
              <a:schemeClr val="bg1"/>
            </a:solidFill>
          </a:endParaRPr>
        </a:p>
      </dsp:txBody>
      <dsp:txXfrm>
        <a:off x="907256" y="4163380"/>
        <a:ext cx="133235" cy="133235"/>
      </dsp:txXfrm>
    </dsp:sp>
    <dsp:sp modelId="{0D8E187A-7BFB-4E86-8920-897B6EBBCC7D}">
      <dsp:nvSpPr>
        <dsp:cNvPr id="0" name=""/>
        <dsp:cNvSpPr/>
      </dsp:nvSpPr>
      <dsp:spPr>
        <a:xfrm>
          <a:off x="2880392" y="4844796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4881850"/>
        <a:ext cx="17331" cy="17331"/>
      </dsp:txXfrm>
    </dsp:sp>
    <dsp:sp modelId="{E7448DA2-ABEA-4A21-9757-53D581D7F3FD}">
      <dsp:nvSpPr>
        <dsp:cNvPr id="0" name=""/>
        <dsp:cNvSpPr/>
      </dsp:nvSpPr>
      <dsp:spPr>
        <a:xfrm>
          <a:off x="800554" y="2908963"/>
          <a:ext cx="346639" cy="19815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3319" y="0"/>
              </a:lnTo>
              <a:lnTo>
                <a:pt x="173319" y="1981553"/>
              </a:lnTo>
              <a:lnTo>
                <a:pt x="346639" y="198155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700" kern="1200">
            <a:solidFill>
              <a:schemeClr val="bg1"/>
            </a:solidFill>
          </a:endParaRPr>
        </a:p>
      </dsp:txBody>
      <dsp:txXfrm>
        <a:off x="923583" y="3849448"/>
        <a:ext cx="100582" cy="100582"/>
      </dsp:txXfrm>
    </dsp:sp>
    <dsp:sp modelId="{BDCFE27E-26F6-4FD4-8AE4-8BC51FEBD9BF}">
      <dsp:nvSpPr>
        <dsp:cNvPr id="0" name=""/>
        <dsp:cNvSpPr/>
      </dsp:nvSpPr>
      <dsp:spPr>
        <a:xfrm>
          <a:off x="2880392" y="4184278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4221332"/>
        <a:ext cx="17331" cy="17331"/>
      </dsp:txXfrm>
    </dsp:sp>
    <dsp:sp modelId="{EA21B7AA-9486-4067-B349-50CE4D95F9B9}">
      <dsp:nvSpPr>
        <dsp:cNvPr id="0" name=""/>
        <dsp:cNvSpPr/>
      </dsp:nvSpPr>
      <dsp:spPr>
        <a:xfrm>
          <a:off x="800554" y="2908963"/>
          <a:ext cx="346639" cy="13210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3319" y="0"/>
              </a:lnTo>
              <a:lnTo>
                <a:pt x="173319" y="1321035"/>
              </a:lnTo>
              <a:lnTo>
                <a:pt x="346639" y="132103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939730" y="3535336"/>
        <a:ext cx="68287" cy="68287"/>
      </dsp:txXfrm>
    </dsp:sp>
    <dsp:sp modelId="{23D8B84C-DB91-4AEA-97CC-CAEF5977E10D}">
      <dsp:nvSpPr>
        <dsp:cNvPr id="0" name=""/>
        <dsp:cNvSpPr/>
      </dsp:nvSpPr>
      <dsp:spPr>
        <a:xfrm>
          <a:off x="2880392" y="3523760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3560814"/>
        <a:ext cx="17331" cy="17331"/>
      </dsp:txXfrm>
    </dsp:sp>
    <dsp:sp modelId="{F7C38909-BE07-464E-834D-BDCFBA258100}">
      <dsp:nvSpPr>
        <dsp:cNvPr id="0" name=""/>
        <dsp:cNvSpPr/>
      </dsp:nvSpPr>
      <dsp:spPr>
        <a:xfrm>
          <a:off x="800554" y="2908963"/>
          <a:ext cx="346639" cy="6605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3319" y="0"/>
              </a:lnTo>
              <a:lnTo>
                <a:pt x="173319" y="660517"/>
              </a:lnTo>
              <a:lnTo>
                <a:pt x="346639" y="66051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955225" y="3220573"/>
        <a:ext cx="37297" cy="37297"/>
      </dsp:txXfrm>
    </dsp:sp>
    <dsp:sp modelId="{242DFC76-2C2F-4E5B-A434-3069E266996F}">
      <dsp:nvSpPr>
        <dsp:cNvPr id="0" name=""/>
        <dsp:cNvSpPr/>
      </dsp:nvSpPr>
      <dsp:spPr>
        <a:xfrm>
          <a:off x="2880392" y="2863243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2900297"/>
        <a:ext cx="17331" cy="17331"/>
      </dsp:txXfrm>
    </dsp:sp>
    <dsp:sp modelId="{FE9BAB8F-E46F-4F0B-9F5C-E8662C1E6217}">
      <dsp:nvSpPr>
        <dsp:cNvPr id="0" name=""/>
        <dsp:cNvSpPr/>
      </dsp:nvSpPr>
      <dsp:spPr>
        <a:xfrm>
          <a:off x="800554" y="2863243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965208" y="2900297"/>
        <a:ext cx="17331" cy="17331"/>
      </dsp:txXfrm>
    </dsp:sp>
    <dsp:sp modelId="{8CC5F557-42F1-4B0B-AC0D-0C0CBF6ED1B3}">
      <dsp:nvSpPr>
        <dsp:cNvPr id="0" name=""/>
        <dsp:cNvSpPr/>
      </dsp:nvSpPr>
      <dsp:spPr>
        <a:xfrm>
          <a:off x="2880392" y="2202725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2239779"/>
        <a:ext cx="17331" cy="17331"/>
      </dsp:txXfrm>
    </dsp:sp>
    <dsp:sp modelId="{FA624BE1-9ACC-4E7D-9F6D-BDD9E6D78BF6}">
      <dsp:nvSpPr>
        <dsp:cNvPr id="0" name=""/>
        <dsp:cNvSpPr/>
      </dsp:nvSpPr>
      <dsp:spPr>
        <a:xfrm>
          <a:off x="800554" y="2248445"/>
          <a:ext cx="346639" cy="660517"/>
        </a:xfrm>
        <a:custGeom>
          <a:avLst/>
          <a:gdLst/>
          <a:ahLst/>
          <a:cxnLst/>
          <a:rect l="0" t="0" r="0" b="0"/>
          <a:pathLst>
            <a:path>
              <a:moveTo>
                <a:pt x="0" y="660517"/>
              </a:moveTo>
              <a:lnTo>
                <a:pt x="173319" y="660517"/>
              </a:lnTo>
              <a:lnTo>
                <a:pt x="173319" y="0"/>
              </a:lnTo>
              <a:lnTo>
                <a:pt x="34663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955225" y="2560055"/>
        <a:ext cx="37297" cy="37297"/>
      </dsp:txXfrm>
    </dsp:sp>
    <dsp:sp modelId="{B2B4A0BD-CC93-4FCA-BF75-A830AFB73DEC}">
      <dsp:nvSpPr>
        <dsp:cNvPr id="0" name=""/>
        <dsp:cNvSpPr/>
      </dsp:nvSpPr>
      <dsp:spPr>
        <a:xfrm>
          <a:off x="2880392" y="1542207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1579261"/>
        <a:ext cx="17331" cy="17331"/>
      </dsp:txXfrm>
    </dsp:sp>
    <dsp:sp modelId="{E43A60A7-9DDF-42B2-A812-4D4F0F75076B}">
      <dsp:nvSpPr>
        <dsp:cNvPr id="0" name=""/>
        <dsp:cNvSpPr/>
      </dsp:nvSpPr>
      <dsp:spPr>
        <a:xfrm>
          <a:off x="800554" y="1587927"/>
          <a:ext cx="346639" cy="1321035"/>
        </a:xfrm>
        <a:custGeom>
          <a:avLst/>
          <a:gdLst/>
          <a:ahLst/>
          <a:cxnLst/>
          <a:rect l="0" t="0" r="0" b="0"/>
          <a:pathLst>
            <a:path>
              <a:moveTo>
                <a:pt x="0" y="1321035"/>
              </a:moveTo>
              <a:lnTo>
                <a:pt x="173319" y="1321035"/>
              </a:lnTo>
              <a:lnTo>
                <a:pt x="173319" y="0"/>
              </a:lnTo>
              <a:lnTo>
                <a:pt x="34663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939730" y="2214301"/>
        <a:ext cx="68287" cy="68287"/>
      </dsp:txXfrm>
    </dsp:sp>
    <dsp:sp modelId="{AED007FA-37FB-4F86-89CC-6C075822185A}">
      <dsp:nvSpPr>
        <dsp:cNvPr id="0" name=""/>
        <dsp:cNvSpPr/>
      </dsp:nvSpPr>
      <dsp:spPr>
        <a:xfrm>
          <a:off x="2880392" y="881689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918743"/>
        <a:ext cx="17331" cy="17331"/>
      </dsp:txXfrm>
    </dsp:sp>
    <dsp:sp modelId="{F31F3F23-7C72-452A-ADC8-1CB2C7B14B46}">
      <dsp:nvSpPr>
        <dsp:cNvPr id="0" name=""/>
        <dsp:cNvSpPr/>
      </dsp:nvSpPr>
      <dsp:spPr>
        <a:xfrm>
          <a:off x="800554" y="927409"/>
          <a:ext cx="346639" cy="1981553"/>
        </a:xfrm>
        <a:custGeom>
          <a:avLst/>
          <a:gdLst/>
          <a:ahLst/>
          <a:cxnLst/>
          <a:rect l="0" t="0" r="0" b="0"/>
          <a:pathLst>
            <a:path>
              <a:moveTo>
                <a:pt x="0" y="1981553"/>
              </a:moveTo>
              <a:lnTo>
                <a:pt x="173319" y="1981553"/>
              </a:lnTo>
              <a:lnTo>
                <a:pt x="173319" y="0"/>
              </a:lnTo>
              <a:lnTo>
                <a:pt x="34663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700" kern="1200">
            <a:solidFill>
              <a:schemeClr val="bg1"/>
            </a:solidFill>
          </a:endParaRPr>
        </a:p>
      </dsp:txBody>
      <dsp:txXfrm>
        <a:off x="923583" y="1867895"/>
        <a:ext cx="100582" cy="100582"/>
      </dsp:txXfrm>
    </dsp:sp>
    <dsp:sp modelId="{4B05A99A-E246-46F2-AB3A-026B7D4A2E61}">
      <dsp:nvSpPr>
        <dsp:cNvPr id="0" name=""/>
        <dsp:cNvSpPr/>
      </dsp:nvSpPr>
      <dsp:spPr>
        <a:xfrm>
          <a:off x="2880392" y="221171"/>
          <a:ext cx="346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663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045046" y="258225"/>
        <a:ext cx="17331" cy="17331"/>
      </dsp:txXfrm>
    </dsp:sp>
    <dsp:sp modelId="{92090F43-5B4E-4749-BCAA-CA724B1D4710}">
      <dsp:nvSpPr>
        <dsp:cNvPr id="0" name=""/>
        <dsp:cNvSpPr/>
      </dsp:nvSpPr>
      <dsp:spPr>
        <a:xfrm>
          <a:off x="800554" y="266891"/>
          <a:ext cx="346639" cy="2642071"/>
        </a:xfrm>
        <a:custGeom>
          <a:avLst/>
          <a:gdLst/>
          <a:ahLst/>
          <a:cxnLst/>
          <a:rect l="0" t="0" r="0" b="0"/>
          <a:pathLst>
            <a:path>
              <a:moveTo>
                <a:pt x="0" y="2642071"/>
              </a:moveTo>
              <a:lnTo>
                <a:pt x="173319" y="2642071"/>
              </a:lnTo>
              <a:lnTo>
                <a:pt x="173319" y="0"/>
              </a:lnTo>
              <a:lnTo>
                <a:pt x="34663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>
            <a:solidFill>
              <a:schemeClr val="bg1"/>
            </a:solidFill>
          </a:endParaRPr>
        </a:p>
      </dsp:txBody>
      <dsp:txXfrm>
        <a:off x="907256" y="1521309"/>
        <a:ext cx="133235" cy="133235"/>
      </dsp:txXfrm>
    </dsp:sp>
    <dsp:sp modelId="{1A8C8775-11A9-4910-9DB9-4ADDC072442C}">
      <dsp:nvSpPr>
        <dsp:cNvPr id="0" name=""/>
        <dsp:cNvSpPr/>
      </dsp:nvSpPr>
      <dsp:spPr>
        <a:xfrm rot="16200000">
          <a:off x="-854216" y="2644755"/>
          <a:ext cx="2781127" cy="5284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400" kern="1200">
              <a:solidFill>
                <a:schemeClr val="bg1"/>
              </a:solidFill>
            </a:rPr>
            <a:t>Tenencia</a:t>
          </a:r>
          <a:endParaRPr lang="es-EC" sz="3400" kern="1200" dirty="0">
            <a:solidFill>
              <a:schemeClr val="bg1"/>
            </a:solidFill>
          </a:endParaRPr>
        </a:p>
      </dsp:txBody>
      <dsp:txXfrm>
        <a:off x="-854216" y="2644755"/>
        <a:ext cx="2781127" cy="528414"/>
      </dsp:txXfrm>
    </dsp:sp>
    <dsp:sp modelId="{B2ADA6F2-50C6-4A88-AAA9-37F38027290A}">
      <dsp:nvSpPr>
        <dsp:cNvPr id="0" name=""/>
        <dsp:cNvSpPr/>
      </dsp:nvSpPr>
      <dsp:spPr>
        <a:xfrm>
          <a:off x="1147194" y="2684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Cuentas</a:t>
          </a:r>
        </a:p>
      </dsp:txBody>
      <dsp:txXfrm>
        <a:off x="1147194" y="2684"/>
        <a:ext cx="1733198" cy="528414"/>
      </dsp:txXfrm>
    </dsp:sp>
    <dsp:sp modelId="{A4C45FEA-92CF-410A-BAE6-F2E78B0126BC}">
      <dsp:nvSpPr>
        <dsp:cNvPr id="0" name=""/>
        <dsp:cNvSpPr/>
      </dsp:nvSpPr>
      <dsp:spPr>
        <a:xfrm>
          <a:off x="3227032" y="2684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2684"/>
        <a:ext cx="735292" cy="528414"/>
      </dsp:txXfrm>
    </dsp:sp>
    <dsp:sp modelId="{8F7C36BE-E589-4461-8F16-778807C0B166}">
      <dsp:nvSpPr>
        <dsp:cNvPr id="0" name=""/>
        <dsp:cNvSpPr/>
      </dsp:nvSpPr>
      <dsp:spPr>
        <a:xfrm>
          <a:off x="1147194" y="663202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Tarjetas</a:t>
          </a:r>
        </a:p>
      </dsp:txBody>
      <dsp:txXfrm>
        <a:off x="1147194" y="663202"/>
        <a:ext cx="1733198" cy="528414"/>
      </dsp:txXfrm>
    </dsp:sp>
    <dsp:sp modelId="{1940D8D1-D8D2-44B3-97F1-1DE66184A9F5}">
      <dsp:nvSpPr>
        <dsp:cNvPr id="0" name=""/>
        <dsp:cNvSpPr/>
      </dsp:nvSpPr>
      <dsp:spPr>
        <a:xfrm>
          <a:off x="3227032" y="663202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663202"/>
        <a:ext cx="735292" cy="528414"/>
      </dsp:txXfrm>
    </dsp:sp>
    <dsp:sp modelId="{32ACC1F6-D5B9-4CEA-991A-2E04658BD206}">
      <dsp:nvSpPr>
        <dsp:cNvPr id="0" name=""/>
        <dsp:cNvSpPr/>
      </dsp:nvSpPr>
      <dsp:spPr>
        <a:xfrm>
          <a:off x="1147194" y="1323720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Seguros / Asistencia</a:t>
          </a:r>
        </a:p>
      </dsp:txBody>
      <dsp:txXfrm>
        <a:off x="1147194" y="1323720"/>
        <a:ext cx="1733198" cy="528414"/>
      </dsp:txXfrm>
    </dsp:sp>
    <dsp:sp modelId="{628A2A3E-5D89-4597-B4EF-9A03E6CD111F}">
      <dsp:nvSpPr>
        <dsp:cNvPr id="0" name=""/>
        <dsp:cNvSpPr/>
      </dsp:nvSpPr>
      <dsp:spPr>
        <a:xfrm>
          <a:off x="3227032" y="1323720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1323720"/>
        <a:ext cx="735292" cy="528414"/>
      </dsp:txXfrm>
    </dsp:sp>
    <dsp:sp modelId="{BEDCAB73-F473-4593-A1D1-34DA9B04C965}">
      <dsp:nvSpPr>
        <dsp:cNvPr id="0" name=""/>
        <dsp:cNvSpPr/>
      </dsp:nvSpPr>
      <dsp:spPr>
        <a:xfrm>
          <a:off x="1147194" y="1984238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Crédito</a:t>
          </a:r>
        </a:p>
      </dsp:txBody>
      <dsp:txXfrm>
        <a:off x="1147194" y="1984238"/>
        <a:ext cx="1733198" cy="528414"/>
      </dsp:txXfrm>
    </dsp:sp>
    <dsp:sp modelId="{BF0809FD-2D3B-44DC-9B5F-F7279B419970}">
      <dsp:nvSpPr>
        <dsp:cNvPr id="0" name=""/>
        <dsp:cNvSpPr/>
      </dsp:nvSpPr>
      <dsp:spPr>
        <a:xfrm>
          <a:off x="3227032" y="1984238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1984238"/>
        <a:ext cx="735292" cy="528414"/>
      </dsp:txXfrm>
    </dsp:sp>
    <dsp:sp modelId="{DAE82DBF-0D60-41F0-896E-3650DCF6B75A}">
      <dsp:nvSpPr>
        <dsp:cNvPr id="0" name=""/>
        <dsp:cNvSpPr/>
      </dsp:nvSpPr>
      <dsp:spPr>
        <a:xfrm>
          <a:off x="1147194" y="2644755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Póliza</a:t>
          </a:r>
        </a:p>
      </dsp:txBody>
      <dsp:txXfrm>
        <a:off x="1147194" y="2644755"/>
        <a:ext cx="1733198" cy="528414"/>
      </dsp:txXfrm>
    </dsp:sp>
    <dsp:sp modelId="{28608C39-3F6E-4FF4-B46E-25405EEBF80D}">
      <dsp:nvSpPr>
        <dsp:cNvPr id="0" name=""/>
        <dsp:cNvSpPr/>
      </dsp:nvSpPr>
      <dsp:spPr>
        <a:xfrm>
          <a:off x="3227032" y="2644755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2644755"/>
        <a:ext cx="735292" cy="528414"/>
      </dsp:txXfrm>
    </dsp:sp>
    <dsp:sp modelId="{FDF91A2A-2A66-4C6C-A86A-CDF4326DA8EE}">
      <dsp:nvSpPr>
        <dsp:cNvPr id="0" name=""/>
        <dsp:cNvSpPr/>
      </dsp:nvSpPr>
      <dsp:spPr>
        <a:xfrm>
          <a:off x="1147194" y="3305273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Ahorro Meta</a:t>
          </a:r>
        </a:p>
      </dsp:txBody>
      <dsp:txXfrm>
        <a:off x="1147194" y="3305273"/>
        <a:ext cx="1733198" cy="528414"/>
      </dsp:txXfrm>
    </dsp:sp>
    <dsp:sp modelId="{90A1B84C-1E56-49A9-89CD-6FECF2BA6A56}">
      <dsp:nvSpPr>
        <dsp:cNvPr id="0" name=""/>
        <dsp:cNvSpPr/>
      </dsp:nvSpPr>
      <dsp:spPr>
        <a:xfrm>
          <a:off x="3227032" y="3305273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1</a:t>
          </a:r>
        </a:p>
      </dsp:txBody>
      <dsp:txXfrm>
        <a:off x="3227032" y="3305273"/>
        <a:ext cx="735292" cy="528414"/>
      </dsp:txXfrm>
    </dsp:sp>
    <dsp:sp modelId="{C3BAA938-E657-4B3A-9C99-A24D140B8CBB}">
      <dsp:nvSpPr>
        <dsp:cNvPr id="0" name=""/>
        <dsp:cNvSpPr/>
      </dsp:nvSpPr>
      <dsp:spPr>
        <a:xfrm>
          <a:off x="1147194" y="3965791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Hipotecario</a:t>
          </a:r>
        </a:p>
      </dsp:txBody>
      <dsp:txXfrm>
        <a:off x="1147194" y="3965791"/>
        <a:ext cx="1733198" cy="528414"/>
      </dsp:txXfrm>
    </dsp:sp>
    <dsp:sp modelId="{F8F523A0-50B5-49B0-870A-BBD6A436C9F3}">
      <dsp:nvSpPr>
        <dsp:cNvPr id="0" name=""/>
        <dsp:cNvSpPr/>
      </dsp:nvSpPr>
      <dsp:spPr>
        <a:xfrm>
          <a:off x="3227032" y="3965791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3965791"/>
        <a:ext cx="735292" cy="528414"/>
      </dsp:txXfrm>
    </dsp:sp>
    <dsp:sp modelId="{F79FB1EC-FF45-40C7-BCB6-021087AEF7A4}">
      <dsp:nvSpPr>
        <dsp:cNvPr id="0" name=""/>
        <dsp:cNvSpPr/>
      </dsp:nvSpPr>
      <dsp:spPr>
        <a:xfrm>
          <a:off x="1147194" y="4626309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Auto</a:t>
          </a:r>
        </a:p>
      </dsp:txBody>
      <dsp:txXfrm>
        <a:off x="1147194" y="4626309"/>
        <a:ext cx="1733198" cy="528414"/>
      </dsp:txXfrm>
    </dsp:sp>
    <dsp:sp modelId="{676AE3D0-5F4C-4EE7-B7E9-D1E6FBA3729D}">
      <dsp:nvSpPr>
        <dsp:cNvPr id="0" name=""/>
        <dsp:cNvSpPr/>
      </dsp:nvSpPr>
      <dsp:spPr>
        <a:xfrm>
          <a:off x="3227032" y="4626309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4626309"/>
        <a:ext cx="735292" cy="528414"/>
      </dsp:txXfrm>
    </dsp:sp>
    <dsp:sp modelId="{93341C07-B5F1-4CC7-BB14-0920D0E784AE}">
      <dsp:nvSpPr>
        <dsp:cNvPr id="0" name=""/>
        <dsp:cNvSpPr/>
      </dsp:nvSpPr>
      <dsp:spPr>
        <a:xfrm>
          <a:off x="1147194" y="5286827"/>
          <a:ext cx="1733198" cy="5284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 dirty="0">
              <a:solidFill>
                <a:schemeClr val="bg1"/>
              </a:solidFill>
            </a:rPr>
            <a:t>Banca Virtual / Banca Virtual Empresa</a:t>
          </a:r>
        </a:p>
      </dsp:txBody>
      <dsp:txXfrm>
        <a:off x="1147194" y="5286827"/>
        <a:ext cx="1733198" cy="528414"/>
      </dsp:txXfrm>
    </dsp:sp>
    <dsp:sp modelId="{64157383-8302-466E-B954-AC5434009D24}">
      <dsp:nvSpPr>
        <dsp:cNvPr id="0" name=""/>
        <dsp:cNvSpPr/>
      </dsp:nvSpPr>
      <dsp:spPr>
        <a:xfrm>
          <a:off x="3227032" y="5286827"/>
          <a:ext cx="735292" cy="5284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500" kern="1200">
              <a:solidFill>
                <a:schemeClr val="bg1"/>
              </a:solidFill>
            </a:rPr>
            <a:t>1</a:t>
          </a:r>
          <a:endParaRPr lang="es-EC" sz="1500" kern="1200" dirty="0">
            <a:solidFill>
              <a:schemeClr val="bg1"/>
            </a:solidFill>
          </a:endParaRPr>
        </a:p>
      </dsp:txBody>
      <dsp:txXfrm>
        <a:off x="3227032" y="5286827"/>
        <a:ext cx="735292" cy="5284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5B02D-F837-46A9-85F9-5F6D834B3855}">
      <dsp:nvSpPr>
        <dsp:cNvPr id="0" name=""/>
        <dsp:cNvSpPr/>
      </dsp:nvSpPr>
      <dsp:spPr>
        <a:xfrm>
          <a:off x="4354259" y="6168217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507125" y="6205892"/>
        <a:ext cx="16091" cy="16091"/>
      </dsp:txXfrm>
    </dsp:sp>
    <dsp:sp modelId="{2AEE0977-4A75-4059-821D-B21488B2EDD3}">
      <dsp:nvSpPr>
        <dsp:cNvPr id="0" name=""/>
        <dsp:cNvSpPr/>
      </dsp:nvSpPr>
      <dsp:spPr>
        <a:xfrm>
          <a:off x="2423317" y="6168217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576184" y="6205892"/>
        <a:ext cx="16091" cy="16091"/>
      </dsp:txXfrm>
    </dsp:sp>
    <dsp:sp modelId="{88664CCB-9214-4D82-86B3-EFDDCFEAF4FB}">
      <dsp:nvSpPr>
        <dsp:cNvPr id="0" name=""/>
        <dsp:cNvSpPr/>
      </dsp:nvSpPr>
      <dsp:spPr>
        <a:xfrm>
          <a:off x="492376" y="3761014"/>
          <a:ext cx="321823" cy="2452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911" y="0"/>
              </a:lnTo>
              <a:lnTo>
                <a:pt x="160911" y="2452923"/>
              </a:lnTo>
              <a:lnTo>
                <a:pt x="321823" y="245292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800" kern="1200">
            <a:solidFill>
              <a:schemeClr val="bg1"/>
            </a:solidFill>
          </a:endParaRPr>
        </a:p>
      </dsp:txBody>
      <dsp:txXfrm>
        <a:off x="591439" y="4925627"/>
        <a:ext cx="123697" cy="123697"/>
      </dsp:txXfrm>
    </dsp:sp>
    <dsp:sp modelId="{31F36AA4-DD88-458F-818F-4B4E19268883}">
      <dsp:nvSpPr>
        <dsp:cNvPr id="0" name=""/>
        <dsp:cNvSpPr/>
      </dsp:nvSpPr>
      <dsp:spPr>
        <a:xfrm>
          <a:off x="4354259" y="5554987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507125" y="5592661"/>
        <a:ext cx="16091" cy="16091"/>
      </dsp:txXfrm>
    </dsp:sp>
    <dsp:sp modelId="{FEF38621-C909-48CF-B14E-859997849F5A}">
      <dsp:nvSpPr>
        <dsp:cNvPr id="0" name=""/>
        <dsp:cNvSpPr/>
      </dsp:nvSpPr>
      <dsp:spPr>
        <a:xfrm>
          <a:off x="2423317" y="5554987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576184" y="5592661"/>
        <a:ext cx="16091" cy="16091"/>
      </dsp:txXfrm>
    </dsp:sp>
    <dsp:sp modelId="{E7448DA2-ABEA-4A21-9757-53D581D7F3FD}">
      <dsp:nvSpPr>
        <dsp:cNvPr id="0" name=""/>
        <dsp:cNvSpPr/>
      </dsp:nvSpPr>
      <dsp:spPr>
        <a:xfrm>
          <a:off x="492376" y="3761014"/>
          <a:ext cx="321823" cy="18396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911" y="0"/>
              </a:lnTo>
              <a:lnTo>
                <a:pt x="160911" y="1839692"/>
              </a:lnTo>
              <a:lnTo>
                <a:pt x="321823" y="183969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600" kern="1200">
            <a:solidFill>
              <a:schemeClr val="bg1"/>
            </a:solidFill>
          </a:endParaRPr>
        </a:p>
      </dsp:txBody>
      <dsp:txXfrm>
        <a:off x="606597" y="4634170"/>
        <a:ext cx="93381" cy="93381"/>
      </dsp:txXfrm>
    </dsp:sp>
    <dsp:sp modelId="{73FD337A-6A62-440C-AAA2-FFC3EC6938DE}">
      <dsp:nvSpPr>
        <dsp:cNvPr id="0" name=""/>
        <dsp:cNvSpPr/>
      </dsp:nvSpPr>
      <dsp:spPr>
        <a:xfrm>
          <a:off x="4354259" y="4941756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507125" y="4979430"/>
        <a:ext cx="16091" cy="16091"/>
      </dsp:txXfrm>
    </dsp:sp>
    <dsp:sp modelId="{41991A70-5495-4DA6-ADF1-52AE3035041A}">
      <dsp:nvSpPr>
        <dsp:cNvPr id="0" name=""/>
        <dsp:cNvSpPr/>
      </dsp:nvSpPr>
      <dsp:spPr>
        <a:xfrm>
          <a:off x="2423317" y="4941756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576184" y="4979430"/>
        <a:ext cx="16091" cy="16091"/>
      </dsp:txXfrm>
    </dsp:sp>
    <dsp:sp modelId="{EA21B7AA-9486-4067-B349-50CE4D95F9B9}">
      <dsp:nvSpPr>
        <dsp:cNvPr id="0" name=""/>
        <dsp:cNvSpPr/>
      </dsp:nvSpPr>
      <dsp:spPr>
        <a:xfrm>
          <a:off x="492376" y="3761014"/>
          <a:ext cx="321823" cy="12264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911" y="0"/>
              </a:lnTo>
              <a:lnTo>
                <a:pt x="160911" y="1226461"/>
              </a:lnTo>
              <a:lnTo>
                <a:pt x="321823" y="122646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621588" y="4342545"/>
        <a:ext cx="63399" cy="63399"/>
      </dsp:txXfrm>
    </dsp:sp>
    <dsp:sp modelId="{7B24AA88-93EC-4ACD-A3A2-F98FFA8C9C81}">
      <dsp:nvSpPr>
        <dsp:cNvPr id="0" name=""/>
        <dsp:cNvSpPr/>
      </dsp:nvSpPr>
      <dsp:spPr>
        <a:xfrm>
          <a:off x="4354259" y="4328525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507125" y="4366199"/>
        <a:ext cx="16091" cy="16091"/>
      </dsp:txXfrm>
    </dsp:sp>
    <dsp:sp modelId="{4D78C0FD-C85D-44AE-95F1-5625C530C688}">
      <dsp:nvSpPr>
        <dsp:cNvPr id="0" name=""/>
        <dsp:cNvSpPr/>
      </dsp:nvSpPr>
      <dsp:spPr>
        <a:xfrm>
          <a:off x="2423317" y="4328525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576184" y="4366199"/>
        <a:ext cx="16091" cy="16091"/>
      </dsp:txXfrm>
    </dsp:sp>
    <dsp:sp modelId="{F7C38909-BE07-464E-834D-BDCFBA258100}">
      <dsp:nvSpPr>
        <dsp:cNvPr id="0" name=""/>
        <dsp:cNvSpPr/>
      </dsp:nvSpPr>
      <dsp:spPr>
        <a:xfrm>
          <a:off x="492376" y="3761014"/>
          <a:ext cx="321823" cy="613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911" y="0"/>
              </a:lnTo>
              <a:lnTo>
                <a:pt x="160911" y="613230"/>
              </a:lnTo>
              <a:lnTo>
                <a:pt x="321823" y="61323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635974" y="4050316"/>
        <a:ext cx="34627" cy="34627"/>
      </dsp:txXfrm>
    </dsp:sp>
    <dsp:sp modelId="{FE941F1F-20CA-4C55-B397-5F4B1C4D50F1}">
      <dsp:nvSpPr>
        <dsp:cNvPr id="0" name=""/>
        <dsp:cNvSpPr/>
      </dsp:nvSpPr>
      <dsp:spPr>
        <a:xfrm>
          <a:off x="4354259" y="3715294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507125" y="3752968"/>
        <a:ext cx="16091" cy="16091"/>
      </dsp:txXfrm>
    </dsp:sp>
    <dsp:sp modelId="{6E352E3A-D0F9-481B-A998-5B020A8C76CE}">
      <dsp:nvSpPr>
        <dsp:cNvPr id="0" name=""/>
        <dsp:cNvSpPr/>
      </dsp:nvSpPr>
      <dsp:spPr>
        <a:xfrm>
          <a:off x="2423317" y="3715294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576184" y="3752968"/>
        <a:ext cx="16091" cy="16091"/>
      </dsp:txXfrm>
    </dsp:sp>
    <dsp:sp modelId="{FE9BAB8F-E46F-4F0B-9F5C-E8662C1E6217}">
      <dsp:nvSpPr>
        <dsp:cNvPr id="0" name=""/>
        <dsp:cNvSpPr/>
      </dsp:nvSpPr>
      <dsp:spPr>
        <a:xfrm>
          <a:off x="492376" y="3715294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645242" y="3752968"/>
        <a:ext cx="16091" cy="16091"/>
      </dsp:txXfrm>
    </dsp:sp>
    <dsp:sp modelId="{E3EB1B03-3487-40DA-947F-CE0DCBC1024C}">
      <dsp:nvSpPr>
        <dsp:cNvPr id="0" name=""/>
        <dsp:cNvSpPr/>
      </dsp:nvSpPr>
      <dsp:spPr>
        <a:xfrm>
          <a:off x="4354259" y="3102063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507125" y="3139738"/>
        <a:ext cx="16091" cy="16091"/>
      </dsp:txXfrm>
    </dsp:sp>
    <dsp:sp modelId="{1025C237-A869-49AD-9337-1D7407CAC99C}">
      <dsp:nvSpPr>
        <dsp:cNvPr id="0" name=""/>
        <dsp:cNvSpPr/>
      </dsp:nvSpPr>
      <dsp:spPr>
        <a:xfrm>
          <a:off x="2423317" y="3102063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576184" y="3139738"/>
        <a:ext cx="16091" cy="16091"/>
      </dsp:txXfrm>
    </dsp:sp>
    <dsp:sp modelId="{FA624BE1-9ACC-4E7D-9F6D-BDD9E6D78BF6}">
      <dsp:nvSpPr>
        <dsp:cNvPr id="0" name=""/>
        <dsp:cNvSpPr/>
      </dsp:nvSpPr>
      <dsp:spPr>
        <a:xfrm>
          <a:off x="492376" y="3147783"/>
          <a:ext cx="321823" cy="613230"/>
        </a:xfrm>
        <a:custGeom>
          <a:avLst/>
          <a:gdLst/>
          <a:ahLst/>
          <a:cxnLst/>
          <a:rect l="0" t="0" r="0" b="0"/>
          <a:pathLst>
            <a:path>
              <a:moveTo>
                <a:pt x="0" y="613230"/>
              </a:moveTo>
              <a:lnTo>
                <a:pt x="160911" y="613230"/>
              </a:lnTo>
              <a:lnTo>
                <a:pt x="160911" y="0"/>
              </a:lnTo>
              <a:lnTo>
                <a:pt x="32182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635974" y="3437085"/>
        <a:ext cx="34627" cy="34627"/>
      </dsp:txXfrm>
    </dsp:sp>
    <dsp:sp modelId="{60DB86B8-AB26-4AE4-820F-80100E439A3D}">
      <dsp:nvSpPr>
        <dsp:cNvPr id="0" name=""/>
        <dsp:cNvSpPr/>
      </dsp:nvSpPr>
      <dsp:spPr>
        <a:xfrm>
          <a:off x="4354259" y="2488832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507125" y="2526507"/>
        <a:ext cx="16091" cy="16091"/>
      </dsp:txXfrm>
    </dsp:sp>
    <dsp:sp modelId="{0B2C3DEE-29F0-4A70-9C19-F3A6568122D1}">
      <dsp:nvSpPr>
        <dsp:cNvPr id="0" name=""/>
        <dsp:cNvSpPr/>
      </dsp:nvSpPr>
      <dsp:spPr>
        <a:xfrm>
          <a:off x="2423317" y="2488832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576184" y="2526507"/>
        <a:ext cx="16091" cy="16091"/>
      </dsp:txXfrm>
    </dsp:sp>
    <dsp:sp modelId="{E43A60A7-9DDF-42B2-A812-4D4F0F75076B}">
      <dsp:nvSpPr>
        <dsp:cNvPr id="0" name=""/>
        <dsp:cNvSpPr/>
      </dsp:nvSpPr>
      <dsp:spPr>
        <a:xfrm>
          <a:off x="492376" y="2534552"/>
          <a:ext cx="321823" cy="1226461"/>
        </a:xfrm>
        <a:custGeom>
          <a:avLst/>
          <a:gdLst/>
          <a:ahLst/>
          <a:cxnLst/>
          <a:rect l="0" t="0" r="0" b="0"/>
          <a:pathLst>
            <a:path>
              <a:moveTo>
                <a:pt x="0" y="1226461"/>
              </a:moveTo>
              <a:lnTo>
                <a:pt x="160911" y="1226461"/>
              </a:lnTo>
              <a:lnTo>
                <a:pt x="160911" y="0"/>
              </a:lnTo>
              <a:lnTo>
                <a:pt x="32182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621588" y="3116084"/>
        <a:ext cx="63399" cy="63399"/>
      </dsp:txXfrm>
    </dsp:sp>
    <dsp:sp modelId="{E66A7893-53DE-4C20-97F3-42A6AE3BBEA4}">
      <dsp:nvSpPr>
        <dsp:cNvPr id="0" name=""/>
        <dsp:cNvSpPr/>
      </dsp:nvSpPr>
      <dsp:spPr>
        <a:xfrm>
          <a:off x="4354259" y="1875601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507125" y="1913276"/>
        <a:ext cx="16091" cy="16091"/>
      </dsp:txXfrm>
    </dsp:sp>
    <dsp:sp modelId="{5E4E42DD-3DC5-4B9C-A797-9F0465C2C0C2}">
      <dsp:nvSpPr>
        <dsp:cNvPr id="0" name=""/>
        <dsp:cNvSpPr/>
      </dsp:nvSpPr>
      <dsp:spPr>
        <a:xfrm>
          <a:off x="2423317" y="1875601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576184" y="1913276"/>
        <a:ext cx="16091" cy="16091"/>
      </dsp:txXfrm>
    </dsp:sp>
    <dsp:sp modelId="{F31F3F23-7C72-452A-ADC8-1CB2C7B14B46}">
      <dsp:nvSpPr>
        <dsp:cNvPr id="0" name=""/>
        <dsp:cNvSpPr/>
      </dsp:nvSpPr>
      <dsp:spPr>
        <a:xfrm>
          <a:off x="492376" y="1921321"/>
          <a:ext cx="321823" cy="1839692"/>
        </a:xfrm>
        <a:custGeom>
          <a:avLst/>
          <a:gdLst/>
          <a:ahLst/>
          <a:cxnLst/>
          <a:rect l="0" t="0" r="0" b="0"/>
          <a:pathLst>
            <a:path>
              <a:moveTo>
                <a:pt x="0" y="1839692"/>
              </a:moveTo>
              <a:lnTo>
                <a:pt x="160911" y="1839692"/>
              </a:lnTo>
              <a:lnTo>
                <a:pt x="160911" y="0"/>
              </a:lnTo>
              <a:lnTo>
                <a:pt x="32182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600" kern="1200">
            <a:solidFill>
              <a:schemeClr val="bg1"/>
            </a:solidFill>
          </a:endParaRPr>
        </a:p>
      </dsp:txBody>
      <dsp:txXfrm>
        <a:off x="606597" y="2794477"/>
        <a:ext cx="93381" cy="93381"/>
      </dsp:txXfrm>
    </dsp:sp>
    <dsp:sp modelId="{A127D93A-C082-4168-98F1-0A3741E23D2D}">
      <dsp:nvSpPr>
        <dsp:cNvPr id="0" name=""/>
        <dsp:cNvSpPr/>
      </dsp:nvSpPr>
      <dsp:spPr>
        <a:xfrm>
          <a:off x="4354259" y="1262371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507125" y="1300045"/>
        <a:ext cx="16091" cy="16091"/>
      </dsp:txXfrm>
    </dsp:sp>
    <dsp:sp modelId="{3F3348B2-04C2-46F8-8EB7-421170EC45A5}">
      <dsp:nvSpPr>
        <dsp:cNvPr id="0" name=""/>
        <dsp:cNvSpPr/>
      </dsp:nvSpPr>
      <dsp:spPr>
        <a:xfrm>
          <a:off x="2423317" y="1262371"/>
          <a:ext cx="3218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182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576184" y="1300045"/>
        <a:ext cx="16091" cy="16091"/>
      </dsp:txXfrm>
    </dsp:sp>
    <dsp:sp modelId="{92090F43-5B4E-4749-BCAA-CA724B1D4710}">
      <dsp:nvSpPr>
        <dsp:cNvPr id="0" name=""/>
        <dsp:cNvSpPr/>
      </dsp:nvSpPr>
      <dsp:spPr>
        <a:xfrm>
          <a:off x="492376" y="1308091"/>
          <a:ext cx="321823" cy="2452923"/>
        </a:xfrm>
        <a:custGeom>
          <a:avLst/>
          <a:gdLst/>
          <a:ahLst/>
          <a:cxnLst/>
          <a:rect l="0" t="0" r="0" b="0"/>
          <a:pathLst>
            <a:path>
              <a:moveTo>
                <a:pt x="0" y="2452923"/>
              </a:moveTo>
              <a:lnTo>
                <a:pt x="160911" y="2452923"/>
              </a:lnTo>
              <a:lnTo>
                <a:pt x="160911" y="0"/>
              </a:lnTo>
              <a:lnTo>
                <a:pt x="32182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800" kern="1200">
            <a:solidFill>
              <a:schemeClr val="bg1"/>
            </a:solidFill>
          </a:endParaRPr>
        </a:p>
      </dsp:txBody>
      <dsp:txXfrm>
        <a:off x="591439" y="2472704"/>
        <a:ext cx="123697" cy="123697"/>
      </dsp:txXfrm>
    </dsp:sp>
    <dsp:sp modelId="{1A8C8775-11A9-4910-9DB9-4ADDC072442C}">
      <dsp:nvSpPr>
        <dsp:cNvPr id="0" name=""/>
        <dsp:cNvSpPr/>
      </dsp:nvSpPr>
      <dsp:spPr>
        <a:xfrm rot="16200000">
          <a:off x="-1043928" y="3515722"/>
          <a:ext cx="2582024" cy="49058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200" kern="1200">
              <a:solidFill>
                <a:schemeClr val="bg1"/>
              </a:solidFill>
            </a:rPr>
            <a:t>Uso</a:t>
          </a:r>
          <a:endParaRPr lang="es-EC" sz="3200" kern="1200" dirty="0">
            <a:solidFill>
              <a:schemeClr val="bg1"/>
            </a:solidFill>
          </a:endParaRPr>
        </a:p>
      </dsp:txBody>
      <dsp:txXfrm>
        <a:off x="-1043928" y="3515722"/>
        <a:ext cx="2582024" cy="490584"/>
      </dsp:txXfrm>
    </dsp:sp>
    <dsp:sp modelId="{B2ADA6F2-50C6-4A88-AAA9-37F38027290A}">
      <dsp:nvSpPr>
        <dsp:cNvPr id="0" name=""/>
        <dsp:cNvSpPr/>
      </dsp:nvSpPr>
      <dsp:spPr>
        <a:xfrm>
          <a:off x="814200" y="1062798"/>
          <a:ext cx="1609117" cy="49058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Cuentas</a:t>
          </a:r>
        </a:p>
      </dsp:txBody>
      <dsp:txXfrm>
        <a:off x="814200" y="1062798"/>
        <a:ext cx="1609117" cy="490584"/>
      </dsp:txXfrm>
    </dsp:sp>
    <dsp:sp modelId="{0D1B3F7F-30ED-4F6C-931F-D0F75EB516EC}">
      <dsp:nvSpPr>
        <dsp:cNvPr id="0" name=""/>
        <dsp:cNvSpPr/>
      </dsp:nvSpPr>
      <dsp:spPr>
        <a:xfrm>
          <a:off x="2745141" y="1062798"/>
          <a:ext cx="1609117" cy="4905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1 deposito + 1 transferencia (</a:t>
          </a:r>
          <a:r>
            <a:rPr lang="es-EC" sz="1300" kern="1200" dirty="0" err="1">
              <a:solidFill>
                <a:schemeClr val="bg1"/>
              </a:solidFill>
            </a:rPr>
            <a:t>últ</a:t>
          </a:r>
          <a:r>
            <a:rPr lang="es-EC" sz="1300" kern="1200" dirty="0">
              <a:solidFill>
                <a:schemeClr val="bg1"/>
              </a:solidFill>
            </a:rPr>
            <a:t> mes)</a:t>
          </a:r>
        </a:p>
      </dsp:txBody>
      <dsp:txXfrm>
        <a:off x="2745141" y="1062798"/>
        <a:ext cx="1609117" cy="490584"/>
      </dsp:txXfrm>
    </dsp:sp>
    <dsp:sp modelId="{0B6CCB4A-7225-4330-8D7C-CAD770CEC914}">
      <dsp:nvSpPr>
        <dsp:cNvPr id="0" name=""/>
        <dsp:cNvSpPr/>
      </dsp:nvSpPr>
      <dsp:spPr>
        <a:xfrm>
          <a:off x="4676082" y="1062798"/>
          <a:ext cx="775868" cy="49058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>
              <a:solidFill>
                <a:srgbClr val="150F41"/>
              </a:solidFill>
            </a:rPr>
            <a:t>1</a:t>
          </a:r>
          <a:endParaRPr lang="es-EC" sz="1300" kern="1200" dirty="0">
            <a:solidFill>
              <a:srgbClr val="150F41"/>
            </a:solidFill>
          </a:endParaRPr>
        </a:p>
      </dsp:txBody>
      <dsp:txXfrm>
        <a:off x="4676082" y="1062798"/>
        <a:ext cx="775868" cy="490584"/>
      </dsp:txXfrm>
    </dsp:sp>
    <dsp:sp modelId="{8F7C36BE-E589-4461-8F16-778807C0B166}">
      <dsp:nvSpPr>
        <dsp:cNvPr id="0" name=""/>
        <dsp:cNvSpPr/>
      </dsp:nvSpPr>
      <dsp:spPr>
        <a:xfrm>
          <a:off x="814200" y="1676029"/>
          <a:ext cx="1609117" cy="49058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Tarjetas</a:t>
          </a:r>
        </a:p>
      </dsp:txBody>
      <dsp:txXfrm>
        <a:off x="814200" y="1676029"/>
        <a:ext cx="1609117" cy="490584"/>
      </dsp:txXfrm>
    </dsp:sp>
    <dsp:sp modelId="{6F6144C2-8CC6-4AA7-AF21-168289CF647E}">
      <dsp:nvSpPr>
        <dsp:cNvPr id="0" name=""/>
        <dsp:cNvSpPr/>
      </dsp:nvSpPr>
      <dsp:spPr>
        <a:xfrm>
          <a:off x="2745141" y="1676029"/>
          <a:ext cx="1609117" cy="4905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consumo recurrente – </a:t>
          </a:r>
          <a:r>
            <a:rPr lang="es-EC" sz="1300" kern="1200" dirty="0" err="1">
              <a:solidFill>
                <a:schemeClr val="bg1"/>
              </a:solidFill>
            </a:rPr>
            <a:t>consmo</a:t>
          </a:r>
          <a:r>
            <a:rPr lang="es-EC" sz="1300" kern="1200" dirty="0">
              <a:solidFill>
                <a:schemeClr val="bg1"/>
              </a:solidFill>
            </a:rPr>
            <a:t> (ult mes</a:t>
          </a:r>
        </a:p>
      </dsp:txBody>
      <dsp:txXfrm>
        <a:off x="2745141" y="1676029"/>
        <a:ext cx="1609117" cy="490584"/>
      </dsp:txXfrm>
    </dsp:sp>
    <dsp:sp modelId="{B4C17056-AF94-4420-AB8F-2D52248DC182}">
      <dsp:nvSpPr>
        <dsp:cNvPr id="0" name=""/>
        <dsp:cNvSpPr/>
      </dsp:nvSpPr>
      <dsp:spPr>
        <a:xfrm>
          <a:off x="4676082" y="1676029"/>
          <a:ext cx="775868" cy="49058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>
              <a:solidFill>
                <a:srgbClr val="150F41"/>
              </a:solidFill>
            </a:rPr>
            <a:t>1</a:t>
          </a:r>
          <a:endParaRPr lang="es-EC" sz="1300" kern="1200" dirty="0">
            <a:solidFill>
              <a:srgbClr val="150F41"/>
            </a:solidFill>
          </a:endParaRPr>
        </a:p>
      </dsp:txBody>
      <dsp:txXfrm>
        <a:off x="4676082" y="1676029"/>
        <a:ext cx="775868" cy="490584"/>
      </dsp:txXfrm>
    </dsp:sp>
    <dsp:sp modelId="{32ACC1F6-D5B9-4CEA-991A-2E04658BD206}">
      <dsp:nvSpPr>
        <dsp:cNvPr id="0" name=""/>
        <dsp:cNvSpPr/>
      </dsp:nvSpPr>
      <dsp:spPr>
        <a:xfrm>
          <a:off x="814200" y="2289260"/>
          <a:ext cx="1609117" cy="49058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Seguros / Asistencia</a:t>
          </a:r>
        </a:p>
      </dsp:txBody>
      <dsp:txXfrm>
        <a:off x="814200" y="2289260"/>
        <a:ext cx="1609117" cy="490584"/>
      </dsp:txXfrm>
    </dsp:sp>
    <dsp:sp modelId="{7BB34EAD-A9D4-4433-82FB-8D85B83831B2}">
      <dsp:nvSpPr>
        <dsp:cNvPr id="0" name=""/>
        <dsp:cNvSpPr/>
      </dsp:nvSpPr>
      <dsp:spPr>
        <a:xfrm>
          <a:off x="2745141" y="2289260"/>
          <a:ext cx="1609117" cy="4905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Débito (</a:t>
          </a:r>
          <a:r>
            <a:rPr lang="es-EC" sz="1300" kern="1200" dirty="0" err="1">
              <a:solidFill>
                <a:schemeClr val="bg1"/>
              </a:solidFill>
            </a:rPr>
            <a:t>últ</a:t>
          </a:r>
          <a:r>
            <a:rPr lang="es-EC" sz="1300" kern="1200" dirty="0">
              <a:solidFill>
                <a:schemeClr val="bg1"/>
              </a:solidFill>
            </a:rPr>
            <a:t> mes)</a:t>
          </a:r>
        </a:p>
      </dsp:txBody>
      <dsp:txXfrm>
        <a:off x="2745141" y="2289260"/>
        <a:ext cx="1609117" cy="490584"/>
      </dsp:txXfrm>
    </dsp:sp>
    <dsp:sp modelId="{B2BD390E-5AA1-48EE-BC8C-249D037084F5}">
      <dsp:nvSpPr>
        <dsp:cNvPr id="0" name=""/>
        <dsp:cNvSpPr/>
      </dsp:nvSpPr>
      <dsp:spPr>
        <a:xfrm>
          <a:off x="4676082" y="2289260"/>
          <a:ext cx="775868" cy="49058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rgbClr val="150F41"/>
              </a:solidFill>
            </a:rPr>
            <a:t>1</a:t>
          </a:r>
        </a:p>
      </dsp:txBody>
      <dsp:txXfrm>
        <a:off x="4676082" y="2289260"/>
        <a:ext cx="775868" cy="490584"/>
      </dsp:txXfrm>
    </dsp:sp>
    <dsp:sp modelId="{BEDCAB73-F473-4593-A1D1-34DA9B04C965}">
      <dsp:nvSpPr>
        <dsp:cNvPr id="0" name=""/>
        <dsp:cNvSpPr/>
      </dsp:nvSpPr>
      <dsp:spPr>
        <a:xfrm>
          <a:off x="814200" y="2902491"/>
          <a:ext cx="1609117" cy="49058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Crédito</a:t>
          </a:r>
        </a:p>
      </dsp:txBody>
      <dsp:txXfrm>
        <a:off x="814200" y="2902491"/>
        <a:ext cx="1609117" cy="490584"/>
      </dsp:txXfrm>
    </dsp:sp>
    <dsp:sp modelId="{0BA20883-AC06-46A2-BDB2-084685A86392}">
      <dsp:nvSpPr>
        <dsp:cNvPr id="0" name=""/>
        <dsp:cNvSpPr/>
      </dsp:nvSpPr>
      <dsp:spPr>
        <a:xfrm>
          <a:off x="2745141" y="2902491"/>
          <a:ext cx="1609117" cy="4905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Tener Producto</a:t>
          </a:r>
        </a:p>
      </dsp:txBody>
      <dsp:txXfrm>
        <a:off x="2745141" y="2902491"/>
        <a:ext cx="1609117" cy="490584"/>
      </dsp:txXfrm>
    </dsp:sp>
    <dsp:sp modelId="{FBC4DB25-4C66-409B-8343-CDA5C3416EF5}">
      <dsp:nvSpPr>
        <dsp:cNvPr id="0" name=""/>
        <dsp:cNvSpPr/>
      </dsp:nvSpPr>
      <dsp:spPr>
        <a:xfrm>
          <a:off x="4676082" y="2902491"/>
          <a:ext cx="775868" cy="49058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>
              <a:solidFill>
                <a:srgbClr val="150F41"/>
              </a:solidFill>
            </a:rPr>
            <a:t>1</a:t>
          </a:r>
          <a:endParaRPr lang="es-EC" sz="1300" kern="1200" dirty="0">
            <a:solidFill>
              <a:srgbClr val="150F41"/>
            </a:solidFill>
          </a:endParaRPr>
        </a:p>
      </dsp:txBody>
      <dsp:txXfrm>
        <a:off x="4676082" y="2902491"/>
        <a:ext cx="775868" cy="490584"/>
      </dsp:txXfrm>
    </dsp:sp>
    <dsp:sp modelId="{DAE82DBF-0D60-41F0-896E-3650DCF6B75A}">
      <dsp:nvSpPr>
        <dsp:cNvPr id="0" name=""/>
        <dsp:cNvSpPr/>
      </dsp:nvSpPr>
      <dsp:spPr>
        <a:xfrm>
          <a:off x="814200" y="3515722"/>
          <a:ext cx="1609117" cy="49058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Póliza</a:t>
          </a:r>
        </a:p>
      </dsp:txBody>
      <dsp:txXfrm>
        <a:off x="814200" y="3515722"/>
        <a:ext cx="1609117" cy="490584"/>
      </dsp:txXfrm>
    </dsp:sp>
    <dsp:sp modelId="{A84F1D51-BB5A-4796-9230-3A120D891569}">
      <dsp:nvSpPr>
        <dsp:cNvPr id="0" name=""/>
        <dsp:cNvSpPr/>
      </dsp:nvSpPr>
      <dsp:spPr>
        <a:xfrm>
          <a:off x="2745141" y="3515722"/>
          <a:ext cx="1609117" cy="4905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Tener Producto</a:t>
          </a:r>
        </a:p>
      </dsp:txBody>
      <dsp:txXfrm>
        <a:off x="2745141" y="3515722"/>
        <a:ext cx="1609117" cy="490584"/>
      </dsp:txXfrm>
    </dsp:sp>
    <dsp:sp modelId="{A3CE5435-1141-42DD-980C-414E23182890}">
      <dsp:nvSpPr>
        <dsp:cNvPr id="0" name=""/>
        <dsp:cNvSpPr/>
      </dsp:nvSpPr>
      <dsp:spPr>
        <a:xfrm>
          <a:off x="4676082" y="3515722"/>
          <a:ext cx="775868" cy="49058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>
              <a:solidFill>
                <a:srgbClr val="150F41"/>
              </a:solidFill>
            </a:rPr>
            <a:t>1</a:t>
          </a:r>
          <a:endParaRPr lang="es-EC" sz="1300" kern="1200" dirty="0">
            <a:solidFill>
              <a:srgbClr val="150F41"/>
            </a:solidFill>
          </a:endParaRPr>
        </a:p>
      </dsp:txBody>
      <dsp:txXfrm>
        <a:off x="4676082" y="3515722"/>
        <a:ext cx="775868" cy="490584"/>
      </dsp:txXfrm>
    </dsp:sp>
    <dsp:sp modelId="{FDF91A2A-2A66-4C6C-A86A-CDF4326DA8EE}">
      <dsp:nvSpPr>
        <dsp:cNvPr id="0" name=""/>
        <dsp:cNvSpPr/>
      </dsp:nvSpPr>
      <dsp:spPr>
        <a:xfrm>
          <a:off x="814200" y="4128953"/>
          <a:ext cx="1609117" cy="49058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Ahorro Meta</a:t>
          </a:r>
        </a:p>
      </dsp:txBody>
      <dsp:txXfrm>
        <a:off x="814200" y="4128953"/>
        <a:ext cx="1609117" cy="490584"/>
      </dsp:txXfrm>
    </dsp:sp>
    <dsp:sp modelId="{39579ECC-5A3F-4DBE-B681-3E450FCC0508}">
      <dsp:nvSpPr>
        <dsp:cNvPr id="0" name=""/>
        <dsp:cNvSpPr/>
      </dsp:nvSpPr>
      <dsp:spPr>
        <a:xfrm>
          <a:off x="2745141" y="4128953"/>
          <a:ext cx="1609117" cy="4905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Saldo en Meta</a:t>
          </a:r>
        </a:p>
      </dsp:txBody>
      <dsp:txXfrm>
        <a:off x="2745141" y="4128953"/>
        <a:ext cx="1609117" cy="490584"/>
      </dsp:txXfrm>
    </dsp:sp>
    <dsp:sp modelId="{6C0DA723-208C-456B-8DC0-14BE49161222}">
      <dsp:nvSpPr>
        <dsp:cNvPr id="0" name=""/>
        <dsp:cNvSpPr/>
      </dsp:nvSpPr>
      <dsp:spPr>
        <a:xfrm>
          <a:off x="4676082" y="4128953"/>
          <a:ext cx="775868" cy="49058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>
              <a:solidFill>
                <a:srgbClr val="150F41"/>
              </a:solidFill>
            </a:rPr>
            <a:t>1</a:t>
          </a:r>
          <a:endParaRPr lang="es-EC" sz="1300" kern="1200" dirty="0">
            <a:solidFill>
              <a:srgbClr val="150F41"/>
            </a:solidFill>
          </a:endParaRPr>
        </a:p>
      </dsp:txBody>
      <dsp:txXfrm>
        <a:off x="4676082" y="4128953"/>
        <a:ext cx="775868" cy="490584"/>
      </dsp:txXfrm>
    </dsp:sp>
    <dsp:sp modelId="{C3BAA938-E657-4B3A-9C99-A24D140B8CBB}">
      <dsp:nvSpPr>
        <dsp:cNvPr id="0" name=""/>
        <dsp:cNvSpPr/>
      </dsp:nvSpPr>
      <dsp:spPr>
        <a:xfrm>
          <a:off x="814200" y="4742183"/>
          <a:ext cx="1609117" cy="49058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Hipotecario</a:t>
          </a:r>
        </a:p>
      </dsp:txBody>
      <dsp:txXfrm>
        <a:off x="814200" y="4742183"/>
        <a:ext cx="1609117" cy="490584"/>
      </dsp:txXfrm>
    </dsp:sp>
    <dsp:sp modelId="{22F4890B-3AF7-42E3-9465-6D51CBFE7F22}">
      <dsp:nvSpPr>
        <dsp:cNvPr id="0" name=""/>
        <dsp:cNvSpPr/>
      </dsp:nvSpPr>
      <dsp:spPr>
        <a:xfrm>
          <a:off x="2745141" y="4742183"/>
          <a:ext cx="1609117" cy="4905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Tener Producto</a:t>
          </a:r>
        </a:p>
      </dsp:txBody>
      <dsp:txXfrm>
        <a:off x="2745141" y="4742183"/>
        <a:ext cx="1609117" cy="490584"/>
      </dsp:txXfrm>
    </dsp:sp>
    <dsp:sp modelId="{F9485734-481E-4A53-B2D5-97F403D795A0}">
      <dsp:nvSpPr>
        <dsp:cNvPr id="0" name=""/>
        <dsp:cNvSpPr/>
      </dsp:nvSpPr>
      <dsp:spPr>
        <a:xfrm>
          <a:off x="4676082" y="4742183"/>
          <a:ext cx="775868" cy="49058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>
              <a:solidFill>
                <a:srgbClr val="150F41"/>
              </a:solidFill>
            </a:rPr>
            <a:t>1</a:t>
          </a:r>
          <a:endParaRPr lang="es-EC" sz="1300" kern="1200" dirty="0">
            <a:solidFill>
              <a:srgbClr val="150F41"/>
            </a:solidFill>
          </a:endParaRPr>
        </a:p>
      </dsp:txBody>
      <dsp:txXfrm>
        <a:off x="4676082" y="4742183"/>
        <a:ext cx="775868" cy="490584"/>
      </dsp:txXfrm>
    </dsp:sp>
    <dsp:sp modelId="{F79FB1EC-FF45-40C7-BCB6-021087AEF7A4}">
      <dsp:nvSpPr>
        <dsp:cNvPr id="0" name=""/>
        <dsp:cNvSpPr/>
      </dsp:nvSpPr>
      <dsp:spPr>
        <a:xfrm>
          <a:off x="814200" y="5355414"/>
          <a:ext cx="1609117" cy="49058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Auto</a:t>
          </a:r>
        </a:p>
      </dsp:txBody>
      <dsp:txXfrm>
        <a:off x="814200" y="5355414"/>
        <a:ext cx="1609117" cy="490584"/>
      </dsp:txXfrm>
    </dsp:sp>
    <dsp:sp modelId="{A6BD61BC-4141-400E-ACB2-D57F9AF06952}">
      <dsp:nvSpPr>
        <dsp:cNvPr id="0" name=""/>
        <dsp:cNvSpPr/>
      </dsp:nvSpPr>
      <dsp:spPr>
        <a:xfrm>
          <a:off x="2745141" y="5355414"/>
          <a:ext cx="1609117" cy="4905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Tener Producto</a:t>
          </a:r>
        </a:p>
      </dsp:txBody>
      <dsp:txXfrm>
        <a:off x="2745141" y="5355414"/>
        <a:ext cx="1609117" cy="490584"/>
      </dsp:txXfrm>
    </dsp:sp>
    <dsp:sp modelId="{62CD0928-6BCA-4D3E-A0AE-B8409B2849FD}">
      <dsp:nvSpPr>
        <dsp:cNvPr id="0" name=""/>
        <dsp:cNvSpPr/>
      </dsp:nvSpPr>
      <dsp:spPr>
        <a:xfrm>
          <a:off x="4676082" y="5355414"/>
          <a:ext cx="775868" cy="49058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>
              <a:solidFill>
                <a:srgbClr val="150F41"/>
              </a:solidFill>
            </a:rPr>
            <a:t>1</a:t>
          </a:r>
          <a:endParaRPr lang="es-EC" sz="1300" kern="1200" dirty="0">
            <a:solidFill>
              <a:srgbClr val="150F41"/>
            </a:solidFill>
          </a:endParaRPr>
        </a:p>
      </dsp:txBody>
      <dsp:txXfrm>
        <a:off x="4676082" y="5355414"/>
        <a:ext cx="775868" cy="490584"/>
      </dsp:txXfrm>
    </dsp:sp>
    <dsp:sp modelId="{93341C07-B5F1-4CC7-BB14-0920D0E784AE}">
      <dsp:nvSpPr>
        <dsp:cNvPr id="0" name=""/>
        <dsp:cNvSpPr/>
      </dsp:nvSpPr>
      <dsp:spPr>
        <a:xfrm>
          <a:off x="814200" y="5968645"/>
          <a:ext cx="1609117" cy="49058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Banca Virtual / Banca Virtual Empresa</a:t>
          </a:r>
        </a:p>
      </dsp:txBody>
      <dsp:txXfrm>
        <a:off x="814200" y="5968645"/>
        <a:ext cx="1609117" cy="490584"/>
      </dsp:txXfrm>
    </dsp:sp>
    <dsp:sp modelId="{3A5EF45C-5D59-4585-B71A-DF482DAE80EE}">
      <dsp:nvSpPr>
        <dsp:cNvPr id="0" name=""/>
        <dsp:cNvSpPr/>
      </dsp:nvSpPr>
      <dsp:spPr>
        <a:xfrm>
          <a:off x="2745141" y="5968645"/>
          <a:ext cx="1609117" cy="49058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chemeClr val="bg1"/>
              </a:solidFill>
            </a:rPr>
            <a:t>Cliente Digital</a:t>
          </a:r>
        </a:p>
      </dsp:txBody>
      <dsp:txXfrm>
        <a:off x="2745141" y="5968645"/>
        <a:ext cx="1609117" cy="490584"/>
      </dsp:txXfrm>
    </dsp:sp>
    <dsp:sp modelId="{AC7A7488-4047-4261-AB4A-0880674A7AEE}">
      <dsp:nvSpPr>
        <dsp:cNvPr id="0" name=""/>
        <dsp:cNvSpPr/>
      </dsp:nvSpPr>
      <dsp:spPr>
        <a:xfrm>
          <a:off x="4676082" y="5968645"/>
          <a:ext cx="775868" cy="49058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300" kern="1200" dirty="0">
              <a:solidFill>
                <a:srgbClr val="150F41"/>
              </a:solidFill>
            </a:rPr>
            <a:t>1</a:t>
          </a:r>
        </a:p>
      </dsp:txBody>
      <dsp:txXfrm>
        <a:off x="4676082" y="5968645"/>
        <a:ext cx="775868" cy="49058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2D9ED-EB2C-4E20-890A-87B6433763BD}">
      <dsp:nvSpPr>
        <dsp:cNvPr id="0" name=""/>
        <dsp:cNvSpPr/>
      </dsp:nvSpPr>
      <dsp:spPr>
        <a:xfrm>
          <a:off x="4550594" y="5229040"/>
          <a:ext cx="162343" cy="464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464015"/>
              </a:lnTo>
              <a:lnTo>
                <a:pt x="162343" y="46401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9476" y="5448758"/>
        <a:ext cx="24579" cy="24579"/>
      </dsp:txXfrm>
    </dsp:sp>
    <dsp:sp modelId="{4BC74C6A-A727-4FD8-8A8B-C55AF6E4ED33}">
      <dsp:nvSpPr>
        <dsp:cNvPr id="0" name=""/>
        <dsp:cNvSpPr/>
      </dsp:nvSpPr>
      <dsp:spPr>
        <a:xfrm>
          <a:off x="4550594" y="5229040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154671"/>
              </a:lnTo>
              <a:lnTo>
                <a:pt x="162343" y="15467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5300770"/>
        <a:ext cx="11211" cy="11211"/>
      </dsp:txXfrm>
    </dsp:sp>
    <dsp:sp modelId="{31955690-7179-40C4-9E8A-5D70DFC377E7}">
      <dsp:nvSpPr>
        <dsp:cNvPr id="0" name=""/>
        <dsp:cNvSpPr/>
      </dsp:nvSpPr>
      <dsp:spPr>
        <a:xfrm>
          <a:off x="4550594" y="5074368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154671"/>
              </a:moveTo>
              <a:lnTo>
                <a:pt x="81171" y="15467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5146098"/>
        <a:ext cx="11211" cy="11211"/>
      </dsp:txXfrm>
    </dsp:sp>
    <dsp:sp modelId="{48B72B3E-C983-4274-B2B2-70D16748E2BB}">
      <dsp:nvSpPr>
        <dsp:cNvPr id="0" name=""/>
        <dsp:cNvSpPr/>
      </dsp:nvSpPr>
      <dsp:spPr>
        <a:xfrm>
          <a:off x="4550594" y="4765024"/>
          <a:ext cx="162343" cy="464015"/>
        </a:xfrm>
        <a:custGeom>
          <a:avLst/>
          <a:gdLst/>
          <a:ahLst/>
          <a:cxnLst/>
          <a:rect l="0" t="0" r="0" b="0"/>
          <a:pathLst>
            <a:path>
              <a:moveTo>
                <a:pt x="0" y="464015"/>
              </a:moveTo>
              <a:lnTo>
                <a:pt x="81171" y="464015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9476" y="4984742"/>
        <a:ext cx="24579" cy="24579"/>
      </dsp:txXfrm>
    </dsp:sp>
    <dsp:sp modelId="{606C6F1E-498E-4DDB-A186-9DA9B6E34A4F}">
      <dsp:nvSpPr>
        <dsp:cNvPr id="0" name=""/>
        <dsp:cNvSpPr/>
      </dsp:nvSpPr>
      <dsp:spPr>
        <a:xfrm>
          <a:off x="3576533" y="2986298"/>
          <a:ext cx="162343" cy="22427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2242741"/>
              </a:lnTo>
              <a:lnTo>
                <a:pt x="162343" y="224274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800" kern="1200"/>
        </a:p>
      </dsp:txBody>
      <dsp:txXfrm>
        <a:off x="3601490" y="4051454"/>
        <a:ext cx="112430" cy="112430"/>
      </dsp:txXfrm>
    </dsp:sp>
    <dsp:sp modelId="{E7448DA2-ABEA-4A21-9757-53D581D7F3FD}">
      <dsp:nvSpPr>
        <dsp:cNvPr id="0" name=""/>
        <dsp:cNvSpPr/>
      </dsp:nvSpPr>
      <dsp:spPr>
        <a:xfrm>
          <a:off x="4550594" y="3836993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618687"/>
              </a:lnTo>
              <a:lnTo>
                <a:pt x="162343" y="61868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4130346"/>
        <a:ext cx="31981" cy="31981"/>
      </dsp:txXfrm>
    </dsp:sp>
    <dsp:sp modelId="{5E6DA394-939F-4A95-8F6F-3209A3895CB8}">
      <dsp:nvSpPr>
        <dsp:cNvPr id="0" name=""/>
        <dsp:cNvSpPr/>
      </dsp:nvSpPr>
      <dsp:spPr>
        <a:xfrm>
          <a:off x="4550594" y="3836993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3982931"/>
        <a:ext cx="17467" cy="17467"/>
      </dsp:txXfrm>
    </dsp:sp>
    <dsp:sp modelId="{6A1F7B97-5B80-483A-A0C1-E0085B4BB7F9}">
      <dsp:nvSpPr>
        <dsp:cNvPr id="0" name=""/>
        <dsp:cNvSpPr/>
      </dsp:nvSpPr>
      <dsp:spPr>
        <a:xfrm>
          <a:off x="4550594" y="3791273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3832935"/>
        <a:ext cx="8117" cy="8117"/>
      </dsp:txXfrm>
    </dsp:sp>
    <dsp:sp modelId="{D039A37C-16E1-46DE-83F2-FE1AFA19E6B5}">
      <dsp:nvSpPr>
        <dsp:cNvPr id="0" name=""/>
        <dsp:cNvSpPr/>
      </dsp:nvSpPr>
      <dsp:spPr>
        <a:xfrm>
          <a:off x="4550594" y="3527650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3673588"/>
        <a:ext cx="17467" cy="17467"/>
      </dsp:txXfrm>
    </dsp:sp>
    <dsp:sp modelId="{35D85E89-8219-4EAD-B131-FFB670BDF21E}">
      <dsp:nvSpPr>
        <dsp:cNvPr id="0" name=""/>
        <dsp:cNvSpPr/>
      </dsp:nvSpPr>
      <dsp:spPr>
        <a:xfrm>
          <a:off x="4550594" y="3218306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618687"/>
              </a:moveTo>
              <a:lnTo>
                <a:pt x="81171" y="61868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3511659"/>
        <a:ext cx="31981" cy="31981"/>
      </dsp:txXfrm>
    </dsp:sp>
    <dsp:sp modelId="{FA624BE1-9ACC-4E7D-9F6D-BDD9E6D78BF6}">
      <dsp:nvSpPr>
        <dsp:cNvPr id="0" name=""/>
        <dsp:cNvSpPr/>
      </dsp:nvSpPr>
      <dsp:spPr>
        <a:xfrm>
          <a:off x="3576533" y="2986298"/>
          <a:ext cx="162343" cy="8506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850695"/>
              </a:lnTo>
              <a:lnTo>
                <a:pt x="162343" y="85069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36054" y="3389995"/>
        <a:ext cx="43302" cy="43302"/>
      </dsp:txXfrm>
    </dsp:sp>
    <dsp:sp modelId="{051C7EE5-64C2-4B32-9CB4-6E697A8B079C}">
      <dsp:nvSpPr>
        <dsp:cNvPr id="0" name=""/>
        <dsp:cNvSpPr/>
      </dsp:nvSpPr>
      <dsp:spPr>
        <a:xfrm>
          <a:off x="4550594" y="2754291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154671"/>
              </a:lnTo>
              <a:lnTo>
                <a:pt x="162343" y="15467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2826021"/>
        <a:ext cx="11211" cy="11211"/>
      </dsp:txXfrm>
    </dsp:sp>
    <dsp:sp modelId="{A77A702B-712F-4ECF-ABF5-D128154D2C84}">
      <dsp:nvSpPr>
        <dsp:cNvPr id="0" name=""/>
        <dsp:cNvSpPr/>
      </dsp:nvSpPr>
      <dsp:spPr>
        <a:xfrm>
          <a:off x="4550594" y="2599619"/>
          <a:ext cx="162343" cy="154671"/>
        </a:xfrm>
        <a:custGeom>
          <a:avLst/>
          <a:gdLst/>
          <a:ahLst/>
          <a:cxnLst/>
          <a:rect l="0" t="0" r="0" b="0"/>
          <a:pathLst>
            <a:path>
              <a:moveTo>
                <a:pt x="0" y="154671"/>
              </a:moveTo>
              <a:lnTo>
                <a:pt x="81171" y="15467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6160" y="2671349"/>
        <a:ext cx="11211" cy="11211"/>
      </dsp:txXfrm>
    </dsp:sp>
    <dsp:sp modelId="{E43A60A7-9DDF-42B2-A812-4D4F0F75076B}">
      <dsp:nvSpPr>
        <dsp:cNvPr id="0" name=""/>
        <dsp:cNvSpPr/>
      </dsp:nvSpPr>
      <dsp:spPr>
        <a:xfrm>
          <a:off x="3576533" y="2754291"/>
          <a:ext cx="162343" cy="232007"/>
        </a:xfrm>
        <a:custGeom>
          <a:avLst/>
          <a:gdLst/>
          <a:ahLst/>
          <a:cxnLst/>
          <a:rect l="0" t="0" r="0" b="0"/>
          <a:pathLst>
            <a:path>
              <a:moveTo>
                <a:pt x="0" y="232007"/>
              </a:moveTo>
              <a:lnTo>
                <a:pt x="81171" y="23200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50626" y="2863215"/>
        <a:ext cx="14158" cy="14158"/>
      </dsp:txXfrm>
    </dsp:sp>
    <dsp:sp modelId="{1727B044-8190-4C0C-A27D-97E6DA4EBBD8}">
      <dsp:nvSpPr>
        <dsp:cNvPr id="0" name=""/>
        <dsp:cNvSpPr/>
      </dsp:nvSpPr>
      <dsp:spPr>
        <a:xfrm>
          <a:off x="4550594" y="1980932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2126870"/>
        <a:ext cx="17467" cy="17467"/>
      </dsp:txXfrm>
    </dsp:sp>
    <dsp:sp modelId="{80CCDF43-4A90-4DB9-90BB-F37BB6A6CE64}">
      <dsp:nvSpPr>
        <dsp:cNvPr id="0" name=""/>
        <dsp:cNvSpPr/>
      </dsp:nvSpPr>
      <dsp:spPr>
        <a:xfrm>
          <a:off x="4550594" y="1935212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1976873"/>
        <a:ext cx="8117" cy="8117"/>
      </dsp:txXfrm>
    </dsp:sp>
    <dsp:sp modelId="{F26F67FB-D19B-4991-9A66-98D479004DA6}">
      <dsp:nvSpPr>
        <dsp:cNvPr id="0" name=""/>
        <dsp:cNvSpPr/>
      </dsp:nvSpPr>
      <dsp:spPr>
        <a:xfrm>
          <a:off x="4550594" y="1671588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1817526"/>
        <a:ext cx="17467" cy="17467"/>
      </dsp:txXfrm>
    </dsp:sp>
    <dsp:sp modelId="{F31F3F23-7C72-452A-ADC8-1CB2C7B14B46}">
      <dsp:nvSpPr>
        <dsp:cNvPr id="0" name=""/>
        <dsp:cNvSpPr/>
      </dsp:nvSpPr>
      <dsp:spPr>
        <a:xfrm>
          <a:off x="3576533" y="1980932"/>
          <a:ext cx="162343" cy="1005366"/>
        </a:xfrm>
        <a:custGeom>
          <a:avLst/>
          <a:gdLst/>
          <a:ahLst/>
          <a:cxnLst/>
          <a:rect l="0" t="0" r="0" b="0"/>
          <a:pathLst>
            <a:path>
              <a:moveTo>
                <a:pt x="0" y="1005366"/>
              </a:moveTo>
              <a:lnTo>
                <a:pt x="81171" y="1005366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632245" y="2458155"/>
        <a:ext cx="50919" cy="50919"/>
      </dsp:txXfrm>
    </dsp:sp>
    <dsp:sp modelId="{F226263A-149C-45EB-8D74-9D5F16BB2DF3}">
      <dsp:nvSpPr>
        <dsp:cNvPr id="0" name=""/>
        <dsp:cNvSpPr/>
      </dsp:nvSpPr>
      <dsp:spPr>
        <a:xfrm>
          <a:off x="4550594" y="743557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618687"/>
              </a:lnTo>
              <a:lnTo>
                <a:pt x="162343" y="61868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1036910"/>
        <a:ext cx="31981" cy="31981"/>
      </dsp:txXfrm>
    </dsp:sp>
    <dsp:sp modelId="{04620BEB-0EEC-4835-AA29-7DE825A6C113}">
      <dsp:nvSpPr>
        <dsp:cNvPr id="0" name=""/>
        <dsp:cNvSpPr/>
      </dsp:nvSpPr>
      <dsp:spPr>
        <a:xfrm>
          <a:off x="4550594" y="743557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1171" y="0"/>
              </a:lnTo>
              <a:lnTo>
                <a:pt x="81171" y="309343"/>
              </a:lnTo>
              <a:lnTo>
                <a:pt x="162343" y="309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889495"/>
        <a:ext cx="17467" cy="17467"/>
      </dsp:txXfrm>
    </dsp:sp>
    <dsp:sp modelId="{22D0EEAC-F1C3-4BAD-B8D4-AFFC576382CC}">
      <dsp:nvSpPr>
        <dsp:cNvPr id="0" name=""/>
        <dsp:cNvSpPr/>
      </dsp:nvSpPr>
      <dsp:spPr>
        <a:xfrm>
          <a:off x="4550594" y="697837"/>
          <a:ext cx="162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234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7708" y="739498"/>
        <a:ext cx="8117" cy="8117"/>
      </dsp:txXfrm>
    </dsp:sp>
    <dsp:sp modelId="{0BFB8105-4697-4547-9449-F2D6976200F3}">
      <dsp:nvSpPr>
        <dsp:cNvPr id="0" name=""/>
        <dsp:cNvSpPr/>
      </dsp:nvSpPr>
      <dsp:spPr>
        <a:xfrm>
          <a:off x="4550594" y="434213"/>
          <a:ext cx="162343" cy="309343"/>
        </a:xfrm>
        <a:custGeom>
          <a:avLst/>
          <a:gdLst/>
          <a:ahLst/>
          <a:cxnLst/>
          <a:rect l="0" t="0" r="0" b="0"/>
          <a:pathLst>
            <a:path>
              <a:moveTo>
                <a:pt x="0" y="309343"/>
              </a:moveTo>
              <a:lnTo>
                <a:pt x="81171" y="309343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23032" y="580151"/>
        <a:ext cx="17467" cy="17467"/>
      </dsp:txXfrm>
    </dsp:sp>
    <dsp:sp modelId="{25457684-6A6A-46B1-BEFA-440DA349A4E1}">
      <dsp:nvSpPr>
        <dsp:cNvPr id="0" name=""/>
        <dsp:cNvSpPr/>
      </dsp:nvSpPr>
      <dsp:spPr>
        <a:xfrm>
          <a:off x="4550594" y="124870"/>
          <a:ext cx="162343" cy="618687"/>
        </a:xfrm>
        <a:custGeom>
          <a:avLst/>
          <a:gdLst/>
          <a:ahLst/>
          <a:cxnLst/>
          <a:rect l="0" t="0" r="0" b="0"/>
          <a:pathLst>
            <a:path>
              <a:moveTo>
                <a:pt x="0" y="618687"/>
              </a:moveTo>
              <a:lnTo>
                <a:pt x="81171" y="618687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615775" y="418223"/>
        <a:ext cx="31981" cy="31981"/>
      </dsp:txXfrm>
    </dsp:sp>
    <dsp:sp modelId="{92090F43-5B4E-4749-BCAA-CA724B1D4710}">
      <dsp:nvSpPr>
        <dsp:cNvPr id="0" name=""/>
        <dsp:cNvSpPr/>
      </dsp:nvSpPr>
      <dsp:spPr>
        <a:xfrm>
          <a:off x="3576533" y="743557"/>
          <a:ext cx="162343" cy="2242741"/>
        </a:xfrm>
        <a:custGeom>
          <a:avLst/>
          <a:gdLst/>
          <a:ahLst/>
          <a:cxnLst/>
          <a:rect l="0" t="0" r="0" b="0"/>
          <a:pathLst>
            <a:path>
              <a:moveTo>
                <a:pt x="0" y="2242741"/>
              </a:moveTo>
              <a:lnTo>
                <a:pt x="81171" y="2242741"/>
              </a:lnTo>
              <a:lnTo>
                <a:pt x="81171" y="0"/>
              </a:lnTo>
              <a:lnTo>
                <a:pt x="16234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800" kern="1200"/>
        </a:p>
      </dsp:txBody>
      <dsp:txXfrm>
        <a:off x="3601490" y="1808712"/>
        <a:ext cx="112430" cy="112430"/>
      </dsp:txXfrm>
    </dsp:sp>
    <dsp:sp modelId="{1A8C8775-11A9-4910-9DB9-4ADDC072442C}">
      <dsp:nvSpPr>
        <dsp:cNvPr id="0" name=""/>
        <dsp:cNvSpPr/>
      </dsp:nvSpPr>
      <dsp:spPr>
        <a:xfrm rot="16200000">
          <a:off x="2801546" y="2862561"/>
          <a:ext cx="1302499" cy="2474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600" kern="1200" dirty="0"/>
            <a:t>Productos</a:t>
          </a:r>
        </a:p>
      </dsp:txBody>
      <dsp:txXfrm>
        <a:off x="2801546" y="2862561"/>
        <a:ext cx="1302499" cy="247474"/>
      </dsp:txXfrm>
    </dsp:sp>
    <dsp:sp modelId="{B2ADA6F2-50C6-4A88-AAA9-37F38027290A}">
      <dsp:nvSpPr>
        <dsp:cNvPr id="0" name=""/>
        <dsp:cNvSpPr/>
      </dsp:nvSpPr>
      <dsp:spPr>
        <a:xfrm>
          <a:off x="3738877" y="619820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Cuentas</a:t>
          </a:r>
        </a:p>
      </dsp:txBody>
      <dsp:txXfrm>
        <a:off x="3738877" y="619820"/>
        <a:ext cx="811717" cy="247474"/>
      </dsp:txXfrm>
    </dsp:sp>
    <dsp:sp modelId="{5BB8511B-BEEB-4D95-9928-1B6F31389179}">
      <dsp:nvSpPr>
        <dsp:cNvPr id="0" name=""/>
        <dsp:cNvSpPr/>
      </dsp:nvSpPr>
      <dsp:spPr>
        <a:xfrm>
          <a:off x="4712938" y="1132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Amiga</a:t>
          </a:r>
        </a:p>
      </dsp:txBody>
      <dsp:txXfrm>
        <a:off x="4712938" y="1132"/>
        <a:ext cx="811717" cy="247474"/>
      </dsp:txXfrm>
    </dsp:sp>
    <dsp:sp modelId="{27B4AF17-3646-481D-A3F4-26A127527259}">
      <dsp:nvSpPr>
        <dsp:cNvPr id="0" name=""/>
        <dsp:cNvSpPr/>
      </dsp:nvSpPr>
      <dsp:spPr>
        <a:xfrm>
          <a:off x="4712938" y="310476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 err="1">
              <a:solidFill>
                <a:srgbClr val="150F41"/>
              </a:solidFill>
            </a:rPr>
            <a:t>Peigo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712938" y="310476"/>
        <a:ext cx="811717" cy="247474"/>
      </dsp:txXfrm>
    </dsp:sp>
    <dsp:sp modelId="{0647BFC3-B5D7-4EAF-82AD-3EB8CC090092}">
      <dsp:nvSpPr>
        <dsp:cNvPr id="0" name=""/>
        <dsp:cNvSpPr/>
      </dsp:nvSpPr>
      <dsp:spPr>
        <a:xfrm>
          <a:off x="4712938" y="61982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Ahorro</a:t>
          </a:r>
        </a:p>
      </dsp:txBody>
      <dsp:txXfrm>
        <a:off x="4712938" y="619820"/>
        <a:ext cx="811717" cy="247474"/>
      </dsp:txXfrm>
    </dsp:sp>
    <dsp:sp modelId="{E8145716-6D58-4345-8073-80600F1C9F42}">
      <dsp:nvSpPr>
        <dsp:cNvPr id="0" name=""/>
        <dsp:cNvSpPr/>
      </dsp:nvSpPr>
      <dsp:spPr>
        <a:xfrm>
          <a:off x="4712938" y="929163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Corriente</a:t>
          </a:r>
        </a:p>
      </dsp:txBody>
      <dsp:txXfrm>
        <a:off x="4712938" y="929163"/>
        <a:ext cx="811717" cy="247474"/>
      </dsp:txXfrm>
    </dsp:sp>
    <dsp:sp modelId="{A393CB0A-BEF7-4DB8-81E5-1154DE861CF6}">
      <dsp:nvSpPr>
        <dsp:cNvPr id="0" name=""/>
        <dsp:cNvSpPr/>
      </dsp:nvSpPr>
      <dsp:spPr>
        <a:xfrm>
          <a:off x="4712938" y="1238507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Inversión</a:t>
          </a:r>
        </a:p>
      </dsp:txBody>
      <dsp:txXfrm>
        <a:off x="4712938" y="1238507"/>
        <a:ext cx="811717" cy="247474"/>
      </dsp:txXfrm>
    </dsp:sp>
    <dsp:sp modelId="{8F7C36BE-E589-4461-8F16-778807C0B166}">
      <dsp:nvSpPr>
        <dsp:cNvPr id="0" name=""/>
        <dsp:cNvSpPr/>
      </dsp:nvSpPr>
      <dsp:spPr>
        <a:xfrm>
          <a:off x="3738877" y="1857194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Tarjetas</a:t>
          </a:r>
        </a:p>
      </dsp:txBody>
      <dsp:txXfrm>
        <a:off x="3738877" y="1857194"/>
        <a:ext cx="811717" cy="247474"/>
      </dsp:txXfrm>
    </dsp:sp>
    <dsp:sp modelId="{B451BF21-E3E7-4DE8-AB73-A070BD52A292}">
      <dsp:nvSpPr>
        <dsp:cNvPr id="0" name=""/>
        <dsp:cNvSpPr/>
      </dsp:nvSpPr>
      <dsp:spPr>
        <a:xfrm>
          <a:off x="4712938" y="154785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Crédito</a:t>
          </a:r>
        </a:p>
      </dsp:txBody>
      <dsp:txXfrm>
        <a:off x="4712938" y="1547850"/>
        <a:ext cx="811717" cy="247474"/>
      </dsp:txXfrm>
    </dsp:sp>
    <dsp:sp modelId="{DDA79D3F-A64C-4EED-8BE6-B172036968B7}">
      <dsp:nvSpPr>
        <dsp:cNvPr id="0" name=""/>
        <dsp:cNvSpPr/>
      </dsp:nvSpPr>
      <dsp:spPr>
        <a:xfrm>
          <a:off x="4712938" y="1857194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Cupo 0</a:t>
          </a:r>
        </a:p>
      </dsp:txBody>
      <dsp:txXfrm>
        <a:off x="4712938" y="1857194"/>
        <a:ext cx="811717" cy="247474"/>
      </dsp:txXfrm>
    </dsp:sp>
    <dsp:sp modelId="{953DE894-07BF-479E-983A-CE5469800A68}">
      <dsp:nvSpPr>
        <dsp:cNvPr id="0" name=""/>
        <dsp:cNvSpPr/>
      </dsp:nvSpPr>
      <dsp:spPr>
        <a:xfrm>
          <a:off x="4712938" y="2166538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Debito</a:t>
          </a:r>
        </a:p>
      </dsp:txBody>
      <dsp:txXfrm>
        <a:off x="4712938" y="2166538"/>
        <a:ext cx="811717" cy="247474"/>
      </dsp:txXfrm>
    </dsp:sp>
    <dsp:sp modelId="{32ACC1F6-D5B9-4CEA-991A-2E04658BD206}">
      <dsp:nvSpPr>
        <dsp:cNvPr id="0" name=""/>
        <dsp:cNvSpPr/>
      </dsp:nvSpPr>
      <dsp:spPr>
        <a:xfrm>
          <a:off x="3738877" y="2630553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Seguros</a:t>
          </a:r>
        </a:p>
      </dsp:txBody>
      <dsp:txXfrm>
        <a:off x="3738877" y="2630553"/>
        <a:ext cx="811717" cy="247474"/>
      </dsp:txXfrm>
    </dsp:sp>
    <dsp:sp modelId="{CFCF47A2-F139-4B47-977C-1611FBA1DAB3}">
      <dsp:nvSpPr>
        <dsp:cNvPr id="0" name=""/>
        <dsp:cNvSpPr/>
      </dsp:nvSpPr>
      <dsp:spPr>
        <a:xfrm>
          <a:off x="4712938" y="2475881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Voluntarios</a:t>
          </a:r>
        </a:p>
      </dsp:txBody>
      <dsp:txXfrm>
        <a:off x="4712938" y="2475881"/>
        <a:ext cx="811717" cy="247474"/>
      </dsp:txXfrm>
    </dsp:sp>
    <dsp:sp modelId="{8B6A1FEE-6309-4F91-8601-1AC9179B566D}">
      <dsp:nvSpPr>
        <dsp:cNvPr id="0" name=""/>
        <dsp:cNvSpPr/>
      </dsp:nvSpPr>
      <dsp:spPr>
        <a:xfrm>
          <a:off x="4712938" y="2785225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Obligatorios</a:t>
          </a:r>
        </a:p>
      </dsp:txBody>
      <dsp:txXfrm>
        <a:off x="4712938" y="2785225"/>
        <a:ext cx="811717" cy="247474"/>
      </dsp:txXfrm>
    </dsp:sp>
    <dsp:sp modelId="{BEDCAB73-F473-4593-A1D1-34DA9B04C965}">
      <dsp:nvSpPr>
        <dsp:cNvPr id="0" name=""/>
        <dsp:cNvSpPr/>
      </dsp:nvSpPr>
      <dsp:spPr>
        <a:xfrm>
          <a:off x="3738877" y="3713256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Créditos</a:t>
          </a:r>
        </a:p>
      </dsp:txBody>
      <dsp:txXfrm>
        <a:off x="3738877" y="3713256"/>
        <a:ext cx="811717" cy="247474"/>
      </dsp:txXfrm>
    </dsp:sp>
    <dsp:sp modelId="{B933AC5F-4C04-4E26-B56E-83A35B7B75A0}">
      <dsp:nvSpPr>
        <dsp:cNvPr id="0" name=""/>
        <dsp:cNvSpPr/>
      </dsp:nvSpPr>
      <dsp:spPr>
        <a:xfrm>
          <a:off x="4712938" y="3094569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Consumo</a:t>
          </a:r>
        </a:p>
      </dsp:txBody>
      <dsp:txXfrm>
        <a:off x="4712938" y="3094569"/>
        <a:ext cx="811717" cy="247474"/>
      </dsp:txXfrm>
    </dsp:sp>
    <dsp:sp modelId="{C96BA59C-3D83-4DC3-B99D-FEFB4E6D77F1}">
      <dsp:nvSpPr>
        <dsp:cNvPr id="0" name=""/>
        <dsp:cNvSpPr/>
      </dsp:nvSpPr>
      <dsp:spPr>
        <a:xfrm>
          <a:off x="4712938" y="3403912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Comercial</a:t>
          </a:r>
        </a:p>
      </dsp:txBody>
      <dsp:txXfrm>
        <a:off x="4712938" y="3403912"/>
        <a:ext cx="811717" cy="247474"/>
      </dsp:txXfrm>
    </dsp:sp>
    <dsp:sp modelId="{73E2F408-D084-4DE5-AFF5-72C7E2B981C0}">
      <dsp:nvSpPr>
        <dsp:cNvPr id="0" name=""/>
        <dsp:cNvSpPr/>
      </dsp:nvSpPr>
      <dsp:spPr>
        <a:xfrm>
          <a:off x="4712938" y="3713256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Educativo</a:t>
          </a:r>
        </a:p>
      </dsp:txBody>
      <dsp:txXfrm>
        <a:off x="4712938" y="3713256"/>
        <a:ext cx="811717" cy="247474"/>
      </dsp:txXfrm>
    </dsp:sp>
    <dsp:sp modelId="{60E800C2-3ACD-4894-B2D1-02C51C896C2D}">
      <dsp:nvSpPr>
        <dsp:cNvPr id="0" name=""/>
        <dsp:cNvSpPr/>
      </dsp:nvSpPr>
      <dsp:spPr>
        <a:xfrm>
          <a:off x="4712938" y="4022600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Hipotecario</a:t>
          </a:r>
        </a:p>
      </dsp:txBody>
      <dsp:txXfrm>
        <a:off x="4712938" y="4022600"/>
        <a:ext cx="811717" cy="247474"/>
      </dsp:txXfrm>
    </dsp:sp>
    <dsp:sp modelId="{F79FB1EC-FF45-40C7-BCB6-021087AEF7A4}">
      <dsp:nvSpPr>
        <dsp:cNvPr id="0" name=""/>
        <dsp:cNvSpPr/>
      </dsp:nvSpPr>
      <dsp:spPr>
        <a:xfrm>
          <a:off x="4712938" y="4331943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Auto</a:t>
          </a:r>
        </a:p>
      </dsp:txBody>
      <dsp:txXfrm>
        <a:off x="4712938" y="4331943"/>
        <a:ext cx="811717" cy="247474"/>
      </dsp:txXfrm>
    </dsp:sp>
    <dsp:sp modelId="{2B29F018-F637-4258-A9C2-9FD5539BC75D}">
      <dsp:nvSpPr>
        <dsp:cNvPr id="0" name=""/>
        <dsp:cNvSpPr/>
      </dsp:nvSpPr>
      <dsp:spPr>
        <a:xfrm>
          <a:off x="3738877" y="5105302"/>
          <a:ext cx="811717" cy="24747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/>
            <a:t>Servicios</a:t>
          </a:r>
        </a:p>
      </dsp:txBody>
      <dsp:txXfrm>
        <a:off x="3738877" y="5105302"/>
        <a:ext cx="811717" cy="247474"/>
      </dsp:txXfrm>
    </dsp:sp>
    <dsp:sp modelId="{C0937D04-21A0-43F6-85AC-6D62800094D9}">
      <dsp:nvSpPr>
        <dsp:cNvPr id="0" name=""/>
        <dsp:cNvSpPr/>
      </dsp:nvSpPr>
      <dsp:spPr>
        <a:xfrm>
          <a:off x="4712938" y="4641287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Ahorro Meta</a:t>
          </a:r>
        </a:p>
      </dsp:txBody>
      <dsp:txXfrm>
        <a:off x="4712938" y="4641287"/>
        <a:ext cx="811717" cy="247474"/>
      </dsp:txXfrm>
    </dsp:sp>
    <dsp:sp modelId="{88E111A6-EFA1-4544-AFA8-6F1120FCE148}">
      <dsp:nvSpPr>
        <dsp:cNvPr id="0" name=""/>
        <dsp:cNvSpPr/>
      </dsp:nvSpPr>
      <dsp:spPr>
        <a:xfrm>
          <a:off x="4712938" y="4950631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Nómina</a:t>
          </a:r>
        </a:p>
      </dsp:txBody>
      <dsp:txXfrm>
        <a:off x="4712938" y="4950631"/>
        <a:ext cx="811717" cy="247474"/>
      </dsp:txXfrm>
    </dsp:sp>
    <dsp:sp modelId="{B3A16A8D-BDEA-44E5-A062-78715E4B15B6}">
      <dsp:nvSpPr>
        <dsp:cNvPr id="0" name=""/>
        <dsp:cNvSpPr/>
      </dsp:nvSpPr>
      <dsp:spPr>
        <a:xfrm>
          <a:off x="4712938" y="5259974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Crédito DM</a:t>
          </a:r>
        </a:p>
      </dsp:txBody>
      <dsp:txXfrm>
        <a:off x="4712938" y="5259974"/>
        <a:ext cx="811717" cy="247474"/>
      </dsp:txXfrm>
    </dsp:sp>
    <dsp:sp modelId="{3A573B39-4F88-4D8B-A12B-B314D5D8B0ED}">
      <dsp:nvSpPr>
        <dsp:cNvPr id="0" name=""/>
        <dsp:cNvSpPr/>
      </dsp:nvSpPr>
      <dsp:spPr>
        <a:xfrm>
          <a:off x="4712938" y="5569318"/>
          <a:ext cx="811717" cy="24747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Confirming</a:t>
          </a:r>
        </a:p>
      </dsp:txBody>
      <dsp:txXfrm>
        <a:off x="4712938" y="5569318"/>
        <a:ext cx="811717" cy="24747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D399B-B673-4ADD-B2C7-191B70275F26}">
      <dsp:nvSpPr>
        <dsp:cNvPr id="0" name=""/>
        <dsp:cNvSpPr/>
      </dsp:nvSpPr>
      <dsp:spPr>
        <a:xfrm>
          <a:off x="4090605" y="6341397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6379556"/>
        <a:ext cx="15122" cy="15122"/>
      </dsp:txXfrm>
    </dsp:sp>
    <dsp:sp modelId="{747CBD9F-0F68-4B8F-BAF3-AEE6DB596339}">
      <dsp:nvSpPr>
        <dsp:cNvPr id="0" name=""/>
        <dsp:cNvSpPr/>
      </dsp:nvSpPr>
      <dsp:spPr>
        <a:xfrm>
          <a:off x="2275884" y="6341397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6379556"/>
        <a:ext cx="15122" cy="15122"/>
      </dsp:txXfrm>
    </dsp:sp>
    <dsp:sp modelId="{B54A146A-C397-4393-8761-FDBFA51A4112}">
      <dsp:nvSpPr>
        <dsp:cNvPr id="0" name=""/>
        <dsp:cNvSpPr/>
      </dsp:nvSpPr>
      <dsp:spPr>
        <a:xfrm>
          <a:off x="461164" y="3793671"/>
          <a:ext cx="302453" cy="25934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226" y="0"/>
              </a:lnTo>
              <a:lnTo>
                <a:pt x="151226" y="2593445"/>
              </a:lnTo>
              <a:lnTo>
                <a:pt x="302453" y="259344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/>
        </a:p>
      </dsp:txBody>
      <dsp:txXfrm>
        <a:off x="547115" y="5025118"/>
        <a:ext cx="130551" cy="130551"/>
      </dsp:txXfrm>
    </dsp:sp>
    <dsp:sp modelId="{5C95B02D-F837-46A9-85F9-5F6D834B3855}">
      <dsp:nvSpPr>
        <dsp:cNvPr id="0" name=""/>
        <dsp:cNvSpPr/>
      </dsp:nvSpPr>
      <dsp:spPr>
        <a:xfrm>
          <a:off x="4090605" y="5765076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5803234"/>
        <a:ext cx="15122" cy="15122"/>
      </dsp:txXfrm>
    </dsp:sp>
    <dsp:sp modelId="{2AEE0977-4A75-4059-821D-B21488B2EDD3}">
      <dsp:nvSpPr>
        <dsp:cNvPr id="0" name=""/>
        <dsp:cNvSpPr/>
      </dsp:nvSpPr>
      <dsp:spPr>
        <a:xfrm>
          <a:off x="2275884" y="5765076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5803234"/>
        <a:ext cx="15122" cy="15122"/>
      </dsp:txXfrm>
    </dsp:sp>
    <dsp:sp modelId="{88664CCB-9214-4D82-86B3-EFDDCFEAF4FB}">
      <dsp:nvSpPr>
        <dsp:cNvPr id="0" name=""/>
        <dsp:cNvSpPr/>
      </dsp:nvSpPr>
      <dsp:spPr>
        <a:xfrm>
          <a:off x="461164" y="3793671"/>
          <a:ext cx="302453" cy="20171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226" y="0"/>
              </a:lnTo>
              <a:lnTo>
                <a:pt x="151226" y="2017124"/>
              </a:lnTo>
              <a:lnTo>
                <a:pt x="302453" y="201712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700" kern="1200">
            <a:solidFill>
              <a:schemeClr val="bg1"/>
            </a:solidFill>
          </a:endParaRPr>
        </a:p>
      </dsp:txBody>
      <dsp:txXfrm>
        <a:off x="561399" y="4751241"/>
        <a:ext cx="101983" cy="101983"/>
      </dsp:txXfrm>
    </dsp:sp>
    <dsp:sp modelId="{31F36AA4-DD88-458F-818F-4B4E19268883}">
      <dsp:nvSpPr>
        <dsp:cNvPr id="0" name=""/>
        <dsp:cNvSpPr/>
      </dsp:nvSpPr>
      <dsp:spPr>
        <a:xfrm>
          <a:off x="4090605" y="5188754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5226913"/>
        <a:ext cx="15122" cy="15122"/>
      </dsp:txXfrm>
    </dsp:sp>
    <dsp:sp modelId="{FEF38621-C909-48CF-B14E-859997849F5A}">
      <dsp:nvSpPr>
        <dsp:cNvPr id="0" name=""/>
        <dsp:cNvSpPr/>
      </dsp:nvSpPr>
      <dsp:spPr>
        <a:xfrm>
          <a:off x="2275884" y="5188754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5226913"/>
        <a:ext cx="15122" cy="15122"/>
      </dsp:txXfrm>
    </dsp:sp>
    <dsp:sp modelId="{E7448DA2-ABEA-4A21-9757-53D581D7F3FD}">
      <dsp:nvSpPr>
        <dsp:cNvPr id="0" name=""/>
        <dsp:cNvSpPr/>
      </dsp:nvSpPr>
      <dsp:spPr>
        <a:xfrm>
          <a:off x="461164" y="3793671"/>
          <a:ext cx="302453" cy="144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226" y="0"/>
              </a:lnTo>
              <a:lnTo>
                <a:pt x="151226" y="1440803"/>
              </a:lnTo>
              <a:lnTo>
                <a:pt x="302453" y="144080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75585" y="4477267"/>
        <a:ext cx="73610" cy="73610"/>
      </dsp:txXfrm>
    </dsp:sp>
    <dsp:sp modelId="{73FD337A-6A62-440C-AAA2-FFC3EC6938DE}">
      <dsp:nvSpPr>
        <dsp:cNvPr id="0" name=""/>
        <dsp:cNvSpPr/>
      </dsp:nvSpPr>
      <dsp:spPr>
        <a:xfrm>
          <a:off x="4090605" y="4612433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4650592"/>
        <a:ext cx="15122" cy="15122"/>
      </dsp:txXfrm>
    </dsp:sp>
    <dsp:sp modelId="{41991A70-5495-4DA6-ADF1-52AE3035041A}">
      <dsp:nvSpPr>
        <dsp:cNvPr id="0" name=""/>
        <dsp:cNvSpPr/>
      </dsp:nvSpPr>
      <dsp:spPr>
        <a:xfrm>
          <a:off x="2275884" y="4612433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4650592"/>
        <a:ext cx="15122" cy="15122"/>
      </dsp:txXfrm>
    </dsp:sp>
    <dsp:sp modelId="{EA21B7AA-9486-4067-B349-50CE4D95F9B9}">
      <dsp:nvSpPr>
        <dsp:cNvPr id="0" name=""/>
        <dsp:cNvSpPr/>
      </dsp:nvSpPr>
      <dsp:spPr>
        <a:xfrm>
          <a:off x="461164" y="3793671"/>
          <a:ext cx="302453" cy="8644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226" y="0"/>
              </a:lnTo>
              <a:lnTo>
                <a:pt x="151226" y="864481"/>
              </a:lnTo>
              <a:lnTo>
                <a:pt x="302453" y="86448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89494" y="4203015"/>
        <a:ext cx="45793" cy="45793"/>
      </dsp:txXfrm>
    </dsp:sp>
    <dsp:sp modelId="{7B24AA88-93EC-4ACD-A3A2-F98FFA8C9C81}">
      <dsp:nvSpPr>
        <dsp:cNvPr id="0" name=""/>
        <dsp:cNvSpPr/>
      </dsp:nvSpPr>
      <dsp:spPr>
        <a:xfrm>
          <a:off x="4090605" y="4036112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4074270"/>
        <a:ext cx="15122" cy="15122"/>
      </dsp:txXfrm>
    </dsp:sp>
    <dsp:sp modelId="{4D78C0FD-C85D-44AE-95F1-5625C530C688}">
      <dsp:nvSpPr>
        <dsp:cNvPr id="0" name=""/>
        <dsp:cNvSpPr/>
      </dsp:nvSpPr>
      <dsp:spPr>
        <a:xfrm>
          <a:off x="2275884" y="4036112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4074270"/>
        <a:ext cx="15122" cy="15122"/>
      </dsp:txXfrm>
    </dsp:sp>
    <dsp:sp modelId="{F7C38909-BE07-464E-834D-BDCFBA258100}">
      <dsp:nvSpPr>
        <dsp:cNvPr id="0" name=""/>
        <dsp:cNvSpPr/>
      </dsp:nvSpPr>
      <dsp:spPr>
        <a:xfrm>
          <a:off x="461164" y="3793671"/>
          <a:ext cx="302453" cy="2881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1226" y="0"/>
              </a:lnTo>
              <a:lnTo>
                <a:pt x="151226" y="288160"/>
              </a:lnTo>
              <a:lnTo>
                <a:pt x="302453" y="28816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601947" y="3927308"/>
        <a:ext cx="20887" cy="20887"/>
      </dsp:txXfrm>
    </dsp:sp>
    <dsp:sp modelId="{FE941F1F-20CA-4C55-B397-5F4B1C4D50F1}">
      <dsp:nvSpPr>
        <dsp:cNvPr id="0" name=""/>
        <dsp:cNvSpPr/>
      </dsp:nvSpPr>
      <dsp:spPr>
        <a:xfrm>
          <a:off x="4090605" y="3459790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3497949"/>
        <a:ext cx="15122" cy="15122"/>
      </dsp:txXfrm>
    </dsp:sp>
    <dsp:sp modelId="{6E352E3A-D0F9-481B-A998-5B020A8C76CE}">
      <dsp:nvSpPr>
        <dsp:cNvPr id="0" name=""/>
        <dsp:cNvSpPr/>
      </dsp:nvSpPr>
      <dsp:spPr>
        <a:xfrm>
          <a:off x="2275884" y="3459790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3497949"/>
        <a:ext cx="15122" cy="15122"/>
      </dsp:txXfrm>
    </dsp:sp>
    <dsp:sp modelId="{FE9BAB8F-E46F-4F0B-9F5C-E8662C1E6217}">
      <dsp:nvSpPr>
        <dsp:cNvPr id="0" name=""/>
        <dsp:cNvSpPr/>
      </dsp:nvSpPr>
      <dsp:spPr>
        <a:xfrm>
          <a:off x="461164" y="3505510"/>
          <a:ext cx="302453" cy="288160"/>
        </a:xfrm>
        <a:custGeom>
          <a:avLst/>
          <a:gdLst/>
          <a:ahLst/>
          <a:cxnLst/>
          <a:rect l="0" t="0" r="0" b="0"/>
          <a:pathLst>
            <a:path>
              <a:moveTo>
                <a:pt x="0" y="288160"/>
              </a:moveTo>
              <a:lnTo>
                <a:pt x="151226" y="288160"/>
              </a:lnTo>
              <a:lnTo>
                <a:pt x="151226" y="0"/>
              </a:lnTo>
              <a:lnTo>
                <a:pt x="30245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601947" y="3639147"/>
        <a:ext cx="20887" cy="20887"/>
      </dsp:txXfrm>
    </dsp:sp>
    <dsp:sp modelId="{E3EB1B03-3487-40DA-947F-CE0DCBC1024C}">
      <dsp:nvSpPr>
        <dsp:cNvPr id="0" name=""/>
        <dsp:cNvSpPr/>
      </dsp:nvSpPr>
      <dsp:spPr>
        <a:xfrm>
          <a:off x="4090605" y="2883469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2921628"/>
        <a:ext cx="15122" cy="15122"/>
      </dsp:txXfrm>
    </dsp:sp>
    <dsp:sp modelId="{1025C237-A869-49AD-9337-1D7407CAC99C}">
      <dsp:nvSpPr>
        <dsp:cNvPr id="0" name=""/>
        <dsp:cNvSpPr/>
      </dsp:nvSpPr>
      <dsp:spPr>
        <a:xfrm>
          <a:off x="2275884" y="2883469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2921628"/>
        <a:ext cx="15122" cy="15122"/>
      </dsp:txXfrm>
    </dsp:sp>
    <dsp:sp modelId="{FA624BE1-9ACC-4E7D-9F6D-BDD9E6D78BF6}">
      <dsp:nvSpPr>
        <dsp:cNvPr id="0" name=""/>
        <dsp:cNvSpPr/>
      </dsp:nvSpPr>
      <dsp:spPr>
        <a:xfrm>
          <a:off x="461164" y="2929189"/>
          <a:ext cx="302453" cy="864481"/>
        </a:xfrm>
        <a:custGeom>
          <a:avLst/>
          <a:gdLst/>
          <a:ahLst/>
          <a:cxnLst/>
          <a:rect l="0" t="0" r="0" b="0"/>
          <a:pathLst>
            <a:path>
              <a:moveTo>
                <a:pt x="0" y="864481"/>
              </a:moveTo>
              <a:lnTo>
                <a:pt x="151226" y="864481"/>
              </a:lnTo>
              <a:lnTo>
                <a:pt x="151226" y="0"/>
              </a:lnTo>
              <a:lnTo>
                <a:pt x="30245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89494" y="3338533"/>
        <a:ext cx="45793" cy="45793"/>
      </dsp:txXfrm>
    </dsp:sp>
    <dsp:sp modelId="{60DB86B8-AB26-4AE4-820F-80100E439A3D}">
      <dsp:nvSpPr>
        <dsp:cNvPr id="0" name=""/>
        <dsp:cNvSpPr/>
      </dsp:nvSpPr>
      <dsp:spPr>
        <a:xfrm>
          <a:off x="4090605" y="2307148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2345306"/>
        <a:ext cx="15122" cy="15122"/>
      </dsp:txXfrm>
    </dsp:sp>
    <dsp:sp modelId="{0B2C3DEE-29F0-4A70-9C19-F3A6568122D1}">
      <dsp:nvSpPr>
        <dsp:cNvPr id="0" name=""/>
        <dsp:cNvSpPr/>
      </dsp:nvSpPr>
      <dsp:spPr>
        <a:xfrm>
          <a:off x="2275884" y="2307148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2345306"/>
        <a:ext cx="15122" cy="15122"/>
      </dsp:txXfrm>
    </dsp:sp>
    <dsp:sp modelId="{E43A60A7-9DDF-42B2-A812-4D4F0F75076B}">
      <dsp:nvSpPr>
        <dsp:cNvPr id="0" name=""/>
        <dsp:cNvSpPr/>
      </dsp:nvSpPr>
      <dsp:spPr>
        <a:xfrm>
          <a:off x="461164" y="2352868"/>
          <a:ext cx="302453" cy="1440803"/>
        </a:xfrm>
        <a:custGeom>
          <a:avLst/>
          <a:gdLst/>
          <a:ahLst/>
          <a:cxnLst/>
          <a:rect l="0" t="0" r="0" b="0"/>
          <a:pathLst>
            <a:path>
              <a:moveTo>
                <a:pt x="0" y="1440803"/>
              </a:moveTo>
              <a:lnTo>
                <a:pt x="151226" y="1440803"/>
              </a:lnTo>
              <a:lnTo>
                <a:pt x="151226" y="0"/>
              </a:lnTo>
              <a:lnTo>
                <a:pt x="30245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575585" y="3036464"/>
        <a:ext cx="73610" cy="73610"/>
      </dsp:txXfrm>
    </dsp:sp>
    <dsp:sp modelId="{E66A7893-53DE-4C20-97F3-42A6AE3BBEA4}">
      <dsp:nvSpPr>
        <dsp:cNvPr id="0" name=""/>
        <dsp:cNvSpPr/>
      </dsp:nvSpPr>
      <dsp:spPr>
        <a:xfrm>
          <a:off x="4090605" y="1730826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1768985"/>
        <a:ext cx="15122" cy="15122"/>
      </dsp:txXfrm>
    </dsp:sp>
    <dsp:sp modelId="{5E4E42DD-3DC5-4B9C-A797-9F0465C2C0C2}">
      <dsp:nvSpPr>
        <dsp:cNvPr id="0" name=""/>
        <dsp:cNvSpPr/>
      </dsp:nvSpPr>
      <dsp:spPr>
        <a:xfrm>
          <a:off x="2275884" y="1730826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1768985"/>
        <a:ext cx="15122" cy="15122"/>
      </dsp:txXfrm>
    </dsp:sp>
    <dsp:sp modelId="{F31F3F23-7C72-452A-ADC8-1CB2C7B14B46}">
      <dsp:nvSpPr>
        <dsp:cNvPr id="0" name=""/>
        <dsp:cNvSpPr/>
      </dsp:nvSpPr>
      <dsp:spPr>
        <a:xfrm>
          <a:off x="461164" y="1776546"/>
          <a:ext cx="302453" cy="2017124"/>
        </a:xfrm>
        <a:custGeom>
          <a:avLst/>
          <a:gdLst/>
          <a:ahLst/>
          <a:cxnLst/>
          <a:rect l="0" t="0" r="0" b="0"/>
          <a:pathLst>
            <a:path>
              <a:moveTo>
                <a:pt x="0" y="2017124"/>
              </a:moveTo>
              <a:lnTo>
                <a:pt x="151226" y="2017124"/>
              </a:lnTo>
              <a:lnTo>
                <a:pt x="151226" y="0"/>
              </a:lnTo>
              <a:lnTo>
                <a:pt x="30245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700" kern="1200">
            <a:solidFill>
              <a:schemeClr val="bg1"/>
            </a:solidFill>
          </a:endParaRPr>
        </a:p>
      </dsp:txBody>
      <dsp:txXfrm>
        <a:off x="561399" y="2734117"/>
        <a:ext cx="101983" cy="101983"/>
      </dsp:txXfrm>
    </dsp:sp>
    <dsp:sp modelId="{A127D93A-C082-4168-98F1-0A3741E23D2D}">
      <dsp:nvSpPr>
        <dsp:cNvPr id="0" name=""/>
        <dsp:cNvSpPr/>
      </dsp:nvSpPr>
      <dsp:spPr>
        <a:xfrm>
          <a:off x="4090605" y="1154505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4234270" y="1192664"/>
        <a:ext cx="15122" cy="15122"/>
      </dsp:txXfrm>
    </dsp:sp>
    <dsp:sp modelId="{3F3348B2-04C2-46F8-8EB7-421170EC45A5}">
      <dsp:nvSpPr>
        <dsp:cNvPr id="0" name=""/>
        <dsp:cNvSpPr/>
      </dsp:nvSpPr>
      <dsp:spPr>
        <a:xfrm>
          <a:off x="2275884" y="1154505"/>
          <a:ext cx="3024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2453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2419550" y="1192664"/>
        <a:ext cx="15122" cy="15122"/>
      </dsp:txXfrm>
    </dsp:sp>
    <dsp:sp modelId="{92090F43-5B4E-4749-BCAA-CA724B1D4710}">
      <dsp:nvSpPr>
        <dsp:cNvPr id="0" name=""/>
        <dsp:cNvSpPr/>
      </dsp:nvSpPr>
      <dsp:spPr>
        <a:xfrm>
          <a:off x="461164" y="1200225"/>
          <a:ext cx="302453" cy="2593445"/>
        </a:xfrm>
        <a:custGeom>
          <a:avLst/>
          <a:gdLst/>
          <a:ahLst/>
          <a:cxnLst/>
          <a:rect l="0" t="0" r="0" b="0"/>
          <a:pathLst>
            <a:path>
              <a:moveTo>
                <a:pt x="0" y="2593445"/>
              </a:moveTo>
              <a:lnTo>
                <a:pt x="151226" y="2593445"/>
              </a:lnTo>
              <a:lnTo>
                <a:pt x="151226" y="0"/>
              </a:lnTo>
              <a:lnTo>
                <a:pt x="30245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>
            <a:solidFill>
              <a:schemeClr val="bg1"/>
            </a:solidFill>
          </a:endParaRPr>
        </a:p>
      </dsp:txBody>
      <dsp:txXfrm>
        <a:off x="547115" y="2431672"/>
        <a:ext cx="130551" cy="130551"/>
      </dsp:txXfrm>
    </dsp:sp>
    <dsp:sp modelId="{1A8C8775-11A9-4910-9DB9-4ADDC072442C}">
      <dsp:nvSpPr>
        <dsp:cNvPr id="0" name=""/>
        <dsp:cNvSpPr/>
      </dsp:nvSpPr>
      <dsp:spPr>
        <a:xfrm rot="16200000">
          <a:off x="-982672" y="3563142"/>
          <a:ext cx="2426616" cy="4610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000" kern="1200">
              <a:solidFill>
                <a:schemeClr val="bg1"/>
              </a:solidFill>
            </a:rPr>
            <a:t>Uso</a:t>
          </a:r>
          <a:endParaRPr lang="es-EC" sz="3000" kern="1200" dirty="0">
            <a:solidFill>
              <a:schemeClr val="bg1"/>
            </a:solidFill>
          </a:endParaRPr>
        </a:p>
      </dsp:txBody>
      <dsp:txXfrm>
        <a:off x="-982672" y="3563142"/>
        <a:ext cx="2426616" cy="461057"/>
      </dsp:txXfrm>
    </dsp:sp>
    <dsp:sp modelId="{B2ADA6F2-50C6-4A88-AAA9-37F38027290A}">
      <dsp:nvSpPr>
        <dsp:cNvPr id="0" name=""/>
        <dsp:cNvSpPr/>
      </dsp:nvSpPr>
      <dsp:spPr>
        <a:xfrm>
          <a:off x="763617" y="969697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Cuentas</a:t>
          </a:r>
        </a:p>
      </dsp:txBody>
      <dsp:txXfrm>
        <a:off x="763617" y="969697"/>
        <a:ext cx="1512267" cy="461057"/>
      </dsp:txXfrm>
    </dsp:sp>
    <dsp:sp modelId="{0D1B3F7F-30ED-4F6C-931F-D0F75EB516EC}">
      <dsp:nvSpPr>
        <dsp:cNvPr id="0" name=""/>
        <dsp:cNvSpPr/>
      </dsp:nvSpPr>
      <dsp:spPr>
        <a:xfrm>
          <a:off x="2578338" y="969697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1 deposito + 1 transferencia (</a:t>
          </a:r>
          <a:r>
            <a:rPr lang="es-EC" sz="1200" kern="1200" baseline="0" dirty="0" err="1">
              <a:solidFill>
                <a:srgbClr val="150F41"/>
              </a:solidFill>
            </a:rPr>
            <a:t>últ</a:t>
          </a:r>
          <a:r>
            <a:rPr lang="es-EC" sz="1200" kern="1200" baseline="0" dirty="0">
              <a:solidFill>
                <a:srgbClr val="150F41"/>
              </a:solidFill>
            </a:rPr>
            <a:t> mes)</a:t>
          </a:r>
        </a:p>
      </dsp:txBody>
      <dsp:txXfrm>
        <a:off x="2578338" y="969697"/>
        <a:ext cx="1512267" cy="461057"/>
      </dsp:txXfrm>
    </dsp:sp>
    <dsp:sp modelId="{0B6CCB4A-7225-4330-8D7C-CAD770CEC914}">
      <dsp:nvSpPr>
        <dsp:cNvPr id="0" name=""/>
        <dsp:cNvSpPr/>
      </dsp:nvSpPr>
      <dsp:spPr>
        <a:xfrm>
          <a:off x="4393058" y="969697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969697"/>
        <a:ext cx="729169" cy="461057"/>
      </dsp:txXfrm>
    </dsp:sp>
    <dsp:sp modelId="{8F7C36BE-E589-4461-8F16-778807C0B166}">
      <dsp:nvSpPr>
        <dsp:cNvPr id="0" name=""/>
        <dsp:cNvSpPr/>
      </dsp:nvSpPr>
      <dsp:spPr>
        <a:xfrm>
          <a:off x="763617" y="1546018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Tarjetas</a:t>
          </a:r>
        </a:p>
      </dsp:txBody>
      <dsp:txXfrm>
        <a:off x="763617" y="1546018"/>
        <a:ext cx="1512267" cy="461057"/>
      </dsp:txXfrm>
    </dsp:sp>
    <dsp:sp modelId="{6F6144C2-8CC6-4AA7-AF21-168289CF647E}">
      <dsp:nvSpPr>
        <dsp:cNvPr id="0" name=""/>
        <dsp:cNvSpPr/>
      </dsp:nvSpPr>
      <dsp:spPr>
        <a:xfrm>
          <a:off x="2578338" y="1546018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consumo recurrente – consumo (</a:t>
          </a:r>
          <a:r>
            <a:rPr lang="es-EC" sz="1200" kern="1200" baseline="0" dirty="0" err="1">
              <a:solidFill>
                <a:srgbClr val="150F41"/>
              </a:solidFill>
            </a:rPr>
            <a:t>últ</a:t>
          </a:r>
          <a:r>
            <a:rPr lang="es-EC" sz="1200" kern="1200" baseline="0" dirty="0">
              <a:solidFill>
                <a:srgbClr val="150F41"/>
              </a:solidFill>
            </a:rPr>
            <a:t> mes)</a:t>
          </a:r>
        </a:p>
      </dsp:txBody>
      <dsp:txXfrm>
        <a:off x="2578338" y="1546018"/>
        <a:ext cx="1512267" cy="461057"/>
      </dsp:txXfrm>
    </dsp:sp>
    <dsp:sp modelId="{B4C17056-AF94-4420-AB8F-2D52248DC182}">
      <dsp:nvSpPr>
        <dsp:cNvPr id="0" name=""/>
        <dsp:cNvSpPr/>
      </dsp:nvSpPr>
      <dsp:spPr>
        <a:xfrm>
          <a:off x="4393058" y="1546018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1546018"/>
        <a:ext cx="729169" cy="461057"/>
      </dsp:txXfrm>
    </dsp:sp>
    <dsp:sp modelId="{32ACC1F6-D5B9-4CEA-991A-2E04658BD206}">
      <dsp:nvSpPr>
        <dsp:cNvPr id="0" name=""/>
        <dsp:cNvSpPr/>
      </dsp:nvSpPr>
      <dsp:spPr>
        <a:xfrm>
          <a:off x="763617" y="2122339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Seguros V / Asistencia</a:t>
          </a:r>
        </a:p>
      </dsp:txBody>
      <dsp:txXfrm>
        <a:off x="763617" y="2122339"/>
        <a:ext cx="1512267" cy="461057"/>
      </dsp:txXfrm>
    </dsp:sp>
    <dsp:sp modelId="{7BB34EAD-A9D4-4433-82FB-8D85B83831B2}">
      <dsp:nvSpPr>
        <dsp:cNvPr id="0" name=""/>
        <dsp:cNvSpPr/>
      </dsp:nvSpPr>
      <dsp:spPr>
        <a:xfrm>
          <a:off x="2578338" y="2122339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Débito (</a:t>
          </a:r>
          <a:r>
            <a:rPr lang="es-EC" sz="1200" kern="1200" baseline="0" dirty="0" err="1">
              <a:solidFill>
                <a:srgbClr val="150F41"/>
              </a:solidFill>
            </a:rPr>
            <a:t>últ</a:t>
          </a:r>
          <a:r>
            <a:rPr lang="es-EC" sz="1200" kern="1200" baseline="0" dirty="0">
              <a:solidFill>
                <a:srgbClr val="150F41"/>
              </a:solidFill>
            </a:rPr>
            <a:t> mes)</a:t>
          </a:r>
        </a:p>
      </dsp:txBody>
      <dsp:txXfrm>
        <a:off x="2578338" y="2122339"/>
        <a:ext cx="1512267" cy="461057"/>
      </dsp:txXfrm>
    </dsp:sp>
    <dsp:sp modelId="{B2BD390E-5AA1-48EE-BC8C-249D037084F5}">
      <dsp:nvSpPr>
        <dsp:cNvPr id="0" name=""/>
        <dsp:cNvSpPr/>
      </dsp:nvSpPr>
      <dsp:spPr>
        <a:xfrm>
          <a:off x="4393058" y="2122339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1</a:t>
          </a:r>
        </a:p>
      </dsp:txBody>
      <dsp:txXfrm>
        <a:off x="4393058" y="2122339"/>
        <a:ext cx="729169" cy="461057"/>
      </dsp:txXfrm>
    </dsp:sp>
    <dsp:sp modelId="{BEDCAB73-F473-4593-A1D1-34DA9B04C965}">
      <dsp:nvSpPr>
        <dsp:cNvPr id="0" name=""/>
        <dsp:cNvSpPr/>
      </dsp:nvSpPr>
      <dsp:spPr>
        <a:xfrm>
          <a:off x="763617" y="2698661"/>
          <a:ext cx="1512267" cy="461057"/>
        </a:xfrm>
        <a:prstGeom prst="rect">
          <a:avLst/>
        </a:prstGeom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Crédito</a:t>
          </a:r>
        </a:p>
      </dsp:txBody>
      <dsp:txXfrm>
        <a:off x="763617" y="2698661"/>
        <a:ext cx="1512267" cy="461057"/>
      </dsp:txXfrm>
    </dsp:sp>
    <dsp:sp modelId="{0BA20883-AC06-46A2-BDB2-084685A86392}">
      <dsp:nvSpPr>
        <dsp:cNvPr id="0" name=""/>
        <dsp:cNvSpPr/>
      </dsp:nvSpPr>
      <dsp:spPr>
        <a:xfrm>
          <a:off x="2578338" y="2698661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578338" y="2698661"/>
        <a:ext cx="1512267" cy="461057"/>
      </dsp:txXfrm>
    </dsp:sp>
    <dsp:sp modelId="{FBC4DB25-4C66-409B-8343-CDA5C3416EF5}">
      <dsp:nvSpPr>
        <dsp:cNvPr id="0" name=""/>
        <dsp:cNvSpPr/>
      </dsp:nvSpPr>
      <dsp:spPr>
        <a:xfrm>
          <a:off x="4393058" y="2698661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2698661"/>
        <a:ext cx="729169" cy="461057"/>
      </dsp:txXfrm>
    </dsp:sp>
    <dsp:sp modelId="{DAE82DBF-0D60-41F0-896E-3650DCF6B75A}">
      <dsp:nvSpPr>
        <dsp:cNvPr id="0" name=""/>
        <dsp:cNvSpPr/>
      </dsp:nvSpPr>
      <dsp:spPr>
        <a:xfrm>
          <a:off x="763617" y="3274982"/>
          <a:ext cx="1512267" cy="461057"/>
        </a:xfrm>
        <a:prstGeom prst="rect">
          <a:avLst/>
        </a:prstGeom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Póliza</a:t>
          </a:r>
        </a:p>
      </dsp:txBody>
      <dsp:txXfrm>
        <a:off x="763617" y="3274982"/>
        <a:ext cx="1512267" cy="461057"/>
      </dsp:txXfrm>
    </dsp:sp>
    <dsp:sp modelId="{A84F1D51-BB5A-4796-9230-3A120D891569}">
      <dsp:nvSpPr>
        <dsp:cNvPr id="0" name=""/>
        <dsp:cNvSpPr/>
      </dsp:nvSpPr>
      <dsp:spPr>
        <a:xfrm>
          <a:off x="2578338" y="3274982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578338" y="3274982"/>
        <a:ext cx="1512267" cy="461057"/>
      </dsp:txXfrm>
    </dsp:sp>
    <dsp:sp modelId="{A3CE5435-1141-42DD-980C-414E23182890}">
      <dsp:nvSpPr>
        <dsp:cNvPr id="0" name=""/>
        <dsp:cNvSpPr/>
      </dsp:nvSpPr>
      <dsp:spPr>
        <a:xfrm>
          <a:off x="4393058" y="3274982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3274982"/>
        <a:ext cx="729169" cy="461057"/>
      </dsp:txXfrm>
    </dsp:sp>
    <dsp:sp modelId="{FDF91A2A-2A66-4C6C-A86A-CDF4326DA8EE}">
      <dsp:nvSpPr>
        <dsp:cNvPr id="0" name=""/>
        <dsp:cNvSpPr/>
      </dsp:nvSpPr>
      <dsp:spPr>
        <a:xfrm>
          <a:off x="763617" y="3851303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Ahorro Meta</a:t>
          </a:r>
        </a:p>
      </dsp:txBody>
      <dsp:txXfrm>
        <a:off x="763617" y="3851303"/>
        <a:ext cx="1512267" cy="461057"/>
      </dsp:txXfrm>
    </dsp:sp>
    <dsp:sp modelId="{39579ECC-5A3F-4DBE-B681-3E450FCC0508}">
      <dsp:nvSpPr>
        <dsp:cNvPr id="0" name=""/>
        <dsp:cNvSpPr/>
      </dsp:nvSpPr>
      <dsp:spPr>
        <a:xfrm>
          <a:off x="2578338" y="3851303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Saldo en Meta</a:t>
          </a:r>
        </a:p>
      </dsp:txBody>
      <dsp:txXfrm>
        <a:off x="2578338" y="3851303"/>
        <a:ext cx="1512267" cy="461057"/>
      </dsp:txXfrm>
    </dsp:sp>
    <dsp:sp modelId="{6C0DA723-208C-456B-8DC0-14BE49161222}">
      <dsp:nvSpPr>
        <dsp:cNvPr id="0" name=""/>
        <dsp:cNvSpPr/>
      </dsp:nvSpPr>
      <dsp:spPr>
        <a:xfrm>
          <a:off x="4393058" y="3851303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3851303"/>
        <a:ext cx="729169" cy="461057"/>
      </dsp:txXfrm>
    </dsp:sp>
    <dsp:sp modelId="{C3BAA938-E657-4B3A-9C99-A24D140B8CBB}">
      <dsp:nvSpPr>
        <dsp:cNvPr id="0" name=""/>
        <dsp:cNvSpPr/>
      </dsp:nvSpPr>
      <dsp:spPr>
        <a:xfrm>
          <a:off x="763617" y="4427624"/>
          <a:ext cx="1512267" cy="461057"/>
        </a:xfrm>
        <a:prstGeom prst="rect">
          <a:avLst/>
        </a:prstGeom>
        <a:gradFill rotWithShape="0">
          <a:gsLst>
            <a:gs pos="100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Hipotecario</a:t>
          </a:r>
        </a:p>
      </dsp:txBody>
      <dsp:txXfrm>
        <a:off x="763617" y="4427624"/>
        <a:ext cx="1512267" cy="461057"/>
      </dsp:txXfrm>
    </dsp:sp>
    <dsp:sp modelId="{22F4890B-3AF7-42E3-9465-6D51CBFE7F22}">
      <dsp:nvSpPr>
        <dsp:cNvPr id="0" name=""/>
        <dsp:cNvSpPr/>
      </dsp:nvSpPr>
      <dsp:spPr>
        <a:xfrm>
          <a:off x="2578338" y="4427624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578338" y="4427624"/>
        <a:ext cx="1512267" cy="461057"/>
      </dsp:txXfrm>
    </dsp:sp>
    <dsp:sp modelId="{F9485734-481E-4A53-B2D5-97F403D795A0}">
      <dsp:nvSpPr>
        <dsp:cNvPr id="0" name=""/>
        <dsp:cNvSpPr/>
      </dsp:nvSpPr>
      <dsp:spPr>
        <a:xfrm>
          <a:off x="4393058" y="4427624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4427624"/>
        <a:ext cx="729169" cy="461057"/>
      </dsp:txXfrm>
    </dsp:sp>
    <dsp:sp modelId="{F79FB1EC-FF45-40C7-BCB6-021087AEF7A4}">
      <dsp:nvSpPr>
        <dsp:cNvPr id="0" name=""/>
        <dsp:cNvSpPr/>
      </dsp:nvSpPr>
      <dsp:spPr>
        <a:xfrm>
          <a:off x="763617" y="5003946"/>
          <a:ext cx="1512267" cy="461057"/>
        </a:xfrm>
        <a:prstGeom prst="rect">
          <a:avLst/>
        </a:prstGeom>
        <a:gradFill rotWithShape="0">
          <a:gsLst>
            <a:gs pos="96000">
              <a:srgbClr val="D2006E"/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Auto</a:t>
          </a:r>
        </a:p>
      </dsp:txBody>
      <dsp:txXfrm>
        <a:off x="763617" y="5003946"/>
        <a:ext cx="1512267" cy="461057"/>
      </dsp:txXfrm>
    </dsp:sp>
    <dsp:sp modelId="{A6BD61BC-4141-400E-ACB2-D57F9AF06952}">
      <dsp:nvSpPr>
        <dsp:cNvPr id="0" name=""/>
        <dsp:cNvSpPr/>
      </dsp:nvSpPr>
      <dsp:spPr>
        <a:xfrm>
          <a:off x="2578338" y="5003946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Tener Producto</a:t>
          </a:r>
        </a:p>
      </dsp:txBody>
      <dsp:txXfrm>
        <a:off x="2578338" y="5003946"/>
        <a:ext cx="1512267" cy="461057"/>
      </dsp:txXfrm>
    </dsp:sp>
    <dsp:sp modelId="{62CD0928-6BCA-4D3E-A0AE-B8409B2849FD}">
      <dsp:nvSpPr>
        <dsp:cNvPr id="0" name=""/>
        <dsp:cNvSpPr/>
      </dsp:nvSpPr>
      <dsp:spPr>
        <a:xfrm>
          <a:off x="4393058" y="5003946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5003946"/>
        <a:ext cx="729169" cy="461057"/>
      </dsp:txXfrm>
    </dsp:sp>
    <dsp:sp modelId="{93341C07-B5F1-4CC7-BB14-0920D0E784AE}">
      <dsp:nvSpPr>
        <dsp:cNvPr id="0" name=""/>
        <dsp:cNvSpPr/>
      </dsp:nvSpPr>
      <dsp:spPr>
        <a:xfrm>
          <a:off x="763617" y="5580267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chemeClr val="bg1"/>
              </a:solidFill>
            </a:rPr>
            <a:t>Banca Virtual / Banca Virtual Empresa</a:t>
          </a:r>
        </a:p>
      </dsp:txBody>
      <dsp:txXfrm>
        <a:off x="763617" y="5580267"/>
        <a:ext cx="1512267" cy="461057"/>
      </dsp:txXfrm>
    </dsp:sp>
    <dsp:sp modelId="{3A5EF45C-5D59-4585-B71A-DF482DAE80EE}">
      <dsp:nvSpPr>
        <dsp:cNvPr id="0" name=""/>
        <dsp:cNvSpPr/>
      </dsp:nvSpPr>
      <dsp:spPr>
        <a:xfrm>
          <a:off x="2578338" y="5580267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rgbClr val="150F41"/>
              </a:solidFill>
            </a:rPr>
            <a:t>Cliente Digital</a:t>
          </a:r>
        </a:p>
      </dsp:txBody>
      <dsp:txXfrm>
        <a:off x="2578338" y="5580267"/>
        <a:ext cx="1512267" cy="461057"/>
      </dsp:txXfrm>
    </dsp:sp>
    <dsp:sp modelId="{AC7A7488-4047-4261-AB4A-0880674A7AEE}">
      <dsp:nvSpPr>
        <dsp:cNvPr id="0" name=""/>
        <dsp:cNvSpPr/>
      </dsp:nvSpPr>
      <dsp:spPr>
        <a:xfrm>
          <a:off x="4393058" y="5580267"/>
          <a:ext cx="72916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dirty="0">
              <a:solidFill>
                <a:srgbClr val="150F41"/>
              </a:solidFill>
            </a:rPr>
            <a:t>1</a:t>
          </a:r>
        </a:p>
      </dsp:txBody>
      <dsp:txXfrm>
        <a:off x="4393058" y="5580267"/>
        <a:ext cx="729169" cy="461057"/>
      </dsp:txXfrm>
    </dsp:sp>
    <dsp:sp modelId="{75224694-FEBD-44E2-8AFD-7986A3DACA1B}">
      <dsp:nvSpPr>
        <dsp:cNvPr id="0" name=""/>
        <dsp:cNvSpPr/>
      </dsp:nvSpPr>
      <dsp:spPr>
        <a:xfrm>
          <a:off x="763617" y="6156588"/>
          <a:ext cx="1512267" cy="4610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 baseline="0" dirty="0">
              <a:solidFill>
                <a:schemeClr val="bg1"/>
              </a:solidFill>
            </a:rPr>
            <a:t>Nómina</a:t>
          </a:r>
        </a:p>
      </dsp:txBody>
      <dsp:txXfrm>
        <a:off x="763617" y="6156588"/>
        <a:ext cx="1512267" cy="461057"/>
      </dsp:txXfrm>
    </dsp:sp>
    <dsp:sp modelId="{D89E6211-9339-4E00-83E1-A64D8A24E0D9}">
      <dsp:nvSpPr>
        <dsp:cNvPr id="0" name=""/>
        <dsp:cNvSpPr/>
      </dsp:nvSpPr>
      <dsp:spPr>
        <a:xfrm>
          <a:off x="2578338" y="6156588"/>
          <a:ext cx="1512267" cy="46105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Tener Producto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2578338" y="6156588"/>
        <a:ext cx="1512267" cy="461057"/>
      </dsp:txXfrm>
    </dsp:sp>
    <dsp:sp modelId="{456F0F22-75ED-457F-8E88-1EB5484B99EB}">
      <dsp:nvSpPr>
        <dsp:cNvPr id="0" name=""/>
        <dsp:cNvSpPr/>
      </dsp:nvSpPr>
      <dsp:spPr>
        <a:xfrm>
          <a:off x="4393058" y="6156588"/>
          <a:ext cx="719899" cy="4610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200" kern="1200">
              <a:solidFill>
                <a:srgbClr val="150F41"/>
              </a:solidFill>
            </a:rPr>
            <a:t>1</a:t>
          </a:r>
          <a:endParaRPr lang="es-EC" sz="1200" kern="1200" dirty="0">
            <a:solidFill>
              <a:srgbClr val="150F41"/>
            </a:solidFill>
          </a:endParaRPr>
        </a:p>
      </dsp:txBody>
      <dsp:txXfrm>
        <a:off x="4393058" y="6156588"/>
        <a:ext cx="719899" cy="46105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E187A-7BFB-4E86-8920-897B6EBBCC7D}">
      <dsp:nvSpPr>
        <dsp:cNvPr id="0" name=""/>
        <dsp:cNvSpPr/>
      </dsp:nvSpPr>
      <dsp:spPr>
        <a:xfrm>
          <a:off x="2977834" y="5470230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5506178"/>
        <a:ext cx="19544" cy="19544"/>
      </dsp:txXfrm>
    </dsp:sp>
    <dsp:sp modelId="{E7448DA2-ABEA-4A21-9757-53D581D7F3FD}">
      <dsp:nvSpPr>
        <dsp:cNvPr id="0" name=""/>
        <dsp:cNvSpPr/>
      </dsp:nvSpPr>
      <dsp:spPr>
        <a:xfrm>
          <a:off x="632439" y="2908963"/>
          <a:ext cx="390899" cy="26069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449" y="0"/>
              </a:lnTo>
              <a:lnTo>
                <a:pt x="195449" y="2606987"/>
              </a:lnTo>
              <a:lnTo>
                <a:pt x="390899" y="260698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>
            <a:solidFill>
              <a:schemeClr val="bg1"/>
            </a:solidFill>
          </a:endParaRPr>
        </a:p>
      </dsp:txBody>
      <dsp:txXfrm>
        <a:off x="761985" y="4146553"/>
        <a:ext cx="131806" cy="131806"/>
      </dsp:txXfrm>
    </dsp:sp>
    <dsp:sp modelId="{BDCFE27E-26F6-4FD4-8AE4-8BC51FEBD9BF}">
      <dsp:nvSpPr>
        <dsp:cNvPr id="0" name=""/>
        <dsp:cNvSpPr/>
      </dsp:nvSpPr>
      <dsp:spPr>
        <a:xfrm>
          <a:off x="2977834" y="4725377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4761324"/>
        <a:ext cx="19544" cy="19544"/>
      </dsp:txXfrm>
    </dsp:sp>
    <dsp:sp modelId="{EA21B7AA-9486-4067-B349-50CE4D95F9B9}">
      <dsp:nvSpPr>
        <dsp:cNvPr id="0" name=""/>
        <dsp:cNvSpPr/>
      </dsp:nvSpPr>
      <dsp:spPr>
        <a:xfrm>
          <a:off x="632439" y="2908963"/>
          <a:ext cx="390899" cy="1862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449" y="0"/>
              </a:lnTo>
              <a:lnTo>
                <a:pt x="195449" y="1862134"/>
              </a:lnTo>
              <a:lnTo>
                <a:pt x="390899" y="186213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600" kern="1200">
            <a:solidFill>
              <a:schemeClr val="bg1"/>
            </a:solidFill>
          </a:endParaRPr>
        </a:p>
      </dsp:txBody>
      <dsp:txXfrm>
        <a:off x="780320" y="3792462"/>
        <a:ext cx="95136" cy="95136"/>
      </dsp:txXfrm>
    </dsp:sp>
    <dsp:sp modelId="{23D8B84C-DB91-4AEA-97CC-CAEF5977E10D}">
      <dsp:nvSpPr>
        <dsp:cNvPr id="0" name=""/>
        <dsp:cNvSpPr/>
      </dsp:nvSpPr>
      <dsp:spPr>
        <a:xfrm>
          <a:off x="2977834" y="3980523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4016470"/>
        <a:ext cx="19544" cy="19544"/>
      </dsp:txXfrm>
    </dsp:sp>
    <dsp:sp modelId="{F7C38909-BE07-464E-834D-BDCFBA258100}">
      <dsp:nvSpPr>
        <dsp:cNvPr id="0" name=""/>
        <dsp:cNvSpPr/>
      </dsp:nvSpPr>
      <dsp:spPr>
        <a:xfrm>
          <a:off x="632439" y="2908963"/>
          <a:ext cx="390899" cy="1117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449" y="0"/>
              </a:lnTo>
              <a:lnTo>
                <a:pt x="195449" y="1117280"/>
              </a:lnTo>
              <a:lnTo>
                <a:pt x="390899" y="111728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798296" y="3438011"/>
        <a:ext cx="59184" cy="59184"/>
      </dsp:txXfrm>
    </dsp:sp>
    <dsp:sp modelId="{242DFC76-2C2F-4E5B-A434-3069E266996F}">
      <dsp:nvSpPr>
        <dsp:cNvPr id="0" name=""/>
        <dsp:cNvSpPr/>
      </dsp:nvSpPr>
      <dsp:spPr>
        <a:xfrm>
          <a:off x="2977834" y="3235669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3271617"/>
        <a:ext cx="19544" cy="19544"/>
      </dsp:txXfrm>
    </dsp:sp>
    <dsp:sp modelId="{FE9BAB8F-E46F-4F0B-9F5C-E8662C1E6217}">
      <dsp:nvSpPr>
        <dsp:cNvPr id="0" name=""/>
        <dsp:cNvSpPr/>
      </dsp:nvSpPr>
      <dsp:spPr>
        <a:xfrm>
          <a:off x="632439" y="2908963"/>
          <a:ext cx="390899" cy="3724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449" y="0"/>
              </a:lnTo>
              <a:lnTo>
                <a:pt x="195449" y="372426"/>
              </a:lnTo>
              <a:lnTo>
                <a:pt x="390899" y="37242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814390" y="3081678"/>
        <a:ext cx="26995" cy="26995"/>
      </dsp:txXfrm>
    </dsp:sp>
    <dsp:sp modelId="{8CC5F557-42F1-4B0B-AC0D-0C0CBF6ED1B3}">
      <dsp:nvSpPr>
        <dsp:cNvPr id="0" name=""/>
        <dsp:cNvSpPr/>
      </dsp:nvSpPr>
      <dsp:spPr>
        <a:xfrm>
          <a:off x="2977834" y="2490816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2526763"/>
        <a:ext cx="19544" cy="19544"/>
      </dsp:txXfrm>
    </dsp:sp>
    <dsp:sp modelId="{FA624BE1-9ACC-4E7D-9F6D-BDD9E6D78BF6}">
      <dsp:nvSpPr>
        <dsp:cNvPr id="0" name=""/>
        <dsp:cNvSpPr/>
      </dsp:nvSpPr>
      <dsp:spPr>
        <a:xfrm>
          <a:off x="632439" y="2536536"/>
          <a:ext cx="390899" cy="372426"/>
        </a:xfrm>
        <a:custGeom>
          <a:avLst/>
          <a:gdLst/>
          <a:ahLst/>
          <a:cxnLst/>
          <a:rect l="0" t="0" r="0" b="0"/>
          <a:pathLst>
            <a:path>
              <a:moveTo>
                <a:pt x="0" y="372426"/>
              </a:moveTo>
              <a:lnTo>
                <a:pt x="195449" y="372426"/>
              </a:lnTo>
              <a:lnTo>
                <a:pt x="195449" y="0"/>
              </a:lnTo>
              <a:lnTo>
                <a:pt x="3908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814390" y="2709251"/>
        <a:ext cx="26995" cy="26995"/>
      </dsp:txXfrm>
    </dsp:sp>
    <dsp:sp modelId="{B2B4A0BD-CC93-4FCA-BF75-A830AFB73DEC}">
      <dsp:nvSpPr>
        <dsp:cNvPr id="0" name=""/>
        <dsp:cNvSpPr/>
      </dsp:nvSpPr>
      <dsp:spPr>
        <a:xfrm>
          <a:off x="2977834" y="1745962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1781910"/>
        <a:ext cx="19544" cy="19544"/>
      </dsp:txXfrm>
    </dsp:sp>
    <dsp:sp modelId="{E43A60A7-9DDF-42B2-A812-4D4F0F75076B}">
      <dsp:nvSpPr>
        <dsp:cNvPr id="0" name=""/>
        <dsp:cNvSpPr/>
      </dsp:nvSpPr>
      <dsp:spPr>
        <a:xfrm>
          <a:off x="632439" y="1791682"/>
          <a:ext cx="390899" cy="1117280"/>
        </a:xfrm>
        <a:custGeom>
          <a:avLst/>
          <a:gdLst/>
          <a:ahLst/>
          <a:cxnLst/>
          <a:rect l="0" t="0" r="0" b="0"/>
          <a:pathLst>
            <a:path>
              <a:moveTo>
                <a:pt x="0" y="1117280"/>
              </a:moveTo>
              <a:lnTo>
                <a:pt x="195449" y="1117280"/>
              </a:lnTo>
              <a:lnTo>
                <a:pt x="195449" y="0"/>
              </a:lnTo>
              <a:lnTo>
                <a:pt x="3908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>
            <a:solidFill>
              <a:schemeClr val="bg1"/>
            </a:solidFill>
          </a:endParaRPr>
        </a:p>
      </dsp:txBody>
      <dsp:txXfrm>
        <a:off x="798296" y="2320730"/>
        <a:ext cx="59184" cy="59184"/>
      </dsp:txXfrm>
    </dsp:sp>
    <dsp:sp modelId="{AED007FA-37FB-4F86-89CC-6C075822185A}">
      <dsp:nvSpPr>
        <dsp:cNvPr id="0" name=""/>
        <dsp:cNvSpPr/>
      </dsp:nvSpPr>
      <dsp:spPr>
        <a:xfrm>
          <a:off x="2977834" y="1001108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1037056"/>
        <a:ext cx="19544" cy="19544"/>
      </dsp:txXfrm>
    </dsp:sp>
    <dsp:sp modelId="{F31F3F23-7C72-452A-ADC8-1CB2C7B14B46}">
      <dsp:nvSpPr>
        <dsp:cNvPr id="0" name=""/>
        <dsp:cNvSpPr/>
      </dsp:nvSpPr>
      <dsp:spPr>
        <a:xfrm>
          <a:off x="632439" y="1046828"/>
          <a:ext cx="390899" cy="1862134"/>
        </a:xfrm>
        <a:custGeom>
          <a:avLst/>
          <a:gdLst/>
          <a:ahLst/>
          <a:cxnLst/>
          <a:rect l="0" t="0" r="0" b="0"/>
          <a:pathLst>
            <a:path>
              <a:moveTo>
                <a:pt x="0" y="1862134"/>
              </a:moveTo>
              <a:lnTo>
                <a:pt x="195449" y="1862134"/>
              </a:lnTo>
              <a:lnTo>
                <a:pt x="195449" y="0"/>
              </a:lnTo>
              <a:lnTo>
                <a:pt x="3908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600" kern="1200">
            <a:solidFill>
              <a:schemeClr val="bg1"/>
            </a:solidFill>
          </a:endParaRPr>
        </a:p>
      </dsp:txBody>
      <dsp:txXfrm>
        <a:off x="780320" y="1930327"/>
        <a:ext cx="95136" cy="95136"/>
      </dsp:txXfrm>
    </dsp:sp>
    <dsp:sp modelId="{4B05A99A-E246-46F2-AB3A-026B7D4A2E61}">
      <dsp:nvSpPr>
        <dsp:cNvPr id="0" name=""/>
        <dsp:cNvSpPr/>
      </dsp:nvSpPr>
      <dsp:spPr>
        <a:xfrm>
          <a:off x="2977834" y="256255"/>
          <a:ext cx="3908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899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500" kern="1200"/>
        </a:p>
      </dsp:txBody>
      <dsp:txXfrm>
        <a:off x="3163511" y="292202"/>
        <a:ext cx="19544" cy="19544"/>
      </dsp:txXfrm>
    </dsp:sp>
    <dsp:sp modelId="{92090F43-5B4E-4749-BCAA-CA724B1D4710}">
      <dsp:nvSpPr>
        <dsp:cNvPr id="0" name=""/>
        <dsp:cNvSpPr/>
      </dsp:nvSpPr>
      <dsp:spPr>
        <a:xfrm>
          <a:off x="632439" y="301975"/>
          <a:ext cx="390899" cy="2606987"/>
        </a:xfrm>
        <a:custGeom>
          <a:avLst/>
          <a:gdLst/>
          <a:ahLst/>
          <a:cxnLst/>
          <a:rect l="0" t="0" r="0" b="0"/>
          <a:pathLst>
            <a:path>
              <a:moveTo>
                <a:pt x="0" y="2606987"/>
              </a:moveTo>
              <a:lnTo>
                <a:pt x="195449" y="2606987"/>
              </a:lnTo>
              <a:lnTo>
                <a:pt x="195449" y="0"/>
              </a:lnTo>
              <a:lnTo>
                <a:pt x="390899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900" kern="1200">
            <a:solidFill>
              <a:schemeClr val="bg1"/>
            </a:solidFill>
          </a:endParaRPr>
        </a:p>
      </dsp:txBody>
      <dsp:txXfrm>
        <a:off x="761985" y="1539565"/>
        <a:ext cx="131806" cy="131806"/>
      </dsp:txXfrm>
    </dsp:sp>
    <dsp:sp modelId="{1A8C8775-11A9-4910-9DB9-4ADDC072442C}">
      <dsp:nvSpPr>
        <dsp:cNvPr id="0" name=""/>
        <dsp:cNvSpPr/>
      </dsp:nvSpPr>
      <dsp:spPr>
        <a:xfrm rot="16200000">
          <a:off x="-1233615" y="2611021"/>
          <a:ext cx="3136225" cy="59588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900" kern="1200">
              <a:solidFill>
                <a:schemeClr val="bg1"/>
              </a:solidFill>
            </a:rPr>
            <a:t>Tenencia</a:t>
          </a:r>
          <a:endParaRPr lang="es-EC" sz="3900" kern="1200" dirty="0">
            <a:solidFill>
              <a:schemeClr val="bg1"/>
            </a:solidFill>
          </a:endParaRPr>
        </a:p>
      </dsp:txBody>
      <dsp:txXfrm>
        <a:off x="-1233615" y="2611021"/>
        <a:ext cx="3136225" cy="595882"/>
      </dsp:txXfrm>
    </dsp:sp>
    <dsp:sp modelId="{B2ADA6F2-50C6-4A88-AAA9-37F38027290A}">
      <dsp:nvSpPr>
        <dsp:cNvPr id="0" name=""/>
        <dsp:cNvSpPr/>
      </dsp:nvSpPr>
      <dsp:spPr>
        <a:xfrm>
          <a:off x="1023338" y="4033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Cuentas</a:t>
          </a:r>
        </a:p>
      </dsp:txBody>
      <dsp:txXfrm>
        <a:off x="1023338" y="4033"/>
        <a:ext cx="1954495" cy="595882"/>
      </dsp:txXfrm>
    </dsp:sp>
    <dsp:sp modelId="{A4C45FEA-92CF-410A-BAE6-F2E78B0126BC}">
      <dsp:nvSpPr>
        <dsp:cNvPr id="0" name=""/>
        <dsp:cNvSpPr/>
      </dsp:nvSpPr>
      <dsp:spPr>
        <a:xfrm>
          <a:off x="3368733" y="4033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4033"/>
        <a:ext cx="829175" cy="595882"/>
      </dsp:txXfrm>
    </dsp:sp>
    <dsp:sp modelId="{8F7C36BE-E589-4461-8F16-778807C0B166}">
      <dsp:nvSpPr>
        <dsp:cNvPr id="0" name=""/>
        <dsp:cNvSpPr/>
      </dsp:nvSpPr>
      <dsp:spPr>
        <a:xfrm>
          <a:off x="1023338" y="748887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Tarjetas</a:t>
          </a:r>
        </a:p>
      </dsp:txBody>
      <dsp:txXfrm>
        <a:off x="1023338" y="748887"/>
        <a:ext cx="1954495" cy="595882"/>
      </dsp:txXfrm>
    </dsp:sp>
    <dsp:sp modelId="{1940D8D1-D8D2-44B3-97F1-1DE66184A9F5}">
      <dsp:nvSpPr>
        <dsp:cNvPr id="0" name=""/>
        <dsp:cNvSpPr/>
      </dsp:nvSpPr>
      <dsp:spPr>
        <a:xfrm>
          <a:off x="3368733" y="748887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748887"/>
        <a:ext cx="829175" cy="595882"/>
      </dsp:txXfrm>
    </dsp:sp>
    <dsp:sp modelId="{32ACC1F6-D5B9-4CEA-991A-2E04658BD206}">
      <dsp:nvSpPr>
        <dsp:cNvPr id="0" name=""/>
        <dsp:cNvSpPr/>
      </dsp:nvSpPr>
      <dsp:spPr>
        <a:xfrm>
          <a:off x="1023338" y="1493741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Seguros / Asistencia</a:t>
          </a:r>
        </a:p>
      </dsp:txBody>
      <dsp:txXfrm>
        <a:off x="1023338" y="1493741"/>
        <a:ext cx="1954495" cy="595882"/>
      </dsp:txXfrm>
    </dsp:sp>
    <dsp:sp modelId="{628A2A3E-5D89-4597-B4EF-9A03E6CD111F}">
      <dsp:nvSpPr>
        <dsp:cNvPr id="0" name=""/>
        <dsp:cNvSpPr/>
      </dsp:nvSpPr>
      <dsp:spPr>
        <a:xfrm>
          <a:off x="3368733" y="1493741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1493741"/>
        <a:ext cx="829175" cy="595882"/>
      </dsp:txXfrm>
    </dsp:sp>
    <dsp:sp modelId="{BEDCAB73-F473-4593-A1D1-34DA9B04C965}">
      <dsp:nvSpPr>
        <dsp:cNvPr id="0" name=""/>
        <dsp:cNvSpPr/>
      </dsp:nvSpPr>
      <dsp:spPr>
        <a:xfrm>
          <a:off x="1023338" y="2238594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Crédito</a:t>
          </a:r>
        </a:p>
      </dsp:txBody>
      <dsp:txXfrm>
        <a:off x="1023338" y="2238594"/>
        <a:ext cx="1954495" cy="595882"/>
      </dsp:txXfrm>
    </dsp:sp>
    <dsp:sp modelId="{BF0809FD-2D3B-44DC-9B5F-F7279B419970}">
      <dsp:nvSpPr>
        <dsp:cNvPr id="0" name=""/>
        <dsp:cNvSpPr/>
      </dsp:nvSpPr>
      <dsp:spPr>
        <a:xfrm>
          <a:off x="3368733" y="2238594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2238594"/>
        <a:ext cx="829175" cy="595882"/>
      </dsp:txXfrm>
    </dsp:sp>
    <dsp:sp modelId="{DAE82DBF-0D60-41F0-896E-3650DCF6B75A}">
      <dsp:nvSpPr>
        <dsp:cNvPr id="0" name=""/>
        <dsp:cNvSpPr/>
      </dsp:nvSpPr>
      <dsp:spPr>
        <a:xfrm>
          <a:off x="1023338" y="2983448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Póliza</a:t>
          </a:r>
        </a:p>
      </dsp:txBody>
      <dsp:txXfrm>
        <a:off x="1023338" y="2983448"/>
        <a:ext cx="1954495" cy="595882"/>
      </dsp:txXfrm>
    </dsp:sp>
    <dsp:sp modelId="{28608C39-3F6E-4FF4-B46E-25405EEBF80D}">
      <dsp:nvSpPr>
        <dsp:cNvPr id="0" name=""/>
        <dsp:cNvSpPr/>
      </dsp:nvSpPr>
      <dsp:spPr>
        <a:xfrm>
          <a:off x="3368733" y="2983448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2983448"/>
        <a:ext cx="829175" cy="595882"/>
      </dsp:txXfrm>
    </dsp:sp>
    <dsp:sp modelId="{FDF91A2A-2A66-4C6C-A86A-CDF4326DA8EE}">
      <dsp:nvSpPr>
        <dsp:cNvPr id="0" name=""/>
        <dsp:cNvSpPr/>
      </dsp:nvSpPr>
      <dsp:spPr>
        <a:xfrm>
          <a:off x="1023338" y="3728301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Ahorro Meta</a:t>
          </a:r>
        </a:p>
      </dsp:txBody>
      <dsp:txXfrm>
        <a:off x="1023338" y="3728301"/>
        <a:ext cx="1954495" cy="595882"/>
      </dsp:txXfrm>
    </dsp:sp>
    <dsp:sp modelId="{90A1B84C-1E56-49A9-89CD-6FECF2BA6A56}">
      <dsp:nvSpPr>
        <dsp:cNvPr id="0" name=""/>
        <dsp:cNvSpPr/>
      </dsp:nvSpPr>
      <dsp:spPr>
        <a:xfrm>
          <a:off x="3368733" y="3728301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1</a:t>
          </a:r>
        </a:p>
      </dsp:txBody>
      <dsp:txXfrm>
        <a:off x="3368733" y="3728301"/>
        <a:ext cx="829175" cy="595882"/>
      </dsp:txXfrm>
    </dsp:sp>
    <dsp:sp modelId="{C3BAA938-E657-4B3A-9C99-A24D140B8CBB}">
      <dsp:nvSpPr>
        <dsp:cNvPr id="0" name=""/>
        <dsp:cNvSpPr/>
      </dsp:nvSpPr>
      <dsp:spPr>
        <a:xfrm>
          <a:off x="1023338" y="4473155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Hipotecario</a:t>
          </a:r>
        </a:p>
      </dsp:txBody>
      <dsp:txXfrm>
        <a:off x="1023338" y="4473155"/>
        <a:ext cx="1954495" cy="595882"/>
      </dsp:txXfrm>
    </dsp:sp>
    <dsp:sp modelId="{F8F523A0-50B5-49B0-870A-BBD6A436C9F3}">
      <dsp:nvSpPr>
        <dsp:cNvPr id="0" name=""/>
        <dsp:cNvSpPr/>
      </dsp:nvSpPr>
      <dsp:spPr>
        <a:xfrm>
          <a:off x="3368733" y="4473155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4473155"/>
        <a:ext cx="829175" cy="595882"/>
      </dsp:txXfrm>
    </dsp:sp>
    <dsp:sp modelId="{F79FB1EC-FF45-40C7-BCB6-021087AEF7A4}">
      <dsp:nvSpPr>
        <dsp:cNvPr id="0" name=""/>
        <dsp:cNvSpPr/>
      </dsp:nvSpPr>
      <dsp:spPr>
        <a:xfrm>
          <a:off x="1023338" y="5218009"/>
          <a:ext cx="1954495" cy="59588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</a:rPr>
            <a:t>Auto</a:t>
          </a:r>
        </a:p>
      </dsp:txBody>
      <dsp:txXfrm>
        <a:off x="1023338" y="5218009"/>
        <a:ext cx="1954495" cy="595882"/>
      </dsp:txXfrm>
    </dsp:sp>
    <dsp:sp modelId="{676AE3D0-5F4C-4EE7-B7E9-D1E6FBA3729D}">
      <dsp:nvSpPr>
        <dsp:cNvPr id="0" name=""/>
        <dsp:cNvSpPr/>
      </dsp:nvSpPr>
      <dsp:spPr>
        <a:xfrm>
          <a:off x="3368733" y="5218009"/>
          <a:ext cx="829175" cy="59588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>
              <a:solidFill>
                <a:schemeClr val="bg1"/>
              </a:solidFill>
            </a:rPr>
            <a:t>1</a:t>
          </a:r>
          <a:endParaRPr lang="es-EC" sz="2000" kern="1200" dirty="0">
            <a:solidFill>
              <a:schemeClr val="bg1"/>
            </a:solidFill>
          </a:endParaRPr>
        </a:p>
      </dsp:txBody>
      <dsp:txXfrm>
        <a:off x="3368733" y="5218009"/>
        <a:ext cx="829175" cy="5958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2979119-9DDE-B7A7-E81D-E22057816F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4488E86-2EB3-0721-5E36-736965BBDA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D6FE-EC24-9748-A207-A821E134132B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AB4F030-E3B0-597F-AD3E-1513BE5EB3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BE2696-B2EF-DA44-EE71-0ED79D55BD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BA6BB-C022-2D4D-989A-30CE28657EE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97096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D2930-9D36-4233-A3C9-5C39111C6B12}" type="datetimeFigureOut">
              <a:t>23/02/2026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7042D-0DFB-4A5E-8E03-6129E38C6F43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2123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Versión 1 – Versión 2</a:t>
            </a:r>
          </a:p>
          <a:p>
            <a:r>
              <a:rPr lang="es-EC" dirty="0"/>
              <a:t>Campos App no se cuenta en malla de Clientes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7042D-0DFB-4A5E-8E03-6129E38C6F43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1134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Se propone un reporte de alerta de pronta finalización de Créditos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7042D-0DFB-4A5E-8E03-6129E38C6F43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8661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 dirty="0"/>
              <a:t>Índice de Tenencia </a:t>
            </a:r>
            <a:r>
              <a:rPr lang="es-EC"/>
              <a:t>y Índice </a:t>
            </a:r>
            <a:r>
              <a:rPr lang="es-EC" dirty="0"/>
              <a:t>de Uso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7042D-0DFB-4A5E-8E03-6129E38C6F43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9769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368F6-5FF4-28C3-3166-E887CD8CE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B94526-87C8-C21E-C754-77EEF50DF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BE4C61-C822-D285-BE59-A086B066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04FC98-EC69-1512-463D-B9709605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9ABF39-8CAB-8937-441E-17B3D786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6039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306F6-A7D9-65D0-791E-3136A1A8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BDCFB9-FD11-2804-8433-875E9850B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E0924-E511-4397-322D-44B3713E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5F145B-DADE-8A3B-80A4-12CC7F20C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02F125-22E9-8C19-C310-35EEA4A2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5874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18232-23CF-F5B4-5FC4-C77654CB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0B7DFC-53EE-1BF9-95A7-887C5C95D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2968E3-E37F-D55E-E00B-0576922CB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82BC2-978F-94A5-D111-CE4B8568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34250-BD1D-94B3-111C-60A98CE6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2313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7ED73-AEDA-58DD-8F51-D466ECBE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0EC7EB-08EA-CC1B-217C-AFD4BE0C9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5176C5-0DD8-4F00-C96E-860F4807D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C70474-7303-F713-23D9-9FE5FCBB5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299DFF-0AD8-5643-C9B8-7A4DC2FFE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455129-1D9B-8BE6-57DA-3BCCD9D7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26994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1C405-9778-0DE0-5AF7-A96D9DF0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ACC55B-9C54-0CBB-16A2-01D845B57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CD1D84-BF81-BADB-1944-C2116380C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9518B1B-E9C4-BB4A-5F1C-7BA6B41CA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06BD8E-7DA3-FFFA-FC89-9A74AC291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94F38F-E430-B2DD-257A-54A38C7D1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806C6C3-7E15-78B4-B76D-B6C19D6B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6B8E406-AED4-9126-D454-AC75E4450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25135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433FE-F96C-D8F0-AB10-37453C0D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0C75F90-6646-D2AE-B749-93E8B6F2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9E66D4C-DBEC-B68F-FC00-C5850229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B021D2-9F55-0963-F10F-5B78F1D1E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46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2F0B841-D26F-7847-82C0-561AABD2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7FD0ED-302F-895F-7996-B311DA8D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490CC9-453E-2313-E586-715D1622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29167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92734-66F9-D4B0-7A76-ECD96232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C7790F-59B8-16DF-4621-9BF69B220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3857AD-0F2C-44F7-B8A4-ABB462820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A2511F-3EFE-C424-AB52-3EA7AAEF8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29CD7D-A67A-5270-4049-86406BB2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E1B8B2-127C-BE24-8A60-017EB5E7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3815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4D9B22-6B74-6EFB-4B88-996CD720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F580A9F-7C61-C1F0-7E20-7F1834B96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BAD7E2-B403-9615-8687-01C8D0F8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9DB6D3-0601-7C1D-796F-CC399590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C99EBE-C1CF-9872-A03C-D13681B8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F32F71-87FC-4534-CAE2-1809358B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29541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0476-483E-CE47-BC3F-5259DBC6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520D9C-7EE3-65B0-BBFB-8E9088FAC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D9EFB6-0CD7-82D0-015E-B4E27CABD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9C7C28-258B-6AEA-DD33-9C85CC502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1074E8-8C73-3528-16C0-4FA4F134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7369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579614-D58D-275B-638D-497418726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7CE1E8-F4A0-F359-E709-9E7A60DF7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5A2233-DBC5-6B05-84D4-8F8B2AF69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9AE3B-41C5-E446-A6A6-94D85A28AA18}" type="datetimeFigureOut">
              <a:rPr lang="es-EC" smtClean="0"/>
              <a:t>23/2/2026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942457-97A3-4E35-E33E-32AD730A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D734DA-182A-3910-83F1-E3D4CDAD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4E710-39CA-3741-9CE8-EE69D9CC6549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62080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age">
  <p:cSld name="Blank Pag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7555389" y="2282371"/>
            <a:ext cx="1184000" cy="140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549387" y="3779249"/>
            <a:ext cx="1184000" cy="140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8834719" y="1584100"/>
            <a:ext cx="1184000" cy="1696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8828716" y="3371211"/>
            <a:ext cx="1184000" cy="140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8828716" y="4876976"/>
            <a:ext cx="1184000" cy="140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58" name="Google Shape;58;p14"/>
          <p:cNvSpPr>
            <a:spLocks noGrp="1"/>
          </p:cNvSpPr>
          <p:nvPr>
            <p:ph type="pic" idx="7"/>
          </p:nvPr>
        </p:nvSpPr>
        <p:spPr>
          <a:xfrm>
            <a:off x="10114049" y="1431143"/>
            <a:ext cx="1184000" cy="1416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59" name="Google Shape;59;p14"/>
          <p:cNvSpPr>
            <a:spLocks noGrp="1"/>
          </p:cNvSpPr>
          <p:nvPr>
            <p:ph type="pic" idx="8"/>
          </p:nvPr>
        </p:nvSpPr>
        <p:spPr>
          <a:xfrm>
            <a:off x="10102043" y="2937545"/>
            <a:ext cx="1184000" cy="1416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60" name="Google Shape;60;p14"/>
          <p:cNvSpPr>
            <a:spLocks noGrp="1"/>
          </p:cNvSpPr>
          <p:nvPr>
            <p:ph type="pic" idx="9"/>
          </p:nvPr>
        </p:nvSpPr>
        <p:spPr>
          <a:xfrm>
            <a:off x="7555389" y="675923"/>
            <a:ext cx="1184000" cy="15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04776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90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Title &amp; Subtitle">
  <p:cSld name="1_Main Title &amp; Subtitle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7093" y="885781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333" b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55" indent="0">
              <a:buNone/>
              <a:defRPr sz="1600"/>
            </a:lvl2pPr>
            <a:lvl3pPr marL="1219108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5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n-US" dirty="0"/>
              <a:t>CLICK TO EDITE SUBTITLE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517093" y="208855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67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08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A3F211B-5110-6F04-92E4-EA4DBA5D0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06" y="561103"/>
            <a:ext cx="11155594" cy="505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644730-D48F-1B93-4573-A4D40D4A3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406" y="1426414"/>
            <a:ext cx="11155594" cy="4750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27D982-D6E8-BEB0-DED9-22CEE9F96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240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unito Sans" pitchFamily="2" charset="77"/>
              </a:defRPr>
            </a:lvl1pPr>
          </a:lstStyle>
          <a:p>
            <a:fld id="{78A9AE3B-41C5-E446-A6A6-94D85A28AA18}" type="datetimeFigureOut">
              <a:rPr lang="es-EC" smtClean="0"/>
              <a:pPr/>
              <a:t>23/2/2026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948981-38B7-8644-6DB0-EE5E2A5EB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unito Sans" pitchFamily="2" charset="77"/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24E2E1-F261-0DFE-D337-DF21AB894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4800" y="63526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unito Sans" pitchFamily="2" charset="77"/>
              </a:defRPr>
            </a:lvl1pPr>
          </a:lstStyle>
          <a:p>
            <a:fld id="{8474E710-39CA-3741-9CE8-EE69D9CC6549}" type="slidenum">
              <a:rPr lang="es-EC" smtClean="0"/>
              <a:pPr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7016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83" r:id="rId12"/>
    <p:sldLayoutId id="2147483684" r:id="rId13"/>
    <p:sldLayoutId id="214748368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Nunito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Nunito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Nunito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diagramData" Target="../diagrams/data4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diagramLayout" Target="../diagrams/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18" Type="http://schemas.microsoft.com/office/2007/relationships/diagramDrawing" Target="../diagrams/drawing7.xml"/><Relationship Id="rId3" Type="http://schemas.microsoft.com/office/2018/10/relationships/comments" Target="../comments/modernComment_7FE4E555_397EE968.xml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17" Type="http://schemas.openxmlformats.org/officeDocument/2006/relationships/diagramColors" Target="../diagrams/colors7.xml"/><Relationship Id="rId2" Type="http://schemas.openxmlformats.org/officeDocument/2006/relationships/notesSlide" Target="../notesSlides/notesSlide2.xml"/><Relationship Id="rId16" Type="http://schemas.openxmlformats.org/officeDocument/2006/relationships/diagramQuickStyle" Target="../diagrams/quickStyl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5" Type="http://schemas.openxmlformats.org/officeDocument/2006/relationships/diagramLayout" Target="../diagrams/layout7.xml"/><Relationship Id="rId10" Type="http://schemas.openxmlformats.org/officeDocument/2006/relationships/diagramLayout" Target="../diagrams/layout6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Relationship Id="rId14" Type="http://schemas.openxmlformats.org/officeDocument/2006/relationships/diagramData" Target="../diagrams/data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13" Type="http://schemas.openxmlformats.org/officeDocument/2006/relationships/diagramLayout" Target="../diagrams/layout10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12" Type="http://schemas.openxmlformats.org/officeDocument/2006/relationships/diagramData" Target="../diagrams/data10.xml"/><Relationship Id="rId2" Type="http://schemas.openxmlformats.org/officeDocument/2006/relationships/diagramData" Target="../diagrams/data8.xml"/><Relationship Id="rId16" Type="http://schemas.microsoft.com/office/2007/relationships/diagramDrawing" Target="../diagrams/drawing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5" Type="http://schemas.openxmlformats.org/officeDocument/2006/relationships/diagramColors" Target="../diagrams/colors10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Relationship Id="rId14" Type="http://schemas.openxmlformats.org/officeDocument/2006/relationships/diagramQuickStyle" Target="../diagrams/quickStyle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13" Type="http://schemas.openxmlformats.org/officeDocument/2006/relationships/diagramLayout" Target="../diagrams/layout13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12" Type="http://schemas.openxmlformats.org/officeDocument/2006/relationships/diagramData" Target="../diagrams/data13.xml"/><Relationship Id="rId2" Type="http://schemas.openxmlformats.org/officeDocument/2006/relationships/diagramData" Target="../diagrams/data11.xml"/><Relationship Id="rId16" Type="http://schemas.microsoft.com/office/2007/relationships/diagramDrawing" Target="../diagrams/drawing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5" Type="http://schemas.openxmlformats.org/officeDocument/2006/relationships/diagramColors" Target="../diagrams/colors13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Relationship Id="rId14" Type="http://schemas.openxmlformats.org/officeDocument/2006/relationships/diagramQuickStyle" Target="../diagrams/quickStyle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3B904-FE09-0EA3-A4EE-4881FB58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E1B67C9C-6BA7-375B-8367-3F67499855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71" r="78040" b="18746"/>
          <a:stretch/>
        </p:blipFill>
        <p:spPr>
          <a:xfrm>
            <a:off x="8505325" y="3026597"/>
            <a:ext cx="3691487" cy="3841489"/>
          </a:xfrm>
          <a:prstGeom prst="rect">
            <a:avLst/>
          </a:prstGeom>
        </p:spPr>
      </p:pic>
      <p:sp>
        <p:nvSpPr>
          <p:cNvPr id="8" name="CuadroTexto 5">
            <a:extLst>
              <a:ext uri="{FF2B5EF4-FFF2-40B4-BE49-F238E27FC236}">
                <a16:creationId xmlns:a16="http://schemas.microsoft.com/office/drawing/2014/main" id="{15CDE1CE-57FA-42AA-36CD-79B0F98A0E8B}"/>
              </a:ext>
            </a:extLst>
          </p:cNvPr>
          <p:cNvSpPr txBox="1"/>
          <p:nvPr/>
        </p:nvSpPr>
        <p:spPr>
          <a:xfrm>
            <a:off x="761790" y="2767280"/>
            <a:ext cx="9381669" cy="187743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4400" b="1" noProof="0" dirty="0">
                <a:solidFill>
                  <a:schemeClr val="bg1"/>
                </a:solidFill>
                <a:latin typeface="Nunito Sans"/>
                <a:ea typeface="+mn-lt"/>
                <a:cs typeface="+mn-lt"/>
              </a:rPr>
              <a:t>Taller IVC - Dominio Clientes</a:t>
            </a:r>
          </a:p>
          <a:p>
            <a:r>
              <a:rPr lang="es-EC" sz="3600" b="1" noProof="0" dirty="0" err="1">
                <a:solidFill>
                  <a:schemeClr val="bg1"/>
                </a:solidFill>
                <a:latin typeface="Nunito Sans"/>
                <a:ea typeface="+mn-lt"/>
                <a:cs typeface="+mn-lt"/>
              </a:rPr>
              <a:t>Governance</a:t>
            </a:r>
            <a:r>
              <a:rPr lang="es-EC" sz="3600" b="1" noProof="0" dirty="0">
                <a:solidFill>
                  <a:schemeClr val="bg1"/>
                </a:solidFill>
                <a:latin typeface="Nunito Sans"/>
                <a:ea typeface="+mn-lt"/>
                <a:cs typeface="+mn-lt"/>
              </a:rPr>
              <a:t> &amp; </a:t>
            </a:r>
            <a:r>
              <a:rPr lang="es-EC" sz="3600" b="1" noProof="0" dirty="0" err="1">
                <a:solidFill>
                  <a:schemeClr val="bg1"/>
                </a:solidFill>
                <a:latin typeface="Nunito Sans"/>
                <a:ea typeface="+mn-lt"/>
                <a:cs typeface="+mn-lt"/>
              </a:rPr>
              <a:t>Quality</a:t>
            </a:r>
            <a:endParaRPr lang="es-EC" sz="3600" b="1" noProof="0" dirty="0">
              <a:solidFill>
                <a:schemeClr val="bg1"/>
              </a:solidFill>
              <a:latin typeface="Nunito Sans"/>
              <a:ea typeface="+mn-lt"/>
              <a:cs typeface="+mn-lt"/>
            </a:endParaRPr>
          </a:p>
          <a:p>
            <a:r>
              <a:rPr lang="es-EC" sz="3600" b="1" noProof="0" dirty="0">
                <a:solidFill>
                  <a:schemeClr val="bg1"/>
                </a:solidFill>
                <a:latin typeface="Nunito Sans"/>
                <a:ea typeface="+mn-lt"/>
                <a:cs typeface="+mn-lt"/>
              </a:rPr>
              <a:t>2026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858747E-6545-2373-4712-DDABA94F2EE9}"/>
              </a:ext>
            </a:extLst>
          </p:cNvPr>
          <p:cNvSpPr/>
          <p:nvPr/>
        </p:nvSpPr>
        <p:spPr>
          <a:xfrm>
            <a:off x="532638" y="2529000"/>
            <a:ext cx="72000" cy="18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C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82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D7685-DDFD-9076-995C-58DE90A6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B252C-DB36-0B21-E461-B9318B61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06" y="147446"/>
            <a:ext cx="4485908" cy="5053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noProof="0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9125597-A2CD-EF8A-57E7-7C584FFD1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245246"/>
              </p:ext>
            </p:extLst>
          </p:nvPr>
        </p:nvGraphicFramePr>
        <p:xfrm>
          <a:off x="-3204029" y="652757"/>
          <a:ext cx="8853715" cy="6057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552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482B-9141-714A-BFBE-FAE90513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9B47D-A627-B620-BAC7-93455A97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06" y="147446"/>
            <a:ext cx="4485908" cy="5053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noProof="0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CBF6851F-9063-092B-315B-338EED9679FA}"/>
              </a:ext>
            </a:extLst>
          </p:cNvPr>
          <p:cNvGraphicFramePr/>
          <p:nvPr/>
        </p:nvGraphicFramePr>
        <p:xfrm>
          <a:off x="-3204029" y="892629"/>
          <a:ext cx="8853715" cy="5817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42849623-5DA6-E0C4-A594-525D4253FA62}"/>
              </a:ext>
            </a:extLst>
          </p:cNvPr>
          <p:cNvGraphicFramePr/>
          <p:nvPr/>
        </p:nvGraphicFramePr>
        <p:xfrm>
          <a:off x="2596281" y="652757"/>
          <a:ext cx="4234465" cy="5817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8629FCE-CFBD-F642-2DB4-C9B764DBB2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3139021"/>
              </p:ext>
            </p:extLst>
          </p:nvPr>
        </p:nvGraphicFramePr>
        <p:xfrm>
          <a:off x="6830746" y="652757"/>
          <a:ext cx="4234465" cy="5817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8A94B605-F1E3-B9C4-D5A5-CF6743C5C11C}"/>
              </a:ext>
            </a:extLst>
          </p:cNvPr>
          <p:cNvSpPr txBox="1">
            <a:spLocks/>
          </p:cNvSpPr>
          <p:nvPr/>
        </p:nvSpPr>
        <p:spPr>
          <a:xfrm>
            <a:off x="4988982" y="160229"/>
            <a:ext cx="536264" cy="505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Nunito Sans" pitchFamily="2" charset="77"/>
                <a:ea typeface="+mj-ea"/>
                <a:cs typeface="+mj-cs"/>
              </a:defRPr>
            </a:lvl1pPr>
          </a:lstStyle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V1</a:t>
            </a:r>
            <a:endParaRPr lang="es-EC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63A64F7-7C65-E414-F0AD-2C44B7825B8A}"/>
              </a:ext>
            </a:extLst>
          </p:cNvPr>
          <p:cNvSpPr txBox="1">
            <a:spLocks/>
          </p:cNvSpPr>
          <p:nvPr/>
        </p:nvSpPr>
        <p:spPr>
          <a:xfrm>
            <a:off x="8592248" y="169505"/>
            <a:ext cx="1720593" cy="505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Nunito Sans" pitchFamily="2" charset="77"/>
                <a:ea typeface="+mj-ea"/>
                <a:cs typeface="+mj-cs"/>
              </a:defRPr>
            </a:lvl1pPr>
          </a:lstStyle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V2 20/02/2026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1969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17B4-9576-0089-6C27-94B61F88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FECA2-1B95-5776-685C-E11B6F8CD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06" y="147446"/>
            <a:ext cx="4485908" cy="5053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noProof="0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4D93FFB-E923-4099-1CFB-3F30E942B1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8433286"/>
              </p:ext>
            </p:extLst>
          </p:nvPr>
        </p:nvGraphicFramePr>
        <p:xfrm>
          <a:off x="-4199252" y="757162"/>
          <a:ext cx="8853715" cy="5817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2A3801D1-3B08-F819-4D5D-FF0BC17812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9257446"/>
              </p:ext>
            </p:extLst>
          </p:nvPr>
        </p:nvGraphicFramePr>
        <p:xfrm>
          <a:off x="1532468" y="-203805"/>
          <a:ext cx="4732865" cy="7587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4E01E52-02F8-49AD-3E64-EDDD86F32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8536698"/>
              </p:ext>
            </p:extLst>
          </p:nvPr>
        </p:nvGraphicFramePr>
        <p:xfrm>
          <a:off x="6409264" y="-271539"/>
          <a:ext cx="5122336" cy="7587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191565E3-8169-C203-F8A7-7C77D3E2B1BE}"/>
              </a:ext>
            </a:extLst>
          </p:cNvPr>
          <p:cNvSpPr txBox="1">
            <a:spLocks/>
          </p:cNvSpPr>
          <p:nvPr/>
        </p:nvSpPr>
        <p:spPr>
          <a:xfrm>
            <a:off x="4798394" y="304163"/>
            <a:ext cx="536264" cy="505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Nunito Sans" pitchFamily="2" charset="77"/>
                <a:ea typeface="+mj-ea"/>
                <a:cs typeface="+mj-cs"/>
              </a:defRPr>
            </a:lvl1pPr>
          </a:lstStyle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V1</a:t>
            </a:r>
            <a:endParaRPr lang="es-EC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B88AFE5-7C9E-9888-5423-5439F359F10B}"/>
              </a:ext>
            </a:extLst>
          </p:cNvPr>
          <p:cNvSpPr txBox="1">
            <a:spLocks/>
          </p:cNvSpPr>
          <p:nvPr/>
        </p:nvSpPr>
        <p:spPr>
          <a:xfrm>
            <a:off x="8401660" y="313439"/>
            <a:ext cx="1720593" cy="505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Nunito Sans" pitchFamily="2" charset="77"/>
                <a:ea typeface="+mj-ea"/>
                <a:cs typeface="+mj-cs"/>
              </a:defRPr>
            </a:lvl1pPr>
          </a:lstStyle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V2 20/02/2026</a:t>
            </a:r>
            <a:endParaRPr lang="es-EC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54DBACA-9876-C0D0-6DC2-78BFD462A409}"/>
              </a:ext>
            </a:extLst>
          </p:cNvPr>
          <p:cNvGrpSpPr/>
          <p:nvPr/>
        </p:nvGrpSpPr>
        <p:grpSpPr>
          <a:xfrm>
            <a:off x="10484786" y="191700"/>
            <a:ext cx="1512267" cy="461057"/>
            <a:chOff x="763617" y="5292106"/>
            <a:chExt cx="1512267" cy="461057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1F3C6A1C-D038-757A-AF07-B2DA5EA4A056}"/>
                </a:ext>
              </a:extLst>
            </p:cNvPr>
            <p:cNvSpPr/>
            <p:nvPr/>
          </p:nvSpPr>
          <p:spPr>
            <a:xfrm>
              <a:off x="763617" y="5292106"/>
              <a:ext cx="1512267" cy="461057"/>
            </a:xfrm>
            <a:prstGeom prst="rect">
              <a:avLst/>
            </a:prstGeom>
            <a:gradFill rotWithShape="0">
              <a:gsLst>
                <a:gs pos="96000">
                  <a:srgbClr val="D2006E"/>
                </a:gs>
                <a:gs pos="100000">
                  <a:schemeClr val="accent2">
                    <a:hueOff val="0"/>
                    <a:satOff val="0"/>
                    <a:lumOff val="0"/>
                    <a:alphaOff val="0"/>
                    <a:lumMod val="99000"/>
                    <a:satMod val="120000"/>
                    <a:shade val="78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C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2D562FA-F33E-01CA-B8DE-DB790035BB7F}"/>
                </a:ext>
              </a:extLst>
            </p:cNvPr>
            <p:cNvSpPr txBox="1"/>
            <p:nvPr/>
          </p:nvSpPr>
          <p:spPr>
            <a:xfrm>
              <a:off x="763617" y="5292106"/>
              <a:ext cx="1512267" cy="4610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C" sz="1200" kern="1200" dirty="0">
                  <a:solidFill>
                    <a:schemeClr val="bg1"/>
                  </a:solidFill>
                </a:rPr>
                <a:t>Alerta Temprana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46186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7AF45-1D93-A058-C513-7743CE73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47EC6-9045-B5EF-AAC3-7B20AE0B3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06" y="147446"/>
            <a:ext cx="4485908" cy="5053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noProof="0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DCB9882-85BE-06BD-0D8B-56A910D5F325}"/>
              </a:ext>
            </a:extLst>
          </p:cNvPr>
          <p:cNvGraphicFramePr/>
          <p:nvPr/>
        </p:nvGraphicFramePr>
        <p:xfrm>
          <a:off x="-3204029" y="892629"/>
          <a:ext cx="8853715" cy="5817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DB6A4EF6-8A28-9BCE-E92E-9A3266FC0D6F}"/>
              </a:ext>
            </a:extLst>
          </p:cNvPr>
          <p:cNvGraphicFramePr/>
          <p:nvPr/>
        </p:nvGraphicFramePr>
        <p:xfrm>
          <a:off x="2487425" y="652757"/>
          <a:ext cx="4234465" cy="5817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D98B0924-06AD-B3DC-FD37-E37A30F5AF4A}"/>
              </a:ext>
            </a:extLst>
          </p:cNvPr>
          <p:cNvGraphicFramePr/>
          <p:nvPr/>
        </p:nvGraphicFramePr>
        <p:xfrm>
          <a:off x="6662058" y="-348343"/>
          <a:ext cx="5453743" cy="7522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4" name="Título 1">
            <a:extLst>
              <a:ext uri="{FF2B5EF4-FFF2-40B4-BE49-F238E27FC236}">
                <a16:creationId xmlns:a16="http://schemas.microsoft.com/office/drawing/2014/main" id="{0E19AA52-472C-15D5-C66C-CDF31C84317F}"/>
              </a:ext>
            </a:extLst>
          </p:cNvPr>
          <p:cNvSpPr txBox="1">
            <a:spLocks/>
          </p:cNvSpPr>
          <p:nvPr/>
        </p:nvSpPr>
        <p:spPr>
          <a:xfrm>
            <a:off x="8592248" y="169505"/>
            <a:ext cx="1720593" cy="505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Nunito Sans" pitchFamily="2" charset="77"/>
                <a:ea typeface="+mj-ea"/>
                <a:cs typeface="+mj-cs"/>
              </a:defRPr>
            </a:lvl1pPr>
          </a:lstStyle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V1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0687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177E-CB05-7833-5409-F2FC8AA03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328E1-7659-3C18-183E-00A847DBD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06" y="147446"/>
            <a:ext cx="4485908" cy="505311"/>
          </a:xfrm>
        </p:spPr>
        <p:txBody>
          <a:bodyPr>
            <a:normAutofit/>
          </a:bodyPr>
          <a:lstStyle/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noProof="0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5C4B2E3F-0F11-E5FC-EB0D-E46471C41E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1137467"/>
              </p:ext>
            </p:extLst>
          </p:nvPr>
        </p:nvGraphicFramePr>
        <p:xfrm>
          <a:off x="-3204029" y="892629"/>
          <a:ext cx="8853715" cy="5817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3C6420F-94B1-300F-356E-3DB960D4E8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3428439"/>
              </p:ext>
            </p:extLst>
          </p:nvPr>
        </p:nvGraphicFramePr>
        <p:xfrm>
          <a:off x="6913760" y="-161180"/>
          <a:ext cx="5122336" cy="7587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682C4B1-BAAB-FF58-F5E8-1E301D4A77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8495764"/>
              </p:ext>
            </p:extLst>
          </p:nvPr>
        </p:nvGraphicFramePr>
        <p:xfrm>
          <a:off x="2596281" y="778881"/>
          <a:ext cx="4234465" cy="5817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27C65030-6AA7-5596-5875-1E0904499211}"/>
              </a:ext>
            </a:extLst>
          </p:cNvPr>
          <p:cNvSpPr txBox="1">
            <a:spLocks/>
          </p:cNvSpPr>
          <p:nvPr/>
        </p:nvSpPr>
        <p:spPr>
          <a:xfrm>
            <a:off x="8592248" y="169505"/>
            <a:ext cx="1720593" cy="505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Nunito Sans" pitchFamily="2" charset="77"/>
                <a:ea typeface="+mj-ea"/>
                <a:cs typeface="+mj-cs"/>
              </a:defRPr>
            </a:lvl1pPr>
          </a:lstStyle>
          <a:p>
            <a:r>
              <a:rPr lang="es-EC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V2 20/02/2026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89982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DB28-725E-7613-DAF0-EF5790BD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35BE1AB5-FF2A-EFFD-C66E-BAAB36D1E0F7}"/>
              </a:ext>
            </a:extLst>
          </p:cNvPr>
          <p:cNvSpPr txBox="1">
            <a:spLocks/>
          </p:cNvSpPr>
          <p:nvPr/>
        </p:nvSpPr>
        <p:spPr>
          <a:xfrm>
            <a:off x="227606" y="147446"/>
            <a:ext cx="4485908" cy="505311"/>
          </a:xfrm>
          <a:prstGeom prst="rect">
            <a:avLst/>
          </a:prstGeom>
        </p:spPr>
        <p:txBody>
          <a:bodyPr vert="horz" lIns="0" tIns="0" rIns="0" bIns="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7" b="1" kern="12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658462-1E65-5600-1897-1F14E673B62A}"/>
              </a:ext>
            </a:extLst>
          </p:cNvPr>
          <p:cNvSpPr txBox="1"/>
          <p:nvPr/>
        </p:nvSpPr>
        <p:spPr>
          <a:xfrm>
            <a:off x="227606" y="1139550"/>
            <a:ext cx="1183104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u="sng" dirty="0"/>
              <a:t>IVC – Indicador de Vinculación del Cliente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El IVC es un indicador estratégico que mide el nivel de integración de un cliente dentro del ecosistema del banco, considerando la tenencia y el uso efectivo de productos y servicios financieros, sirviendo como insumo de la estrategia comercial, calculada de forma mensual. Basándonos en la matriz de productos y servicios definidos para su conformación.</a:t>
            </a:r>
          </a:p>
          <a:p>
            <a:pPr>
              <a:buNone/>
            </a:pPr>
            <a:endParaRPr lang="es-ES" b="1" dirty="0">
              <a:solidFill>
                <a:srgbClr val="D2006E"/>
              </a:solidFill>
            </a:endParaRPr>
          </a:p>
          <a:p>
            <a:pPr>
              <a:buNone/>
            </a:pPr>
            <a:r>
              <a:rPr lang="es-ES" b="1" dirty="0">
                <a:solidFill>
                  <a:srgbClr val="D2006E"/>
                </a:solidFill>
              </a:rPr>
              <a:t>Versión adecuada: </a:t>
            </a:r>
            <a:r>
              <a:rPr lang="es-ES" dirty="0">
                <a:solidFill>
                  <a:srgbClr val="D2006E"/>
                </a:solidFill>
              </a:rPr>
              <a:t>Indicador estratégico que mide el nivel de integración de un cliente dentro del ecosistema del banco, considerando la tenencia y el uso efectivo de productos y servicios financieros.</a:t>
            </a:r>
            <a:br>
              <a:rPr lang="es-ES" dirty="0">
                <a:solidFill>
                  <a:srgbClr val="D2006E"/>
                </a:solidFill>
              </a:rPr>
            </a:br>
            <a:r>
              <a:rPr lang="es-ES" dirty="0">
                <a:solidFill>
                  <a:srgbClr val="D2006E"/>
                </a:solidFill>
              </a:rPr>
              <a:t>Se calcula de forma mensual y constituye un insumo para la estrategia comercial, con base en la matriz de productos y servicios definida para su conformación.</a:t>
            </a:r>
          </a:p>
          <a:p>
            <a:pPr>
              <a:buNone/>
            </a:pPr>
            <a:br>
              <a:rPr lang="es-ES" dirty="0"/>
            </a:br>
            <a:endParaRPr lang="es-ES" dirty="0"/>
          </a:p>
          <a:p>
            <a:pPr>
              <a:buNone/>
            </a:pPr>
            <a:r>
              <a:rPr lang="es-ES" b="1" dirty="0"/>
              <a:t>El IVC requiere: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Definición única de qué se entiende por “tenencia”.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Reglas claras de qué se considera “uso”.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Periodicidad definida para medición.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Control productos o servicios contemplados.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i="1" dirty="0">
                <a:solidFill>
                  <a:srgbClr val="150F41"/>
                </a:solidFill>
              </a:rPr>
              <a:t>El IVC no puede cambiar por interpretación; debe ser consistente institucionalmente.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b="1" dirty="0"/>
              <a:t>🔎 Ejemplo Funcional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Cliente con cuenta activa + tarjeta + crédito + uso digital frecuente → IVC alto.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Cliente con cuenta sin movimientos → IVC bajo.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Cliente con pocos productos pero alto uso digital → IVC medio con alto potencial.</a:t>
            </a:r>
          </a:p>
          <a:p>
            <a:pPr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80969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22143-D497-E232-D1D2-40E3ABA6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65DE80CB-A8E2-E5C3-DF9D-85A9971E73E8}"/>
              </a:ext>
            </a:extLst>
          </p:cNvPr>
          <p:cNvSpPr txBox="1">
            <a:spLocks/>
          </p:cNvSpPr>
          <p:nvPr/>
        </p:nvSpPr>
        <p:spPr>
          <a:xfrm>
            <a:off x="227606" y="147446"/>
            <a:ext cx="4485908" cy="505311"/>
          </a:xfrm>
          <a:prstGeom prst="rect">
            <a:avLst/>
          </a:prstGeom>
        </p:spPr>
        <p:txBody>
          <a:bodyPr vert="horz" lIns="0" tIns="0" rIns="0" bIns="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7" b="1" kern="12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ABBC427-3FDC-F1DA-D934-95036D0F4596}"/>
              </a:ext>
            </a:extLst>
          </p:cNvPr>
          <p:cNvSpPr txBox="1"/>
          <p:nvPr/>
        </p:nvSpPr>
        <p:spPr>
          <a:xfrm>
            <a:off x="348343" y="1448697"/>
            <a:ext cx="1147354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u="sng" dirty="0"/>
              <a:t>Producto (en el contexto del IVC)</a:t>
            </a:r>
          </a:p>
          <a:p>
            <a:pPr>
              <a:buNone/>
            </a:pPr>
            <a:endParaRPr lang="es-ES" b="1" dirty="0"/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Un Producto es una solución financiera estructurada que genera una relación contractual entre el cliente y el banco, permitiendo gestionar recursos, acceder a financiamiento o contar con cobertura o inversión.</a:t>
            </a:r>
            <a:br>
              <a:rPr lang="es-ES" dirty="0"/>
            </a:br>
            <a:endParaRPr lang="es-ES" dirty="0"/>
          </a:p>
          <a:p>
            <a:pPr>
              <a:buNone/>
            </a:pPr>
            <a:r>
              <a:rPr lang="es-ES" dirty="0">
                <a:solidFill>
                  <a:srgbClr val="D2006E"/>
                </a:solidFill>
              </a:rPr>
              <a:t>Solución financiera estructurada que establece una relación contractual vigente entre el cliente y el banco, permitiendo la gestión de recursos, el acceso a financiamiento o la contratación de instrumentos de cobertura o inversión.</a:t>
            </a:r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b="1" dirty="0"/>
              <a:t>🔎 Ejemplo Funcional</a:t>
            </a:r>
          </a:p>
          <a:p>
            <a:r>
              <a:rPr lang="es-ES" dirty="0"/>
              <a:t>Cuentas</a:t>
            </a:r>
          </a:p>
          <a:p>
            <a:r>
              <a:rPr lang="es-ES" dirty="0"/>
              <a:t>Tarjetas</a:t>
            </a:r>
          </a:p>
          <a:p>
            <a:r>
              <a:rPr lang="es-ES" dirty="0"/>
              <a:t>Créditos</a:t>
            </a:r>
          </a:p>
          <a:p>
            <a:r>
              <a:rPr lang="es-ES" dirty="0"/>
              <a:t>Seguros / Pólizas</a:t>
            </a:r>
          </a:p>
          <a:p>
            <a:r>
              <a:rPr lang="es-ES" dirty="0"/>
              <a:t>Ahorro programado</a:t>
            </a:r>
          </a:p>
          <a:p>
            <a:r>
              <a:rPr lang="es-ES" dirty="0"/>
              <a:t>Productos hipotecarios o vehiculares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300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1AE9-C5B1-AA0B-4D8A-04C4AC32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8ECCA982-AC2A-FE3F-43A3-127757566973}"/>
              </a:ext>
            </a:extLst>
          </p:cNvPr>
          <p:cNvSpPr txBox="1">
            <a:spLocks/>
          </p:cNvSpPr>
          <p:nvPr/>
        </p:nvSpPr>
        <p:spPr>
          <a:xfrm>
            <a:off x="227606" y="147446"/>
            <a:ext cx="4485908" cy="505311"/>
          </a:xfrm>
          <a:prstGeom prst="rect">
            <a:avLst/>
          </a:prstGeom>
        </p:spPr>
        <p:txBody>
          <a:bodyPr vert="horz" lIns="0" tIns="0" rIns="0" bIns="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7" b="1" kern="12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145D8E5-3DAF-7226-7143-234147902373}"/>
              </a:ext>
            </a:extLst>
          </p:cNvPr>
          <p:cNvSpPr txBox="1"/>
          <p:nvPr/>
        </p:nvSpPr>
        <p:spPr>
          <a:xfrm>
            <a:off x="348343" y="1448697"/>
            <a:ext cx="114735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u="sng" dirty="0"/>
              <a:t>Servicios (en el contexto del IVC)</a:t>
            </a:r>
          </a:p>
          <a:p>
            <a:endParaRPr lang="es-ES" dirty="0"/>
          </a:p>
          <a:p>
            <a:r>
              <a:rPr lang="es-ES" dirty="0"/>
              <a:t>Un Servicio es una funcionalidad o canal habilitado por el banco que permite al cliente interactuar, operar o gestionar sus productos - Transacciones  dentro del ecosistema financiero.</a:t>
            </a:r>
          </a:p>
          <a:p>
            <a:endParaRPr lang="es-ES" dirty="0"/>
          </a:p>
          <a:p>
            <a:r>
              <a:rPr lang="es-ES" dirty="0">
                <a:solidFill>
                  <a:srgbClr val="D2006E"/>
                </a:solidFill>
              </a:rPr>
              <a:t>Funcionalidad o canal habilitado por el banco que permite al cliente interactuar, operar o gestionar sus productos y realizar transacciones dentro del ecosistema financiero institucional.</a:t>
            </a:r>
          </a:p>
          <a:p>
            <a:endParaRPr lang="es-ES" dirty="0"/>
          </a:p>
          <a:p>
            <a:r>
              <a:rPr lang="es-ES" b="1" dirty="0"/>
              <a:t>Ejemplo funcional:</a:t>
            </a:r>
          </a:p>
          <a:p>
            <a:r>
              <a:rPr lang="es-ES" dirty="0"/>
              <a:t>Banca Virtual</a:t>
            </a:r>
          </a:p>
          <a:p>
            <a:r>
              <a:rPr lang="es-ES" dirty="0"/>
              <a:t>Banca Virtual Empresa</a:t>
            </a:r>
          </a:p>
          <a:p>
            <a:r>
              <a:rPr lang="es-ES" dirty="0"/>
              <a:t>Servicios digitales</a:t>
            </a:r>
          </a:p>
          <a:p>
            <a:r>
              <a:rPr lang="es-ES" dirty="0"/>
              <a:t>Nómina</a:t>
            </a:r>
          </a:p>
          <a:p>
            <a:r>
              <a:rPr lang="es-ES" dirty="0"/>
              <a:t>Confirming</a:t>
            </a:r>
          </a:p>
          <a:p>
            <a:r>
              <a:rPr lang="es-ES" dirty="0"/>
              <a:t>Canales transaccionales</a:t>
            </a:r>
          </a:p>
          <a:p>
            <a:r>
              <a:rPr lang="es-ES" dirty="0"/>
              <a:t>Pago Servicios asociados a productos</a:t>
            </a:r>
          </a:p>
        </p:txBody>
      </p:sp>
    </p:spTree>
    <p:extLst>
      <p:ext uri="{BB962C8B-B14F-4D97-AF65-F5344CB8AC3E}">
        <p14:creationId xmlns:p14="http://schemas.microsoft.com/office/powerpoint/2010/main" val="3134263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928C-6D99-666A-6F2A-A613D2812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54F17342-0435-1DAC-8418-B3810D67A1C1}"/>
              </a:ext>
            </a:extLst>
          </p:cNvPr>
          <p:cNvSpPr txBox="1">
            <a:spLocks/>
          </p:cNvSpPr>
          <p:nvPr/>
        </p:nvSpPr>
        <p:spPr>
          <a:xfrm>
            <a:off x="227606" y="147446"/>
            <a:ext cx="4485908" cy="505311"/>
          </a:xfrm>
          <a:prstGeom prst="rect">
            <a:avLst/>
          </a:prstGeom>
        </p:spPr>
        <p:txBody>
          <a:bodyPr vert="horz" lIns="0" tIns="0" rIns="0" bIns="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7" b="1" kern="12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35DB52-23D6-9D0F-633D-6A6F95EA0222}"/>
              </a:ext>
            </a:extLst>
          </p:cNvPr>
          <p:cNvSpPr txBox="1"/>
          <p:nvPr/>
        </p:nvSpPr>
        <p:spPr>
          <a:xfrm>
            <a:off x="348343" y="882637"/>
            <a:ext cx="1147354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u="sng" dirty="0"/>
              <a:t>Tenencia</a:t>
            </a:r>
          </a:p>
          <a:p>
            <a:endParaRPr lang="es-ES" dirty="0"/>
          </a:p>
          <a:p>
            <a:r>
              <a:rPr lang="es-ES" dirty="0"/>
              <a:t>La Tenencia es la condición que indica que un cliente posee formalmente un tipo de producto o está habilitado en un servicio dentro del banco </a:t>
            </a:r>
            <a:r>
              <a:rPr lang="es-ES" i="1" dirty="0"/>
              <a:t>cubriendo mayormente una de sus necesidades </a:t>
            </a:r>
            <a:r>
              <a:rPr lang="es-ES" dirty="0"/>
              <a:t>, con relación contractual vigente.</a:t>
            </a:r>
          </a:p>
          <a:p>
            <a:endParaRPr lang="es-ES" dirty="0"/>
          </a:p>
          <a:p>
            <a:r>
              <a:rPr lang="es-ES" dirty="0">
                <a:solidFill>
                  <a:srgbClr val="D2006E"/>
                </a:solidFill>
              </a:rPr>
              <a:t>Condición que indica que un cliente posee formalmente un producto o se encuentra habilitado en un servicio dentro del banco, bajo una relación contractual vigente que atiende una de sus necesidades financieras.</a:t>
            </a:r>
          </a:p>
          <a:p>
            <a:r>
              <a:rPr lang="es-ES" b="1" dirty="0"/>
              <a:t>Puede existir:</a:t>
            </a:r>
          </a:p>
          <a:p>
            <a:r>
              <a:rPr lang="es-ES" dirty="0"/>
              <a:t>Tenencia sin uso.</a:t>
            </a:r>
          </a:p>
          <a:p>
            <a:r>
              <a:rPr lang="es-ES" dirty="0"/>
              <a:t>Tenencia activa sin comportamiento relevante.</a:t>
            </a:r>
          </a:p>
          <a:p>
            <a:endParaRPr lang="es-ES" dirty="0"/>
          </a:p>
          <a:p>
            <a:endParaRPr lang="es-ES" dirty="0"/>
          </a:p>
          <a:p>
            <a:r>
              <a:rPr lang="es-ES" b="1" u="sng" dirty="0"/>
              <a:t>Uso</a:t>
            </a:r>
          </a:p>
          <a:p>
            <a:r>
              <a:rPr lang="es-ES" dirty="0"/>
              <a:t>El Uso es la evidencia de actividad o interacción del cliente con un producto o servicio dentro de un período definido.</a:t>
            </a:r>
          </a:p>
          <a:p>
            <a:endParaRPr lang="es-ES" dirty="0"/>
          </a:p>
          <a:p>
            <a:r>
              <a:rPr lang="es-ES" b="1" dirty="0"/>
              <a:t>El uso implica:</a:t>
            </a:r>
          </a:p>
          <a:p>
            <a:r>
              <a:rPr lang="es-ES" dirty="0"/>
              <a:t>Movimiento.</a:t>
            </a:r>
          </a:p>
          <a:p>
            <a:r>
              <a:rPr lang="es-ES" dirty="0"/>
              <a:t>Transacción.</a:t>
            </a:r>
          </a:p>
          <a:p>
            <a:r>
              <a:rPr lang="es-ES" dirty="0"/>
              <a:t>Interacción.</a:t>
            </a:r>
          </a:p>
          <a:p>
            <a:r>
              <a:rPr lang="es-ES" dirty="0"/>
              <a:t>Activación digital.</a:t>
            </a:r>
          </a:p>
          <a:p>
            <a:r>
              <a:rPr lang="es-ES" dirty="0"/>
              <a:t>Comportamiento observable.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102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90B12-CF3F-B174-5BB6-646D8A2D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47F9A57B-142A-9CE1-3BC2-A94A8EE2AFC9}"/>
              </a:ext>
            </a:extLst>
          </p:cNvPr>
          <p:cNvSpPr txBox="1">
            <a:spLocks/>
          </p:cNvSpPr>
          <p:nvPr/>
        </p:nvSpPr>
        <p:spPr>
          <a:xfrm>
            <a:off x="227606" y="147446"/>
            <a:ext cx="4485908" cy="505311"/>
          </a:xfrm>
          <a:prstGeom prst="rect">
            <a:avLst/>
          </a:prstGeom>
        </p:spPr>
        <p:txBody>
          <a:bodyPr vert="horz" lIns="0" tIns="0" rIns="0" bIns="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7" b="1" kern="12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7EDADA-0108-50CB-19CA-3D3DB0B729DF}"/>
              </a:ext>
            </a:extLst>
          </p:cNvPr>
          <p:cNvSpPr txBox="1"/>
          <p:nvPr/>
        </p:nvSpPr>
        <p:spPr>
          <a:xfrm>
            <a:off x="725714" y="1131838"/>
            <a:ext cx="1042125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Visión Estratégica del IVC (permite observar)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Un cliente con: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endParaRPr lang="es-ES" sz="2800" dirty="0"/>
          </a:p>
          <a:p>
            <a:pPr>
              <a:buNone/>
            </a:pPr>
            <a:endParaRPr lang="es-ES" sz="2800" dirty="0"/>
          </a:p>
          <a:p>
            <a:pPr>
              <a:buNone/>
            </a:pPr>
            <a:endParaRPr lang="es-ES" sz="2800" dirty="0"/>
          </a:p>
          <a:p>
            <a:pPr>
              <a:buNone/>
            </a:pPr>
            <a:endParaRPr lang="es-ES" sz="2800" dirty="0"/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i="1" dirty="0"/>
              <a:t>El IVC permite diferenciar esas realidades.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5AF7EEB-DBFC-937A-555C-FCE132C4F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241662"/>
              </p:ext>
            </p:extLst>
          </p:nvPr>
        </p:nvGraphicFramePr>
        <p:xfrm>
          <a:off x="1045029" y="2781085"/>
          <a:ext cx="10003972" cy="11887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001986">
                  <a:extLst>
                    <a:ext uri="{9D8B030D-6E8A-4147-A177-3AD203B41FA5}">
                      <a16:colId xmlns:a16="http://schemas.microsoft.com/office/drawing/2014/main" val="441598599"/>
                    </a:ext>
                  </a:extLst>
                </a:gridCol>
                <a:gridCol w="5001986">
                  <a:extLst>
                    <a:ext uri="{9D8B030D-6E8A-4147-A177-3AD203B41FA5}">
                      <a16:colId xmlns:a16="http://schemas.microsoft.com/office/drawing/2014/main" val="2371740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2000" dirty="0"/>
                        <a:t>Muchos productos pero sin uso 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baja vinculación real</a:t>
                      </a:r>
                      <a:endParaRPr lang="es-EC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15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/>
                        <a:t>Pocos productos, pero alto uso digital 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vinculación estratégica</a:t>
                      </a:r>
                      <a:endParaRPr lang="es-EC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268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 dirty="0"/>
                        <a:t>Productos + servicios + uso recurrente 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dirty="0"/>
                        <a:t>cliente altamente vinculado</a:t>
                      </a:r>
                      <a:endParaRPr lang="es-EC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19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159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EBB3-F978-230E-BC18-512827D31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66986115-D8F9-E8CD-B51F-B099F1E7E861}"/>
              </a:ext>
            </a:extLst>
          </p:cNvPr>
          <p:cNvSpPr txBox="1">
            <a:spLocks/>
          </p:cNvSpPr>
          <p:nvPr/>
        </p:nvSpPr>
        <p:spPr>
          <a:xfrm>
            <a:off x="227606" y="147446"/>
            <a:ext cx="4485908" cy="505311"/>
          </a:xfrm>
          <a:prstGeom prst="rect">
            <a:avLst/>
          </a:prstGeom>
        </p:spPr>
        <p:txBody>
          <a:bodyPr vert="horz" lIns="0" tIns="0" rIns="0" bIns="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7" b="1" kern="12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Taller IVC – Dominio Clientes</a:t>
            </a: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358570A-A52F-6002-38E6-C0599ABEF6CB}"/>
              </a:ext>
            </a:extLst>
          </p:cNvPr>
          <p:cNvSpPr txBox="1"/>
          <p:nvPr/>
        </p:nvSpPr>
        <p:spPr>
          <a:xfrm>
            <a:off x="150224" y="1118775"/>
            <a:ext cx="106571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Interpretación de la Escala</a:t>
            </a:r>
          </a:p>
          <a:p>
            <a:pPr>
              <a:buNone/>
            </a:pPr>
            <a:endParaRPr lang="es-ES" sz="3200" b="1" dirty="0"/>
          </a:p>
          <a:p>
            <a:r>
              <a:rPr lang="es-ES" sz="3200" dirty="0"/>
              <a:t>0 –     Sin vinculación activa</a:t>
            </a:r>
          </a:p>
          <a:p>
            <a:r>
              <a:rPr lang="es-ES" sz="3200" dirty="0"/>
              <a:t>1–3 – Vinculación básica</a:t>
            </a:r>
          </a:p>
          <a:p>
            <a:r>
              <a:rPr lang="es-ES" sz="3200" dirty="0"/>
              <a:t>4–6 – Vinculación media</a:t>
            </a:r>
          </a:p>
          <a:p>
            <a:r>
              <a:rPr lang="es-ES" sz="3200" dirty="0"/>
              <a:t>7–8 – Vinculación alta</a:t>
            </a:r>
          </a:p>
          <a:p>
            <a:r>
              <a:rPr lang="es-ES" sz="3200" dirty="0"/>
              <a:t>9 –10 Vinculación integral o máxima</a:t>
            </a:r>
          </a:p>
          <a:p>
            <a:pPr>
              <a:buNone/>
            </a:pPr>
            <a:endParaRPr lang="es-ES" sz="3200" dirty="0"/>
          </a:p>
          <a:p>
            <a:pPr algn="ctr">
              <a:buNone/>
            </a:pPr>
            <a:r>
              <a:rPr lang="es-ES" sz="3200" i="1" dirty="0"/>
              <a:t>El valor 10 representa la integración plena dentro del ecosistema financiero y digital del banco.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BEF5BF-5FC8-4E7F-9268-68FCE5E60D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53"/>
          <a:stretch>
            <a:fillRect/>
          </a:stretch>
        </p:blipFill>
        <p:spPr>
          <a:xfrm>
            <a:off x="6434451" y="652757"/>
            <a:ext cx="5529943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10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95A154E-5C41-9474-3745-34FE6BF54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000" y="3078000"/>
            <a:ext cx="2532000" cy="70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6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BB4EAC3-182A-A9AC-BA2C-E4B988AE4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0D05A-05D5-4ACD-E3BA-02A3C8EB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noProof="0" dirty="0">
                <a:solidFill>
                  <a:srgbClr val="D2006E"/>
                </a:solidFill>
                <a:latin typeface="Nunito Sans"/>
                <a:ea typeface="+mn-lt"/>
                <a:cs typeface="+mn-lt"/>
              </a:rPr>
              <a:t>Ganancia Gobernanza de Datos</a:t>
            </a:r>
            <a:endParaRPr lang="es-EC" noProof="0" dirty="0"/>
          </a:p>
        </p:txBody>
      </p:sp>
      <p:sp>
        <p:nvSpPr>
          <p:cNvPr id="9" name="Rectángulo 30">
            <a:extLst>
              <a:ext uri="{FF2B5EF4-FFF2-40B4-BE49-F238E27FC236}">
                <a16:creationId xmlns:a16="http://schemas.microsoft.com/office/drawing/2014/main" id="{5819F160-BD84-BC3D-2A60-6B6C7B3341B2}"/>
              </a:ext>
            </a:extLst>
          </p:cNvPr>
          <p:cNvSpPr/>
          <p:nvPr/>
        </p:nvSpPr>
        <p:spPr>
          <a:xfrm>
            <a:off x="7173812" y="1794363"/>
            <a:ext cx="2271976" cy="1244177"/>
          </a:xfrm>
          <a:prstGeom prst="roundRect">
            <a:avLst/>
          </a:prstGeom>
          <a:solidFill>
            <a:srgbClr val="F7F7F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2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172"/>
            <a:r>
              <a:rPr lang="es-EC" sz="2000" b="1" noProof="0" dirty="0">
                <a:solidFill>
                  <a:schemeClr val="accent2"/>
                </a:solidFill>
                <a:latin typeface="Nunito Sans"/>
              </a:rPr>
              <a:t>Clasificación Medallón</a:t>
            </a:r>
          </a:p>
          <a:p>
            <a:pPr algn="ctr" defTabSz="914172"/>
            <a:r>
              <a:rPr lang="es-EC" sz="1400" noProof="0" dirty="0">
                <a:solidFill>
                  <a:srgbClr val="FFFFFF">
                    <a:lumMod val="50000"/>
                  </a:srgbClr>
                </a:solidFill>
                <a:latin typeface="Nunito Sans"/>
              </a:rPr>
              <a:t>(Entidades Plata - Oro)</a:t>
            </a:r>
            <a:endParaRPr lang="es-EC" sz="1400" b="1" noProof="0" dirty="0">
              <a:solidFill>
                <a:srgbClr val="D2006E"/>
              </a:solidFill>
              <a:latin typeface="Nunito Sans"/>
            </a:endParaRPr>
          </a:p>
        </p:txBody>
      </p:sp>
      <p:sp>
        <p:nvSpPr>
          <p:cNvPr id="10" name="Rectángulo 30">
            <a:extLst>
              <a:ext uri="{FF2B5EF4-FFF2-40B4-BE49-F238E27FC236}">
                <a16:creationId xmlns:a16="http://schemas.microsoft.com/office/drawing/2014/main" id="{4A49C7A6-9429-E13B-641A-BE891AA6749B}"/>
              </a:ext>
            </a:extLst>
          </p:cNvPr>
          <p:cNvSpPr/>
          <p:nvPr/>
        </p:nvSpPr>
        <p:spPr>
          <a:xfrm>
            <a:off x="4658987" y="1796763"/>
            <a:ext cx="2271976" cy="1244177"/>
          </a:xfrm>
          <a:prstGeom prst="roundRect">
            <a:avLst/>
          </a:prstGeom>
          <a:solidFill>
            <a:srgbClr val="F7F7F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2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172"/>
            <a:r>
              <a:rPr lang="es-EC" sz="2000" b="1" noProof="0" dirty="0">
                <a:solidFill>
                  <a:srgbClr val="D2006E"/>
                </a:solidFill>
                <a:latin typeface="Nunito Sans"/>
              </a:rPr>
              <a:t>Administración de Metadatos</a:t>
            </a:r>
          </a:p>
          <a:p>
            <a:pPr algn="ctr" defTabSz="914172"/>
            <a:r>
              <a:rPr lang="es-EC" sz="1400" noProof="0" dirty="0">
                <a:solidFill>
                  <a:srgbClr val="FFFFFF">
                    <a:lumMod val="50000"/>
                  </a:srgbClr>
                </a:solidFill>
                <a:latin typeface="Nunito Sans"/>
              </a:rPr>
              <a:t>(Documentación)</a:t>
            </a:r>
            <a:endParaRPr lang="es-EC" sz="1400" b="1" noProof="0" dirty="0">
              <a:solidFill>
                <a:srgbClr val="D2006E"/>
              </a:solidFill>
              <a:latin typeface="Nunito Sans"/>
            </a:endParaRPr>
          </a:p>
        </p:txBody>
      </p:sp>
      <p:sp>
        <p:nvSpPr>
          <p:cNvPr id="11" name="Rectángulo 30">
            <a:extLst>
              <a:ext uri="{FF2B5EF4-FFF2-40B4-BE49-F238E27FC236}">
                <a16:creationId xmlns:a16="http://schemas.microsoft.com/office/drawing/2014/main" id="{9943C56C-2894-3E62-2290-5550C2F42022}"/>
              </a:ext>
            </a:extLst>
          </p:cNvPr>
          <p:cNvSpPr/>
          <p:nvPr/>
        </p:nvSpPr>
        <p:spPr>
          <a:xfrm>
            <a:off x="9593387" y="1784763"/>
            <a:ext cx="2271976" cy="1244177"/>
          </a:xfrm>
          <a:prstGeom prst="roundRect">
            <a:avLst/>
          </a:prstGeom>
          <a:solidFill>
            <a:srgbClr val="F7F7F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2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172"/>
            <a:r>
              <a:rPr lang="es-EC" sz="2000" b="1" noProof="0" dirty="0">
                <a:solidFill>
                  <a:srgbClr val="D2006E"/>
                </a:solidFill>
                <a:latin typeface="Nunito Sans"/>
              </a:rPr>
              <a:t>Caracterización de la Demanda</a:t>
            </a:r>
          </a:p>
          <a:p>
            <a:pPr algn="ctr" defTabSz="914172"/>
            <a:r>
              <a:rPr lang="es-EC" sz="1400" noProof="0" dirty="0">
                <a:solidFill>
                  <a:srgbClr val="FFFFFF">
                    <a:lumMod val="50000"/>
                  </a:srgbClr>
                </a:solidFill>
                <a:latin typeface="Nunito Sans"/>
              </a:rPr>
              <a:t>(Casos de Uso)</a:t>
            </a:r>
            <a:endParaRPr lang="es-EC" sz="1400" b="1" noProof="0" dirty="0">
              <a:solidFill>
                <a:srgbClr val="D2006E"/>
              </a:solidFill>
              <a:latin typeface="Nunito Sans"/>
            </a:endParaRPr>
          </a:p>
        </p:txBody>
      </p:sp>
      <p:sp>
        <p:nvSpPr>
          <p:cNvPr id="12" name="Rectángulo 30">
            <a:extLst>
              <a:ext uri="{FF2B5EF4-FFF2-40B4-BE49-F238E27FC236}">
                <a16:creationId xmlns:a16="http://schemas.microsoft.com/office/drawing/2014/main" id="{80529589-D0E9-B8FE-0A72-B7E66B2CDC51}"/>
              </a:ext>
            </a:extLst>
          </p:cNvPr>
          <p:cNvSpPr/>
          <p:nvPr/>
        </p:nvSpPr>
        <p:spPr>
          <a:xfrm>
            <a:off x="4658987" y="3415129"/>
            <a:ext cx="2271976" cy="1244177"/>
          </a:xfrm>
          <a:prstGeom prst="roundRect">
            <a:avLst/>
          </a:prstGeom>
          <a:solidFill>
            <a:srgbClr val="F7F7F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2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172"/>
            <a:r>
              <a:rPr lang="es-EC" sz="2000" b="1" noProof="0" dirty="0">
                <a:solidFill>
                  <a:srgbClr val="160F41"/>
                </a:solidFill>
                <a:latin typeface="Nunito Sans"/>
              </a:rPr>
              <a:t>Ejemplo Mejores Prácticas</a:t>
            </a:r>
          </a:p>
          <a:p>
            <a:pPr algn="ctr" defTabSz="914172"/>
            <a:r>
              <a:rPr lang="es-EC" sz="1400" noProof="0" dirty="0">
                <a:solidFill>
                  <a:srgbClr val="FFFFFF">
                    <a:lumMod val="50000"/>
                  </a:srgbClr>
                </a:solidFill>
                <a:latin typeface="Nunito Sans"/>
              </a:rPr>
              <a:t>(Aporte equipos de Analítica)</a:t>
            </a:r>
            <a:endParaRPr lang="es-EC" sz="1400" b="1" noProof="0" dirty="0">
              <a:solidFill>
                <a:srgbClr val="D2006E"/>
              </a:solidFill>
              <a:latin typeface="Nunito Sans"/>
            </a:endParaRPr>
          </a:p>
        </p:txBody>
      </p:sp>
      <p:sp>
        <p:nvSpPr>
          <p:cNvPr id="13" name="Rectángulo 30">
            <a:extLst>
              <a:ext uri="{FF2B5EF4-FFF2-40B4-BE49-F238E27FC236}">
                <a16:creationId xmlns:a16="http://schemas.microsoft.com/office/drawing/2014/main" id="{41DACD4E-133C-A3FF-5033-DA359A6E152F}"/>
              </a:ext>
            </a:extLst>
          </p:cNvPr>
          <p:cNvSpPr/>
          <p:nvPr/>
        </p:nvSpPr>
        <p:spPr>
          <a:xfrm>
            <a:off x="7173812" y="3410329"/>
            <a:ext cx="2271976" cy="1244177"/>
          </a:xfrm>
          <a:prstGeom prst="roundRect">
            <a:avLst/>
          </a:prstGeom>
          <a:solidFill>
            <a:srgbClr val="F7F7F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2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172"/>
            <a:r>
              <a:rPr lang="es-EC" sz="2000" b="1" noProof="0" dirty="0">
                <a:solidFill>
                  <a:srgbClr val="D2006E"/>
                </a:solidFill>
                <a:latin typeface="Nunito Sans"/>
              </a:rPr>
              <a:t>Unificación de Modelos para Analítica</a:t>
            </a:r>
          </a:p>
          <a:p>
            <a:pPr algn="ctr" defTabSz="914172"/>
            <a:r>
              <a:rPr lang="es-EC" sz="1400" noProof="0" dirty="0">
                <a:solidFill>
                  <a:srgbClr val="FFFFFF">
                    <a:lumMod val="50000"/>
                  </a:srgbClr>
                </a:solidFill>
                <a:latin typeface="Nunito Sans"/>
              </a:rPr>
              <a:t>(Formación </a:t>
            </a:r>
            <a:r>
              <a:rPr lang="es-EC" sz="1400" noProof="0" dirty="0" err="1">
                <a:solidFill>
                  <a:srgbClr val="FFFFFF">
                    <a:lumMod val="50000"/>
                  </a:srgbClr>
                </a:solidFill>
                <a:latin typeface="Nunito Sans"/>
              </a:rPr>
              <a:t>LakeHouse</a:t>
            </a:r>
            <a:r>
              <a:rPr lang="es-EC" sz="1400" noProof="0" dirty="0">
                <a:solidFill>
                  <a:srgbClr val="FFFFFF">
                    <a:lumMod val="50000"/>
                  </a:srgbClr>
                </a:solidFill>
                <a:latin typeface="Nunito Sans"/>
              </a:rPr>
              <a:t>)</a:t>
            </a:r>
            <a:endParaRPr lang="es-EC" sz="1400" b="1" noProof="0" dirty="0">
              <a:solidFill>
                <a:srgbClr val="D2006E"/>
              </a:solidFill>
              <a:latin typeface="Nunito Sans"/>
            </a:endParaRPr>
          </a:p>
        </p:txBody>
      </p:sp>
      <p:sp>
        <p:nvSpPr>
          <p:cNvPr id="16" name="Rectángulo 30">
            <a:extLst>
              <a:ext uri="{FF2B5EF4-FFF2-40B4-BE49-F238E27FC236}">
                <a16:creationId xmlns:a16="http://schemas.microsoft.com/office/drawing/2014/main" id="{58406CCF-7840-FA0A-3001-DB0E1DE3E246}"/>
              </a:ext>
            </a:extLst>
          </p:cNvPr>
          <p:cNvSpPr/>
          <p:nvPr/>
        </p:nvSpPr>
        <p:spPr>
          <a:xfrm>
            <a:off x="9593387" y="3391129"/>
            <a:ext cx="2271976" cy="1244177"/>
          </a:xfrm>
          <a:prstGeom prst="roundRect">
            <a:avLst/>
          </a:prstGeom>
          <a:solidFill>
            <a:srgbClr val="F7F7F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2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172"/>
            <a:r>
              <a:rPr lang="es-EC" sz="2000" b="1" noProof="0" dirty="0">
                <a:solidFill>
                  <a:srgbClr val="160F41"/>
                </a:solidFill>
                <a:latin typeface="Nunito Sans"/>
              </a:rPr>
              <a:t>Herramienta de Registro y seguimiento</a:t>
            </a:r>
          </a:p>
          <a:p>
            <a:pPr algn="ctr" defTabSz="914172"/>
            <a:r>
              <a:rPr lang="es-EC" sz="1400" noProof="0" dirty="0">
                <a:solidFill>
                  <a:srgbClr val="FFFFFF">
                    <a:lumMod val="50000"/>
                  </a:srgbClr>
                </a:solidFill>
                <a:latin typeface="Nunito Sans"/>
              </a:rPr>
              <a:t>(Oga Suite)</a:t>
            </a:r>
            <a:endParaRPr lang="es-EC" sz="1400" b="1" noProof="0" dirty="0">
              <a:solidFill>
                <a:srgbClr val="D2006E"/>
              </a:solidFill>
              <a:latin typeface="Nunito Sans"/>
            </a:endParaRPr>
          </a:p>
        </p:txBody>
      </p:sp>
      <p:sp>
        <p:nvSpPr>
          <p:cNvPr id="3" name="Rectángulo 30">
            <a:extLst>
              <a:ext uri="{FF2B5EF4-FFF2-40B4-BE49-F238E27FC236}">
                <a16:creationId xmlns:a16="http://schemas.microsoft.com/office/drawing/2014/main" id="{E1352358-D7DD-50D8-4F0E-E5B1E7BEC858}"/>
              </a:ext>
            </a:extLst>
          </p:cNvPr>
          <p:cNvSpPr/>
          <p:nvPr/>
        </p:nvSpPr>
        <p:spPr>
          <a:xfrm>
            <a:off x="7173812" y="5020829"/>
            <a:ext cx="2271976" cy="1244177"/>
          </a:xfrm>
          <a:prstGeom prst="roundRect">
            <a:avLst/>
          </a:prstGeom>
          <a:solidFill>
            <a:srgbClr val="F7F7F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2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172"/>
            <a:r>
              <a:rPr lang="es-EC" sz="2000" b="1" noProof="0" dirty="0">
                <a:solidFill>
                  <a:schemeClr val="accent2"/>
                </a:solidFill>
                <a:latin typeface="Nunito Sans"/>
              </a:rPr>
              <a:t>Homologación</a:t>
            </a:r>
          </a:p>
          <a:p>
            <a:pPr lvl="0" algn="ctr" defTabSz="914172"/>
            <a:r>
              <a:rPr lang="es-EC" sz="1400" noProof="0" dirty="0">
                <a:solidFill>
                  <a:srgbClr val="FFFFFF">
                    <a:lumMod val="50000"/>
                  </a:srgbClr>
                </a:solidFill>
                <a:latin typeface="Nunito Sans"/>
              </a:rPr>
              <a:t>(Información nivel Campos)</a:t>
            </a:r>
          </a:p>
        </p:txBody>
      </p:sp>
      <p:sp>
        <p:nvSpPr>
          <p:cNvPr id="4" name="Rectángulo 30">
            <a:extLst>
              <a:ext uri="{FF2B5EF4-FFF2-40B4-BE49-F238E27FC236}">
                <a16:creationId xmlns:a16="http://schemas.microsoft.com/office/drawing/2014/main" id="{E7EA2460-2645-81DC-8E4D-95D5BB9AB314}"/>
              </a:ext>
            </a:extLst>
          </p:cNvPr>
          <p:cNvSpPr/>
          <p:nvPr/>
        </p:nvSpPr>
        <p:spPr>
          <a:xfrm>
            <a:off x="4658987" y="5023229"/>
            <a:ext cx="2271976" cy="1244177"/>
          </a:xfrm>
          <a:prstGeom prst="roundRect">
            <a:avLst/>
          </a:prstGeom>
          <a:solidFill>
            <a:srgbClr val="F7F7F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2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172"/>
            <a:r>
              <a:rPr lang="es-EC" sz="2000" b="1" noProof="0" dirty="0">
                <a:solidFill>
                  <a:srgbClr val="D2006E"/>
                </a:solidFill>
                <a:latin typeface="Nunito Sans"/>
              </a:rPr>
              <a:t>Proceso </a:t>
            </a:r>
            <a:r>
              <a:rPr lang="es-EC" sz="2000" b="1" noProof="0" dirty="0" err="1">
                <a:solidFill>
                  <a:srgbClr val="D2006E"/>
                </a:solidFill>
                <a:latin typeface="Nunito Sans"/>
              </a:rPr>
              <a:t>GoldenRecord</a:t>
            </a:r>
            <a:endParaRPr lang="es-EC" sz="2000" b="1" noProof="0" dirty="0">
              <a:solidFill>
                <a:srgbClr val="D2006E"/>
              </a:solidFill>
              <a:latin typeface="Nunito Sans"/>
            </a:endParaRPr>
          </a:p>
          <a:p>
            <a:pPr algn="ctr" defTabSz="914172"/>
            <a:r>
              <a:rPr lang="es-EC" sz="1400" noProof="0" dirty="0">
                <a:solidFill>
                  <a:schemeClr val="bg1">
                    <a:lumMod val="50000"/>
                  </a:schemeClr>
                </a:solidFill>
                <a:latin typeface="Nunito Sans"/>
              </a:rPr>
              <a:t>(Democratizando)</a:t>
            </a:r>
          </a:p>
        </p:txBody>
      </p:sp>
      <p:sp>
        <p:nvSpPr>
          <p:cNvPr id="5" name="Rectángulo 30">
            <a:extLst>
              <a:ext uri="{FF2B5EF4-FFF2-40B4-BE49-F238E27FC236}">
                <a16:creationId xmlns:a16="http://schemas.microsoft.com/office/drawing/2014/main" id="{892EFAE5-F74C-558A-C43F-DFD1087546ED}"/>
              </a:ext>
            </a:extLst>
          </p:cNvPr>
          <p:cNvSpPr/>
          <p:nvPr/>
        </p:nvSpPr>
        <p:spPr>
          <a:xfrm>
            <a:off x="9593387" y="5011229"/>
            <a:ext cx="2271976" cy="1244177"/>
          </a:xfrm>
          <a:prstGeom prst="roundRect">
            <a:avLst/>
          </a:prstGeom>
          <a:solidFill>
            <a:srgbClr val="F7F7F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4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3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2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0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69" algn="l" defTabSz="91421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172"/>
            <a:r>
              <a:rPr lang="es-EC" sz="2000" b="1" noProof="0" dirty="0">
                <a:solidFill>
                  <a:srgbClr val="D2006E"/>
                </a:solidFill>
                <a:latin typeface="Nunito Sans"/>
              </a:rPr>
              <a:t>Automatización Cargas</a:t>
            </a:r>
          </a:p>
          <a:p>
            <a:pPr lvl="0" algn="ctr" defTabSz="914172"/>
            <a:r>
              <a:rPr lang="es-EC" sz="1400" noProof="0" dirty="0">
                <a:solidFill>
                  <a:srgbClr val="FFFFFF">
                    <a:lumMod val="50000"/>
                  </a:srgbClr>
                </a:solidFill>
                <a:latin typeface="Nunito Sans"/>
              </a:rPr>
              <a:t>(Ingesta Analítica - Transaccionales)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5B38E-C8BA-2264-44A3-B449BA491E7E}"/>
              </a:ext>
            </a:extLst>
          </p:cNvPr>
          <p:cNvSpPr txBox="1"/>
          <p:nvPr/>
        </p:nvSpPr>
        <p:spPr>
          <a:xfrm>
            <a:off x="173093" y="3595253"/>
            <a:ext cx="52567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3300" noProof="0" dirty="0">
                <a:solidFill>
                  <a:srgbClr val="D1006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¿Cómo aportamos?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C5327-7AE3-C7BB-6001-0983C8409FD1}"/>
              </a:ext>
            </a:extLst>
          </p:cNvPr>
          <p:cNvSpPr txBox="1"/>
          <p:nvPr/>
        </p:nvSpPr>
        <p:spPr>
          <a:xfrm>
            <a:off x="173093" y="3209463"/>
            <a:ext cx="3141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200" spc="200" noProof="0" dirty="0">
                <a:solidFill>
                  <a:srgbClr val="D1006E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Gobierno de Información</a:t>
            </a: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C07101A8-837D-C934-C3C6-880CCA28E7C7}"/>
              </a:ext>
            </a:extLst>
          </p:cNvPr>
          <p:cNvSpPr txBox="1"/>
          <p:nvPr/>
        </p:nvSpPr>
        <p:spPr>
          <a:xfrm>
            <a:off x="943936" y="4439297"/>
            <a:ext cx="422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200" noProof="0" dirty="0">
                <a:solidFill>
                  <a:srgbClr val="D1006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Lo que no se mide, no se mejora</a:t>
            </a:r>
          </a:p>
        </p:txBody>
      </p:sp>
      <p:sp>
        <p:nvSpPr>
          <p:cNvPr id="15" name="Freeform 237">
            <a:extLst>
              <a:ext uri="{FF2B5EF4-FFF2-40B4-BE49-F238E27FC236}">
                <a16:creationId xmlns:a16="http://schemas.microsoft.com/office/drawing/2014/main" id="{59927FFE-FC52-E6D9-D81D-63C7D8F0DFF7}"/>
              </a:ext>
            </a:extLst>
          </p:cNvPr>
          <p:cNvSpPr>
            <a:spLocks noEditPoints="1"/>
          </p:cNvSpPr>
          <p:nvPr/>
        </p:nvSpPr>
        <p:spPr bwMode="auto">
          <a:xfrm>
            <a:off x="535859" y="4442707"/>
            <a:ext cx="279527" cy="234309"/>
          </a:xfrm>
          <a:custGeom>
            <a:avLst/>
            <a:gdLst>
              <a:gd name="T0" fmla="*/ 2147483646 w 63"/>
              <a:gd name="T1" fmla="*/ 2147483646 h 53"/>
              <a:gd name="T2" fmla="*/ 2147483646 w 63"/>
              <a:gd name="T3" fmla="*/ 2147483646 h 53"/>
              <a:gd name="T4" fmla="*/ 2147483646 w 63"/>
              <a:gd name="T5" fmla="*/ 2147483646 h 53"/>
              <a:gd name="T6" fmla="*/ 0 w 63"/>
              <a:gd name="T7" fmla="*/ 2147483646 h 53"/>
              <a:gd name="T8" fmla="*/ 0 w 63"/>
              <a:gd name="T9" fmla="*/ 2147483646 h 53"/>
              <a:gd name="T10" fmla="*/ 2147483646 w 63"/>
              <a:gd name="T11" fmla="*/ 0 h 53"/>
              <a:gd name="T12" fmla="*/ 2147483646 w 63"/>
              <a:gd name="T13" fmla="*/ 0 h 53"/>
              <a:gd name="T14" fmla="*/ 2147483646 w 63"/>
              <a:gd name="T15" fmla="*/ 2147483646 h 53"/>
              <a:gd name="T16" fmla="*/ 2147483646 w 63"/>
              <a:gd name="T17" fmla="*/ 2147483646 h 53"/>
              <a:gd name="T18" fmla="*/ 2147483646 w 63"/>
              <a:gd name="T19" fmla="*/ 2147483646 h 53"/>
              <a:gd name="T20" fmla="*/ 2147483646 w 63"/>
              <a:gd name="T21" fmla="*/ 2147483646 h 53"/>
              <a:gd name="T22" fmla="*/ 2147483646 w 63"/>
              <a:gd name="T23" fmla="*/ 2147483646 h 53"/>
              <a:gd name="T24" fmla="*/ 2147483646 w 63"/>
              <a:gd name="T25" fmla="*/ 2147483646 h 53"/>
              <a:gd name="T26" fmla="*/ 2147483646 w 63"/>
              <a:gd name="T27" fmla="*/ 2147483646 h 53"/>
              <a:gd name="T28" fmla="*/ 2147483646 w 63"/>
              <a:gd name="T29" fmla="*/ 2147483646 h 53"/>
              <a:gd name="T30" fmla="*/ 2147483646 w 63"/>
              <a:gd name="T31" fmla="*/ 2147483646 h 53"/>
              <a:gd name="T32" fmla="*/ 2147483646 w 63"/>
              <a:gd name="T33" fmla="*/ 2147483646 h 53"/>
              <a:gd name="T34" fmla="*/ 2147483646 w 63"/>
              <a:gd name="T35" fmla="*/ 2147483646 h 53"/>
              <a:gd name="T36" fmla="*/ 2147483646 w 63"/>
              <a:gd name="T37" fmla="*/ 2147483646 h 53"/>
              <a:gd name="T38" fmla="*/ 2147483646 w 63"/>
              <a:gd name="T39" fmla="*/ 2147483646 h 53"/>
              <a:gd name="T40" fmla="*/ 2147483646 w 63"/>
              <a:gd name="T41" fmla="*/ 2147483646 h 53"/>
              <a:gd name="T42" fmla="*/ 2147483646 w 63"/>
              <a:gd name="T43" fmla="*/ 2147483646 h 53"/>
              <a:gd name="T44" fmla="*/ 2147483646 w 63"/>
              <a:gd name="T45" fmla="*/ 0 h 53"/>
              <a:gd name="T46" fmla="*/ 2147483646 w 63"/>
              <a:gd name="T47" fmla="*/ 0 h 53"/>
              <a:gd name="T48" fmla="*/ 2147483646 w 63"/>
              <a:gd name="T49" fmla="*/ 2147483646 h 53"/>
              <a:gd name="T50" fmla="*/ 2147483646 w 63"/>
              <a:gd name="T51" fmla="*/ 2147483646 h 53"/>
              <a:gd name="T52" fmla="*/ 2147483646 w 63"/>
              <a:gd name="T53" fmla="*/ 2147483646 h 53"/>
              <a:gd name="T54" fmla="*/ 2147483646 w 63"/>
              <a:gd name="T55" fmla="*/ 2147483646 h 53"/>
              <a:gd name="T56" fmla="*/ 2147483646 w 63"/>
              <a:gd name="T57" fmla="*/ 2147483646 h 53"/>
              <a:gd name="T58" fmla="*/ 2147483646 w 63"/>
              <a:gd name="T59" fmla="*/ 2147483646 h 53"/>
              <a:gd name="T60" fmla="*/ 2147483646 w 63"/>
              <a:gd name="T61" fmla="*/ 2147483646 h 53"/>
              <a:gd name="T62" fmla="*/ 2147483646 w 63"/>
              <a:gd name="T63" fmla="*/ 2147483646 h 53"/>
              <a:gd name="T64" fmla="*/ 2147483646 w 63"/>
              <a:gd name="T65" fmla="*/ 2147483646 h 53"/>
              <a:gd name="T66" fmla="*/ 2147483646 w 63"/>
              <a:gd name="T67" fmla="*/ 2147483646 h 5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63" h="5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AD20"/>
          </a:solidFill>
          <a:ln w="12700">
            <a:noFill/>
          </a:ln>
        </p:spPr>
        <p:txBody>
          <a:bodyPr/>
          <a:lstStyle/>
          <a:p>
            <a:endParaRPr lang="es-EC" noProof="0" dirty="0">
              <a:solidFill>
                <a:srgbClr val="D1006E"/>
              </a:solidFill>
            </a:endParaRPr>
          </a:p>
        </p:txBody>
      </p:sp>
      <p:sp>
        <p:nvSpPr>
          <p:cNvPr id="17" name="Freeform 237">
            <a:extLst>
              <a:ext uri="{FF2B5EF4-FFF2-40B4-BE49-F238E27FC236}">
                <a16:creationId xmlns:a16="http://schemas.microsoft.com/office/drawing/2014/main" id="{C8E39836-5715-A6A4-2449-7C268AC85F50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3695819" y="4434493"/>
            <a:ext cx="279527" cy="234309"/>
          </a:xfrm>
          <a:custGeom>
            <a:avLst/>
            <a:gdLst>
              <a:gd name="T0" fmla="*/ 2147483646 w 63"/>
              <a:gd name="T1" fmla="*/ 2147483646 h 53"/>
              <a:gd name="T2" fmla="*/ 2147483646 w 63"/>
              <a:gd name="T3" fmla="*/ 2147483646 h 53"/>
              <a:gd name="T4" fmla="*/ 2147483646 w 63"/>
              <a:gd name="T5" fmla="*/ 2147483646 h 53"/>
              <a:gd name="T6" fmla="*/ 0 w 63"/>
              <a:gd name="T7" fmla="*/ 2147483646 h 53"/>
              <a:gd name="T8" fmla="*/ 0 w 63"/>
              <a:gd name="T9" fmla="*/ 2147483646 h 53"/>
              <a:gd name="T10" fmla="*/ 2147483646 w 63"/>
              <a:gd name="T11" fmla="*/ 0 h 53"/>
              <a:gd name="T12" fmla="*/ 2147483646 w 63"/>
              <a:gd name="T13" fmla="*/ 0 h 53"/>
              <a:gd name="T14" fmla="*/ 2147483646 w 63"/>
              <a:gd name="T15" fmla="*/ 2147483646 h 53"/>
              <a:gd name="T16" fmla="*/ 2147483646 w 63"/>
              <a:gd name="T17" fmla="*/ 2147483646 h 53"/>
              <a:gd name="T18" fmla="*/ 2147483646 w 63"/>
              <a:gd name="T19" fmla="*/ 2147483646 h 53"/>
              <a:gd name="T20" fmla="*/ 2147483646 w 63"/>
              <a:gd name="T21" fmla="*/ 2147483646 h 53"/>
              <a:gd name="T22" fmla="*/ 2147483646 w 63"/>
              <a:gd name="T23" fmla="*/ 2147483646 h 53"/>
              <a:gd name="T24" fmla="*/ 2147483646 w 63"/>
              <a:gd name="T25" fmla="*/ 2147483646 h 53"/>
              <a:gd name="T26" fmla="*/ 2147483646 w 63"/>
              <a:gd name="T27" fmla="*/ 2147483646 h 53"/>
              <a:gd name="T28" fmla="*/ 2147483646 w 63"/>
              <a:gd name="T29" fmla="*/ 2147483646 h 53"/>
              <a:gd name="T30" fmla="*/ 2147483646 w 63"/>
              <a:gd name="T31" fmla="*/ 2147483646 h 53"/>
              <a:gd name="T32" fmla="*/ 2147483646 w 63"/>
              <a:gd name="T33" fmla="*/ 2147483646 h 53"/>
              <a:gd name="T34" fmla="*/ 2147483646 w 63"/>
              <a:gd name="T35" fmla="*/ 2147483646 h 53"/>
              <a:gd name="T36" fmla="*/ 2147483646 w 63"/>
              <a:gd name="T37" fmla="*/ 2147483646 h 53"/>
              <a:gd name="T38" fmla="*/ 2147483646 w 63"/>
              <a:gd name="T39" fmla="*/ 2147483646 h 53"/>
              <a:gd name="T40" fmla="*/ 2147483646 w 63"/>
              <a:gd name="T41" fmla="*/ 2147483646 h 53"/>
              <a:gd name="T42" fmla="*/ 2147483646 w 63"/>
              <a:gd name="T43" fmla="*/ 2147483646 h 53"/>
              <a:gd name="T44" fmla="*/ 2147483646 w 63"/>
              <a:gd name="T45" fmla="*/ 0 h 53"/>
              <a:gd name="T46" fmla="*/ 2147483646 w 63"/>
              <a:gd name="T47" fmla="*/ 0 h 53"/>
              <a:gd name="T48" fmla="*/ 2147483646 w 63"/>
              <a:gd name="T49" fmla="*/ 2147483646 h 53"/>
              <a:gd name="T50" fmla="*/ 2147483646 w 63"/>
              <a:gd name="T51" fmla="*/ 2147483646 h 53"/>
              <a:gd name="T52" fmla="*/ 2147483646 w 63"/>
              <a:gd name="T53" fmla="*/ 2147483646 h 53"/>
              <a:gd name="T54" fmla="*/ 2147483646 w 63"/>
              <a:gd name="T55" fmla="*/ 2147483646 h 53"/>
              <a:gd name="T56" fmla="*/ 2147483646 w 63"/>
              <a:gd name="T57" fmla="*/ 2147483646 h 53"/>
              <a:gd name="T58" fmla="*/ 2147483646 w 63"/>
              <a:gd name="T59" fmla="*/ 2147483646 h 53"/>
              <a:gd name="T60" fmla="*/ 2147483646 w 63"/>
              <a:gd name="T61" fmla="*/ 2147483646 h 53"/>
              <a:gd name="T62" fmla="*/ 2147483646 w 63"/>
              <a:gd name="T63" fmla="*/ 2147483646 h 53"/>
              <a:gd name="T64" fmla="*/ 2147483646 w 63"/>
              <a:gd name="T65" fmla="*/ 2147483646 h 53"/>
              <a:gd name="T66" fmla="*/ 2147483646 w 63"/>
              <a:gd name="T67" fmla="*/ 2147483646 h 5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63" h="5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AD20"/>
          </a:solidFill>
          <a:ln w="12700">
            <a:noFill/>
          </a:ln>
        </p:spPr>
        <p:txBody>
          <a:bodyPr/>
          <a:lstStyle/>
          <a:p>
            <a:endParaRPr lang="es-EC" noProof="0" dirty="0">
              <a:solidFill>
                <a:srgbClr val="D1006E"/>
              </a:solidFill>
            </a:endParaRPr>
          </a:p>
        </p:txBody>
      </p:sp>
      <p:pic>
        <p:nvPicPr>
          <p:cNvPr id="8" name="Imagen 7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02C8A75B-5D31-AA1E-9A66-2DDE8D762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9332" y="0"/>
            <a:ext cx="992668" cy="155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0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Personalizados 1">
      <a:dk1>
        <a:srgbClr val="121212"/>
      </a:dk1>
      <a:lt1>
        <a:srgbClr val="FFFFFF"/>
      </a:lt1>
      <a:dk2>
        <a:srgbClr val="414141"/>
      </a:dk2>
      <a:lt2>
        <a:srgbClr val="F3F3F3"/>
      </a:lt2>
      <a:accent1>
        <a:srgbClr val="D2006E"/>
      </a:accent1>
      <a:accent2>
        <a:srgbClr val="160F41"/>
      </a:accent2>
      <a:accent3>
        <a:srgbClr val="9FDCEE"/>
      </a:accent3>
      <a:accent4>
        <a:srgbClr val="FDF2F7"/>
      </a:accent4>
      <a:accent5>
        <a:srgbClr val="E7E7EC"/>
      </a:accent5>
      <a:accent6>
        <a:srgbClr val="F7F7F7"/>
      </a:accent6>
      <a:hlink>
        <a:srgbClr val="0F61FE"/>
      </a:hlink>
      <a:folHlink>
        <a:srgbClr val="0730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89010C2-44E6-054A-A03D-8AED8FE70945}">
  <we:reference id="wa104381411" version="2.4.5.0" store="en-US" storeType="OMEX"/>
  <we:alternateReferences>
    <we:reference id="wa104381411" version="2.4.5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CD16747BD9BCF478E7F030ABE02C2D4" ma:contentTypeVersion="0" ma:contentTypeDescription="Crear nuevo documento." ma:contentTypeScope="" ma:versionID="2ee5e80fc0931985ed5a9b2e6d8f566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f6edc329ff236629c56e3b879b320d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A645D8-DFED-4567-B363-A33C228A3AC3}"/>
</file>

<file path=customXml/itemProps2.xml><?xml version="1.0" encoding="utf-8"?>
<ds:datastoreItem xmlns:ds="http://schemas.openxmlformats.org/officeDocument/2006/customXml" ds:itemID="{03902742-F772-4A62-86AF-C1B4EDB14D3F}"/>
</file>

<file path=customXml/itemProps3.xml><?xml version="1.0" encoding="utf-8"?>
<ds:datastoreItem xmlns:ds="http://schemas.openxmlformats.org/officeDocument/2006/customXml" ds:itemID="{3AC119B6-A53A-4017-B513-B5C75F4FAA9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49602</TotalTime>
  <Words>1303</Words>
  <Application>Microsoft Office PowerPoint</Application>
  <PresentationFormat>Panorámica</PresentationFormat>
  <Paragraphs>456</Paragraphs>
  <Slides>14</Slides>
  <Notes>3</Notes>
  <HiddenSlides>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Nunito Sans</vt:lpstr>
      <vt:lpstr>Poppins Medium</vt:lpstr>
      <vt:lpstr>Poppins SemiBold</vt:lpstr>
      <vt:lpstr>Tema de Office</vt:lpstr>
      <vt:lpstr>Presentación de PowerPoint</vt:lpstr>
      <vt:lpstr>Taller IVC – Dominio Clientes</vt:lpstr>
      <vt:lpstr>Taller IVC – Dominio Clientes</vt:lpstr>
      <vt:lpstr>Taller IVC – Dominio Clientes</vt:lpstr>
      <vt:lpstr>Taller IVC – Dominio Clientes</vt:lpstr>
      <vt:lpstr>Taller IVC – Dominio Clientes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Ganancia Gobernanza de Datos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José Antonio Salas Arevalo</cp:lastModifiedBy>
  <cp:revision>6</cp:revision>
  <dcterms:created xsi:type="dcterms:W3CDTF">2023-11-15T16:22:58Z</dcterms:created>
  <dcterms:modified xsi:type="dcterms:W3CDTF">2026-02-23T18:55:57Z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0x010100CCD16747BD9BCF478E7F030ABE02C2D4</vt:lpwstr>
  </property>
  <property fmtid="{D5CDD505-2E9C-101B-9397-08002B2CF9AE}" pid="3" name="_CopySource">
    <vt:lpwstr>http://vamos.bancoguayaquil.com/sitios/informaciongerencial/OGA_Suite/Desarrollo/docs/SeguimientoCasosUso/132_Taller_IVC_Dominio_Clientes.pptx</vt:lpwstr>
  </property>
</Properties>
</file>